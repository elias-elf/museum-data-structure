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5809694-423C-4057-A791-AE12D92AEFEC}" type="doc">
      <dgm:prSet loTypeId="urn:microsoft.com/office/officeart/2009/3/layout/HorizontalOrganization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CBB9B95-F2DE-4200-8B3A-58D04CAEA47D}">
      <dgm:prSet phldrT="[Text]" phldr="0"/>
      <dgm:spPr/>
      <dgm:t>
        <a:bodyPr/>
        <a:lstStyle/>
        <a:p>
          <a:r>
            <a:rPr lang="en-US" dirty="0"/>
            <a:t>Museum</a:t>
          </a:r>
        </a:p>
      </dgm:t>
    </dgm:pt>
    <dgm:pt modelId="{9242D754-7730-4B78-AB9C-A02DFB9723F4}" type="parTrans" cxnId="{D71C7287-F713-4C75-87F8-22ED08C8637E}">
      <dgm:prSet/>
      <dgm:spPr/>
      <dgm:t>
        <a:bodyPr/>
        <a:lstStyle/>
        <a:p>
          <a:endParaRPr lang="en-US"/>
        </a:p>
      </dgm:t>
    </dgm:pt>
    <dgm:pt modelId="{66961319-D3B5-4BBF-B054-793B033D15B6}" type="sibTrans" cxnId="{D71C7287-F713-4C75-87F8-22ED08C8637E}">
      <dgm:prSet/>
      <dgm:spPr/>
      <dgm:t>
        <a:bodyPr/>
        <a:lstStyle/>
        <a:p>
          <a:endParaRPr lang="en-US"/>
        </a:p>
      </dgm:t>
    </dgm:pt>
    <dgm:pt modelId="{9A4F48F6-BCF9-4165-AF3C-7C7BA667FA27}">
      <dgm:prSet phldrT="[Text]" phldr="0"/>
      <dgm:spPr/>
      <dgm:t>
        <a:bodyPr/>
        <a:lstStyle/>
        <a:p>
          <a:r>
            <a:rPr lang="en-US" dirty="0"/>
            <a:t>Artifact Id#1</a:t>
          </a:r>
        </a:p>
      </dgm:t>
    </dgm:pt>
    <dgm:pt modelId="{9A5D99C4-3A63-4397-B386-EBF9464401C2}" type="parTrans" cxnId="{099CBF7E-623A-4E34-A8A8-237B6F145EF1}">
      <dgm:prSet/>
      <dgm:spPr/>
      <dgm:t>
        <a:bodyPr/>
        <a:lstStyle/>
        <a:p>
          <a:endParaRPr lang="en-US"/>
        </a:p>
      </dgm:t>
    </dgm:pt>
    <dgm:pt modelId="{3D288AF2-D587-4DAC-A032-2120C9951061}" type="sibTrans" cxnId="{099CBF7E-623A-4E34-A8A8-237B6F145EF1}">
      <dgm:prSet/>
      <dgm:spPr/>
      <dgm:t>
        <a:bodyPr/>
        <a:lstStyle/>
        <a:p>
          <a:endParaRPr lang="en-US"/>
        </a:p>
      </dgm:t>
    </dgm:pt>
    <dgm:pt modelId="{4ECE59B8-536D-4DBD-9298-39EEE1A4E2F2}">
      <dgm:prSet phldrT="[Text]" phldr="0"/>
      <dgm:spPr/>
      <dgm:t>
        <a:bodyPr/>
        <a:lstStyle/>
        <a:p>
          <a:r>
            <a:rPr lang="en-US" dirty="0"/>
            <a:t>Description</a:t>
          </a:r>
        </a:p>
      </dgm:t>
    </dgm:pt>
    <dgm:pt modelId="{6C4DA155-8243-4072-B293-EC0CBA97AD7C}" type="parTrans" cxnId="{FF25C671-29E0-452F-800B-C8D83AAC5DA2}">
      <dgm:prSet/>
      <dgm:spPr/>
      <dgm:t>
        <a:bodyPr/>
        <a:lstStyle/>
        <a:p>
          <a:endParaRPr lang="en-US"/>
        </a:p>
      </dgm:t>
    </dgm:pt>
    <dgm:pt modelId="{F4455422-8EF8-4653-ACAA-E71029CF2328}" type="sibTrans" cxnId="{FF25C671-29E0-452F-800B-C8D83AAC5DA2}">
      <dgm:prSet/>
      <dgm:spPr/>
      <dgm:t>
        <a:bodyPr/>
        <a:lstStyle/>
        <a:p>
          <a:endParaRPr lang="en-US"/>
        </a:p>
      </dgm:t>
    </dgm:pt>
    <dgm:pt modelId="{855297F2-A162-4EED-8FE7-B40916947E1F}">
      <dgm:prSet phldrT="[Text]" phldr="0"/>
      <dgm:spPr/>
      <dgm:t>
        <a:bodyPr/>
        <a:lstStyle/>
        <a:p>
          <a:r>
            <a:rPr lang="en-US" dirty="0"/>
            <a:t>Collection Id#1</a:t>
          </a:r>
        </a:p>
      </dgm:t>
    </dgm:pt>
    <dgm:pt modelId="{83D18EB3-F613-46C2-86CF-CF849473A283}" type="parTrans" cxnId="{AD4C48F6-D1BF-454B-9E1C-9111D36AC05F}">
      <dgm:prSet/>
      <dgm:spPr/>
      <dgm:t>
        <a:bodyPr/>
        <a:lstStyle/>
        <a:p>
          <a:endParaRPr lang="en-US"/>
        </a:p>
      </dgm:t>
    </dgm:pt>
    <dgm:pt modelId="{B3957AC8-05AC-4C73-A0A8-40D5AE41615E}" type="sibTrans" cxnId="{AD4C48F6-D1BF-454B-9E1C-9111D36AC05F}">
      <dgm:prSet/>
      <dgm:spPr/>
      <dgm:t>
        <a:bodyPr/>
        <a:lstStyle/>
        <a:p>
          <a:endParaRPr lang="en-US"/>
        </a:p>
      </dgm:t>
    </dgm:pt>
    <dgm:pt modelId="{9DFAA83C-0ED7-4C5D-908E-2A02657C3D57}">
      <dgm:prSet phldrT="[Text]" phldr="0"/>
      <dgm:spPr/>
      <dgm:t>
        <a:bodyPr/>
        <a:lstStyle/>
        <a:p>
          <a:r>
            <a:rPr lang="en-US" dirty="0"/>
            <a:t>Exhibition Id#1</a:t>
          </a:r>
        </a:p>
      </dgm:t>
    </dgm:pt>
    <dgm:pt modelId="{B6EFE756-66AC-4682-AE3E-4E5A980226A5}" type="parTrans" cxnId="{4A52468F-FADF-4AD1-8BF8-227ED1BE1440}">
      <dgm:prSet/>
      <dgm:spPr/>
      <dgm:t>
        <a:bodyPr/>
        <a:lstStyle/>
        <a:p>
          <a:endParaRPr lang="en-US"/>
        </a:p>
      </dgm:t>
    </dgm:pt>
    <dgm:pt modelId="{0FBCAEE9-6184-4B39-99B3-8073FB519715}" type="sibTrans" cxnId="{4A52468F-FADF-4AD1-8BF8-227ED1BE1440}">
      <dgm:prSet/>
      <dgm:spPr/>
      <dgm:t>
        <a:bodyPr/>
        <a:lstStyle/>
        <a:p>
          <a:endParaRPr lang="en-US"/>
        </a:p>
      </dgm:t>
    </dgm:pt>
    <dgm:pt modelId="{E0F095D0-0CDD-4899-95AE-C151B28DF4D1}">
      <dgm:prSet phldrT="[Text]" phldr="0"/>
      <dgm:spPr/>
      <dgm:t>
        <a:bodyPr/>
        <a:lstStyle/>
        <a:p>
          <a:r>
            <a:rPr lang="en-US" dirty="0"/>
            <a:t>Schedule</a:t>
          </a:r>
        </a:p>
      </dgm:t>
    </dgm:pt>
    <dgm:pt modelId="{A901081C-4D82-49A2-9AF0-FDB6D79D7219}" type="parTrans" cxnId="{6620BD34-0599-4A37-843B-95E73982D995}">
      <dgm:prSet/>
      <dgm:spPr/>
      <dgm:t>
        <a:bodyPr/>
        <a:lstStyle/>
        <a:p>
          <a:endParaRPr lang="en-US"/>
        </a:p>
      </dgm:t>
    </dgm:pt>
    <dgm:pt modelId="{A65C86A5-0AE7-4EEE-9D4F-A9803E1BE21B}" type="sibTrans" cxnId="{6620BD34-0599-4A37-843B-95E73982D995}">
      <dgm:prSet/>
      <dgm:spPr/>
      <dgm:t>
        <a:bodyPr/>
        <a:lstStyle/>
        <a:p>
          <a:endParaRPr lang="en-US"/>
        </a:p>
      </dgm:t>
    </dgm:pt>
    <dgm:pt modelId="{13719A43-B673-4C88-9D1E-16D752C05E25}">
      <dgm:prSet phldrT="[Text]" phldr="0"/>
      <dgm:spPr/>
      <dgm:t>
        <a:bodyPr/>
        <a:lstStyle/>
        <a:p>
          <a:r>
            <a:rPr lang="en-US" dirty="0"/>
            <a:t>Provenance</a:t>
          </a:r>
        </a:p>
      </dgm:t>
    </dgm:pt>
    <dgm:pt modelId="{A874BA0B-B7EF-479E-B1B8-17FB9E8D2868}" type="parTrans" cxnId="{64512EFF-FE16-4811-99ED-A308AC4F74E3}">
      <dgm:prSet/>
      <dgm:spPr/>
      <dgm:t>
        <a:bodyPr/>
        <a:lstStyle/>
        <a:p>
          <a:endParaRPr lang="en-US"/>
        </a:p>
      </dgm:t>
    </dgm:pt>
    <dgm:pt modelId="{212A347A-5399-4312-9400-C1BF5604C0A3}" type="sibTrans" cxnId="{64512EFF-FE16-4811-99ED-A308AC4F74E3}">
      <dgm:prSet/>
      <dgm:spPr/>
      <dgm:t>
        <a:bodyPr/>
        <a:lstStyle/>
        <a:p>
          <a:endParaRPr lang="en-US"/>
        </a:p>
      </dgm:t>
    </dgm:pt>
    <dgm:pt modelId="{24C79789-50A6-4247-997A-B75D020D2C6D}">
      <dgm:prSet phldrT="[Text]" phldr="0"/>
      <dgm:spPr/>
      <dgm:t>
        <a:bodyPr/>
        <a:lstStyle/>
        <a:p>
          <a:r>
            <a:rPr lang="en-US" dirty="0"/>
            <a:t>Restoration history</a:t>
          </a:r>
        </a:p>
      </dgm:t>
    </dgm:pt>
    <dgm:pt modelId="{4F864848-EEBF-4930-A161-A4A71CAED760}" type="parTrans" cxnId="{3A315C0A-B5DE-4E07-8FB5-1CD50648992C}">
      <dgm:prSet/>
      <dgm:spPr/>
      <dgm:t>
        <a:bodyPr/>
        <a:lstStyle/>
        <a:p>
          <a:endParaRPr lang="en-US"/>
        </a:p>
      </dgm:t>
    </dgm:pt>
    <dgm:pt modelId="{710B0101-9A84-4BC6-8C5A-657A5D29E445}" type="sibTrans" cxnId="{3A315C0A-B5DE-4E07-8FB5-1CD50648992C}">
      <dgm:prSet/>
      <dgm:spPr/>
      <dgm:t>
        <a:bodyPr/>
        <a:lstStyle/>
        <a:p>
          <a:endParaRPr lang="en-US"/>
        </a:p>
      </dgm:t>
    </dgm:pt>
    <dgm:pt modelId="{6A27566D-5E2B-4C81-8C09-639ED0AF984B}">
      <dgm:prSet phldrT="[Text]" phldr="0"/>
      <dgm:spPr/>
      <dgm:t>
        <a:bodyPr/>
        <a:lstStyle/>
        <a:p>
          <a:r>
            <a:rPr lang="en-US" dirty="0"/>
            <a:t>Cultural heritage</a:t>
          </a:r>
        </a:p>
      </dgm:t>
    </dgm:pt>
    <dgm:pt modelId="{C7EBEF87-5076-4181-B19B-8AD6A127BA45}" type="parTrans" cxnId="{3FD8B39C-0640-4384-B97E-203A0CF8F63B}">
      <dgm:prSet/>
      <dgm:spPr/>
      <dgm:t>
        <a:bodyPr/>
        <a:lstStyle/>
        <a:p>
          <a:endParaRPr lang="en-US"/>
        </a:p>
      </dgm:t>
    </dgm:pt>
    <dgm:pt modelId="{FC4E0FFA-63F1-4B37-95CB-4240840490FF}" type="sibTrans" cxnId="{3FD8B39C-0640-4384-B97E-203A0CF8F63B}">
      <dgm:prSet/>
      <dgm:spPr/>
      <dgm:t>
        <a:bodyPr/>
        <a:lstStyle/>
        <a:p>
          <a:endParaRPr lang="en-US"/>
        </a:p>
      </dgm:t>
    </dgm:pt>
    <dgm:pt modelId="{C499CC0F-4E7A-4FEC-97EE-0BDE6BB4004A}">
      <dgm:prSet phldrT="[Text]" phldr="0"/>
      <dgm:spPr/>
      <dgm:t>
        <a:bodyPr/>
        <a:lstStyle/>
        <a:p>
          <a:r>
            <a:rPr lang="en-US" dirty="0"/>
            <a:t>Artist</a:t>
          </a:r>
        </a:p>
      </dgm:t>
    </dgm:pt>
    <dgm:pt modelId="{7F41646D-7809-44F5-B24B-6E191227AD5F}" type="parTrans" cxnId="{751A140E-BD01-4228-9DD6-3DA5AD793CD2}">
      <dgm:prSet/>
      <dgm:spPr/>
      <dgm:t>
        <a:bodyPr/>
        <a:lstStyle/>
        <a:p>
          <a:endParaRPr lang="en-US"/>
        </a:p>
      </dgm:t>
    </dgm:pt>
    <dgm:pt modelId="{EA7DEC92-39F8-4663-8710-1BE6F53B5DCC}" type="sibTrans" cxnId="{751A140E-BD01-4228-9DD6-3DA5AD793CD2}">
      <dgm:prSet/>
      <dgm:spPr/>
      <dgm:t>
        <a:bodyPr/>
        <a:lstStyle/>
        <a:p>
          <a:endParaRPr lang="en-US"/>
        </a:p>
      </dgm:t>
    </dgm:pt>
    <dgm:pt modelId="{503A382B-1D5A-4546-833B-2164E945BC79}">
      <dgm:prSet phldrT="[Text]" phldr="0"/>
      <dgm:spPr/>
      <dgm:t>
        <a:bodyPr/>
        <a:lstStyle/>
        <a:p>
          <a:r>
            <a:rPr lang="en-US" dirty="0"/>
            <a:t>Theme/Culture</a:t>
          </a:r>
        </a:p>
      </dgm:t>
    </dgm:pt>
    <dgm:pt modelId="{A3638297-C98E-49B2-935E-46CEF1892D42}" type="parTrans" cxnId="{423FA7FB-73E0-4BCD-A13F-A99D2D9F6154}">
      <dgm:prSet/>
      <dgm:spPr/>
      <dgm:t>
        <a:bodyPr/>
        <a:lstStyle/>
        <a:p>
          <a:endParaRPr lang="en-US"/>
        </a:p>
      </dgm:t>
    </dgm:pt>
    <dgm:pt modelId="{1D474A4F-185C-4214-81CF-5568DF079C10}" type="sibTrans" cxnId="{423FA7FB-73E0-4BCD-A13F-A99D2D9F6154}">
      <dgm:prSet/>
      <dgm:spPr/>
      <dgm:t>
        <a:bodyPr/>
        <a:lstStyle/>
        <a:p>
          <a:endParaRPr lang="en-US"/>
        </a:p>
      </dgm:t>
    </dgm:pt>
    <dgm:pt modelId="{7170B3D7-7385-4271-BFDD-77BDCB4B9D7D}">
      <dgm:prSet phldrT="[Text]" phldr="0"/>
      <dgm:spPr/>
      <dgm:t>
        <a:bodyPr/>
        <a:lstStyle/>
        <a:p>
          <a:r>
            <a:rPr lang="en-US" dirty="0"/>
            <a:t>Historical period</a:t>
          </a:r>
        </a:p>
      </dgm:t>
    </dgm:pt>
    <dgm:pt modelId="{4A1ABC62-FD06-4AC0-BC51-20F24998E5FF}" type="parTrans" cxnId="{92666C42-575A-458A-A537-6AF157077065}">
      <dgm:prSet/>
      <dgm:spPr/>
      <dgm:t>
        <a:bodyPr/>
        <a:lstStyle/>
        <a:p>
          <a:endParaRPr lang="en-US"/>
        </a:p>
      </dgm:t>
    </dgm:pt>
    <dgm:pt modelId="{E0F509D1-F4E5-4341-B785-E6BE8356D007}" type="sibTrans" cxnId="{92666C42-575A-458A-A537-6AF157077065}">
      <dgm:prSet/>
      <dgm:spPr/>
      <dgm:t>
        <a:bodyPr/>
        <a:lstStyle/>
        <a:p>
          <a:endParaRPr lang="en-US"/>
        </a:p>
      </dgm:t>
    </dgm:pt>
    <dgm:pt modelId="{06F09080-0CCF-47DD-9F14-9B09338FC156}">
      <dgm:prSet phldrT="[Text]" phldr="0"/>
      <dgm:spPr/>
      <dgm:t>
        <a:bodyPr/>
        <a:lstStyle/>
        <a:p>
          <a:r>
            <a:rPr lang="en-US" dirty="0"/>
            <a:t>Historical Period</a:t>
          </a:r>
        </a:p>
      </dgm:t>
    </dgm:pt>
    <dgm:pt modelId="{C270D4B2-63B3-44BE-90B2-A3B79110A5BC}" type="parTrans" cxnId="{D595DF86-55CC-40E1-991D-096A4EDC08CB}">
      <dgm:prSet/>
      <dgm:spPr/>
      <dgm:t>
        <a:bodyPr/>
        <a:lstStyle/>
        <a:p>
          <a:endParaRPr lang="en-US"/>
        </a:p>
      </dgm:t>
    </dgm:pt>
    <dgm:pt modelId="{CCEFAA32-A3AE-42BA-A24E-BFA35382DBF3}" type="sibTrans" cxnId="{D595DF86-55CC-40E1-991D-096A4EDC08CB}">
      <dgm:prSet/>
      <dgm:spPr/>
      <dgm:t>
        <a:bodyPr/>
        <a:lstStyle/>
        <a:p>
          <a:endParaRPr lang="en-US"/>
        </a:p>
      </dgm:t>
    </dgm:pt>
    <dgm:pt modelId="{3B3021F4-1B88-4824-8D12-7496727C461B}">
      <dgm:prSet phldrT="[Text]" phldr="0"/>
      <dgm:spPr/>
      <dgm:t>
        <a:bodyPr/>
        <a:lstStyle/>
        <a:p>
          <a:r>
            <a:rPr lang="en-US" dirty="0"/>
            <a:t>Restoration</a:t>
          </a:r>
        </a:p>
      </dgm:t>
    </dgm:pt>
    <dgm:pt modelId="{76CB5FF8-DAAE-4108-8F27-58BE17CA5BF3}" type="parTrans" cxnId="{1531985C-03EF-49C2-8E08-19BB7D635F73}">
      <dgm:prSet/>
      <dgm:spPr/>
      <dgm:t>
        <a:bodyPr/>
        <a:lstStyle/>
        <a:p>
          <a:endParaRPr lang="en-US"/>
        </a:p>
      </dgm:t>
    </dgm:pt>
    <dgm:pt modelId="{52291D77-3FC5-46EF-9F8F-91DE64AC9C4F}" type="sibTrans" cxnId="{1531985C-03EF-49C2-8E08-19BB7D635F73}">
      <dgm:prSet/>
      <dgm:spPr/>
      <dgm:t>
        <a:bodyPr/>
        <a:lstStyle/>
        <a:p>
          <a:endParaRPr lang="en-US"/>
        </a:p>
      </dgm:t>
    </dgm:pt>
    <dgm:pt modelId="{C9E721F3-3509-40BA-945D-417CE334E5F2}">
      <dgm:prSet phldrT="[Text]" phldr="0"/>
      <dgm:spPr/>
      <dgm:t>
        <a:bodyPr/>
        <a:lstStyle/>
        <a:p>
          <a:r>
            <a:rPr lang="en-US" dirty="0"/>
            <a:t>Project #1</a:t>
          </a:r>
        </a:p>
      </dgm:t>
    </dgm:pt>
    <dgm:pt modelId="{ACF9E546-FC16-43CF-809C-930B68C88DB1}" type="parTrans" cxnId="{30CCBCEE-6C5C-42DE-B1C3-C53210DE7090}">
      <dgm:prSet/>
      <dgm:spPr/>
      <dgm:t>
        <a:bodyPr/>
        <a:lstStyle/>
        <a:p>
          <a:endParaRPr lang="en-US"/>
        </a:p>
      </dgm:t>
    </dgm:pt>
    <dgm:pt modelId="{FEEFCB98-559B-4F6D-9142-483778425DB0}" type="sibTrans" cxnId="{30CCBCEE-6C5C-42DE-B1C3-C53210DE7090}">
      <dgm:prSet/>
      <dgm:spPr/>
      <dgm:t>
        <a:bodyPr/>
        <a:lstStyle/>
        <a:p>
          <a:endParaRPr lang="en-US"/>
        </a:p>
      </dgm:t>
    </dgm:pt>
    <dgm:pt modelId="{97A8E0E5-1256-46F5-BDCA-CBF242F3C57E}">
      <dgm:prSet phldrT="[Text]" phldr="0"/>
      <dgm:spPr/>
      <dgm:t>
        <a:bodyPr/>
        <a:lstStyle/>
        <a:p>
          <a:r>
            <a:rPr lang="en-US" dirty="0"/>
            <a:t>Loan</a:t>
          </a:r>
        </a:p>
      </dgm:t>
    </dgm:pt>
    <dgm:pt modelId="{5CD82464-BD85-410D-9486-CDF630216295}" type="parTrans" cxnId="{760621C2-E86C-4607-A302-CD20979C09E9}">
      <dgm:prSet/>
      <dgm:spPr/>
      <dgm:t>
        <a:bodyPr/>
        <a:lstStyle/>
        <a:p>
          <a:endParaRPr lang="en-US"/>
        </a:p>
      </dgm:t>
    </dgm:pt>
    <dgm:pt modelId="{F2FF7060-498E-4C33-B37F-3A4AE0EED5E3}" type="sibTrans" cxnId="{760621C2-E86C-4607-A302-CD20979C09E9}">
      <dgm:prSet/>
      <dgm:spPr/>
      <dgm:t>
        <a:bodyPr/>
        <a:lstStyle/>
        <a:p>
          <a:endParaRPr lang="en-US"/>
        </a:p>
      </dgm:t>
    </dgm:pt>
    <dgm:pt modelId="{35D396C7-832D-4310-9EFD-0CBA7534B49E}">
      <dgm:prSet phldrT="[Text]" phldr="0"/>
      <dgm:spPr/>
      <dgm:t>
        <a:bodyPr/>
        <a:lstStyle/>
        <a:p>
          <a:r>
            <a:rPr lang="en-US" dirty="0"/>
            <a:t>Collection/Artifacts</a:t>
          </a:r>
        </a:p>
      </dgm:t>
    </dgm:pt>
    <dgm:pt modelId="{2053DD24-1A05-4174-B3A2-006AF3B872F4}" type="parTrans" cxnId="{2C51EDE1-6CE8-4630-BABC-D0F8A19FB7D7}">
      <dgm:prSet/>
      <dgm:spPr/>
      <dgm:t>
        <a:bodyPr/>
        <a:lstStyle/>
        <a:p>
          <a:endParaRPr lang="en-US"/>
        </a:p>
      </dgm:t>
    </dgm:pt>
    <dgm:pt modelId="{0D904290-0D38-4707-88C1-2BE985B0DCCE}" type="sibTrans" cxnId="{2C51EDE1-6CE8-4630-BABC-D0F8A19FB7D7}">
      <dgm:prSet/>
      <dgm:spPr/>
      <dgm:t>
        <a:bodyPr/>
        <a:lstStyle/>
        <a:p>
          <a:endParaRPr lang="en-US"/>
        </a:p>
      </dgm:t>
    </dgm:pt>
    <dgm:pt modelId="{73528B28-3862-4C56-BB94-20BFCA4D977C}">
      <dgm:prSet phldrT="[Text]" phldr="0"/>
      <dgm:spPr/>
      <dgm:t>
        <a:bodyPr/>
        <a:lstStyle/>
        <a:p>
          <a:r>
            <a:rPr lang="en-US" dirty="0"/>
            <a:t>Responsible / Team</a:t>
          </a:r>
        </a:p>
      </dgm:t>
    </dgm:pt>
    <dgm:pt modelId="{320AF489-F490-4FB9-A435-9E69697CB6A1}" type="parTrans" cxnId="{360BAAFF-63FD-43F2-9802-8A20EFFEA078}">
      <dgm:prSet/>
      <dgm:spPr/>
      <dgm:t>
        <a:bodyPr/>
        <a:lstStyle/>
        <a:p>
          <a:endParaRPr lang="en-US"/>
        </a:p>
      </dgm:t>
    </dgm:pt>
    <dgm:pt modelId="{D5F06BC4-1238-41A8-9412-D18B338823BA}" type="sibTrans" cxnId="{360BAAFF-63FD-43F2-9802-8A20EFFEA078}">
      <dgm:prSet/>
      <dgm:spPr/>
      <dgm:t>
        <a:bodyPr/>
        <a:lstStyle/>
        <a:p>
          <a:endParaRPr lang="en-US"/>
        </a:p>
      </dgm:t>
    </dgm:pt>
    <dgm:pt modelId="{9AC9B081-25C5-4E83-B9FC-4EE1220C42CC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Roaring Lion Bust</a:t>
          </a:r>
        </a:p>
      </dgm:t>
    </dgm:pt>
    <dgm:pt modelId="{454A2903-42E9-4AD4-B32C-56480B741CA4}" type="parTrans" cxnId="{A50AE63F-71DF-4A50-9477-BB78123FEF7A}">
      <dgm:prSet/>
      <dgm:spPr/>
      <dgm:t>
        <a:bodyPr/>
        <a:lstStyle/>
        <a:p>
          <a:endParaRPr lang="en-US"/>
        </a:p>
      </dgm:t>
    </dgm:pt>
    <dgm:pt modelId="{BFCB5B5C-D340-456B-9E1E-50850228EC60}" type="sibTrans" cxnId="{A50AE63F-71DF-4A50-9477-BB78123FEF7A}">
      <dgm:prSet/>
      <dgm:spPr/>
      <dgm:t>
        <a:bodyPr/>
        <a:lstStyle/>
        <a:p>
          <a:endParaRPr lang="en-US"/>
        </a:p>
      </dgm:t>
    </dgm:pt>
    <dgm:pt modelId="{23D84297-71D0-47C1-8874-FF344216EAC8}">
      <dgm:prSet phldrT="[Text]"/>
      <dgm:spPr/>
      <dgm:t>
        <a:bodyPr/>
        <a:lstStyle/>
        <a:p>
          <a:r>
            <a:rPr lang="en-US" dirty="0"/>
            <a:t>Artifact Id#2</a:t>
          </a:r>
        </a:p>
      </dgm:t>
    </dgm:pt>
    <dgm:pt modelId="{C4BC2D65-C06B-4D32-962C-942429050144}" type="parTrans" cxnId="{196D6ED2-D91E-482C-B59B-AD2FEC248E9A}">
      <dgm:prSet/>
      <dgm:spPr/>
      <dgm:t>
        <a:bodyPr/>
        <a:lstStyle/>
        <a:p>
          <a:endParaRPr lang="en-US"/>
        </a:p>
      </dgm:t>
    </dgm:pt>
    <dgm:pt modelId="{5E828AE2-BCBB-4D2E-B901-535C4EEBD24B}" type="sibTrans" cxnId="{196D6ED2-D91E-482C-B59B-AD2FEC248E9A}">
      <dgm:prSet/>
      <dgm:spPr/>
      <dgm:t>
        <a:bodyPr/>
        <a:lstStyle/>
        <a:p>
          <a:endParaRPr lang="en-US"/>
        </a:p>
      </dgm:t>
    </dgm:pt>
    <dgm:pt modelId="{CA6200AF-7336-4AB8-A4E9-530BC5027306}">
      <dgm:prSet phldrT="[Text]"/>
      <dgm:spPr/>
      <dgm:t>
        <a:bodyPr/>
        <a:lstStyle/>
        <a:p>
          <a:r>
            <a:rPr lang="en-US" dirty="0"/>
            <a:t>Exhibition Id#2</a:t>
          </a:r>
        </a:p>
      </dgm:t>
    </dgm:pt>
    <dgm:pt modelId="{880276D0-EB74-4489-85C7-23E81AC85430}" type="parTrans" cxnId="{5B800C80-94B9-4F92-AF4B-4CEA866A56D6}">
      <dgm:prSet/>
      <dgm:spPr/>
      <dgm:t>
        <a:bodyPr/>
        <a:lstStyle/>
        <a:p>
          <a:endParaRPr lang="en-US"/>
        </a:p>
      </dgm:t>
    </dgm:pt>
    <dgm:pt modelId="{36022CDB-DAA5-4DCB-AB8C-CC60CF58AABA}" type="sibTrans" cxnId="{5B800C80-94B9-4F92-AF4B-4CEA866A56D6}">
      <dgm:prSet/>
      <dgm:spPr/>
      <dgm:t>
        <a:bodyPr/>
        <a:lstStyle/>
        <a:p>
          <a:endParaRPr lang="en-US"/>
        </a:p>
      </dgm:t>
    </dgm:pt>
    <dgm:pt modelId="{6C8E784B-F666-494C-B943-E6FE294FAEB1}">
      <dgm:prSet phldrT="[Text]" phldr="0"/>
      <dgm:spPr/>
      <dgm:t>
        <a:bodyPr/>
        <a:lstStyle/>
        <a:p>
          <a:r>
            <a:rPr lang="en-US" dirty="0"/>
            <a:t>Project #2</a:t>
          </a:r>
        </a:p>
      </dgm:t>
    </dgm:pt>
    <dgm:pt modelId="{7607DCFD-2AEA-4454-AD75-99E4327A6DA2}" type="parTrans" cxnId="{3A62B7D9-3C40-4560-A73C-D23AD318741D}">
      <dgm:prSet/>
      <dgm:spPr/>
      <dgm:t>
        <a:bodyPr/>
        <a:lstStyle/>
        <a:p>
          <a:endParaRPr lang="en-US"/>
        </a:p>
      </dgm:t>
    </dgm:pt>
    <dgm:pt modelId="{2125BE52-3AA7-429B-8CE3-D4E62C9DFFAC}" type="sibTrans" cxnId="{3A62B7D9-3C40-4560-A73C-D23AD318741D}">
      <dgm:prSet/>
      <dgm:spPr/>
      <dgm:t>
        <a:bodyPr/>
        <a:lstStyle/>
        <a:p>
          <a:endParaRPr lang="en-US"/>
        </a:p>
      </dgm:t>
    </dgm:pt>
    <dgm:pt modelId="{BD4CBB34-BFC3-4314-AC58-360CE3F828A3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Collection Id#1</a:t>
          </a:r>
        </a:p>
      </dgm:t>
    </dgm:pt>
    <dgm:pt modelId="{455048BF-88A9-42EC-8893-BB00D9AEA4E4}" type="parTrans" cxnId="{55772C8E-448C-4DC9-A074-76F225A7B1A5}">
      <dgm:prSet/>
      <dgm:spPr/>
      <dgm:t>
        <a:bodyPr/>
        <a:lstStyle/>
        <a:p>
          <a:endParaRPr lang="en-US"/>
        </a:p>
      </dgm:t>
    </dgm:pt>
    <dgm:pt modelId="{1F5900FF-7037-4382-8E40-1F8FA4C91733}" type="sibTrans" cxnId="{55772C8E-448C-4DC9-A074-76F225A7B1A5}">
      <dgm:prSet/>
      <dgm:spPr/>
      <dgm:t>
        <a:bodyPr/>
        <a:lstStyle/>
        <a:p>
          <a:endParaRPr lang="en-US"/>
        </a:p>
      </dgm:t>
    </dgm:pt>
    <dgm:pt modelId="{D81506E7-9321-4CD6-B783-B535E14E9673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Artifact #1</a:t>
          </a:r>
        </a:p>
      </dgm:t>
    </dgm:pt>
    <dgm:pt modelId="{7D9BDDE8-7610-4C76-ACCC-5EF685046CB6}" type="parTrans" cxnId="{517039A2-AF71-40DF-BA14-7ECAA2110576}">
      <dgm:prSet/>
      <dgm:spPr/>
      <dgm:t>
        <a:bodyPr/>
        <a:lstStyle/>
        <a:p>
          <a:endParaRPr lang="en-US"/>
        </a:p>
      </dgm:t>
    </dgm:pt>
    <dgm:pt modelId="{33EBB137-5154-41C5-9AB1-B8A70F9210AB}" type="sibTrans" cxnId="{517039A2-AF71-40DF-BA14-7ECAA2110576}">
      <dgm:prSet/>
      <dgm:spPr/>
      <dgm:t>
        <a:bodyPr/>
        <a:lstStyle/>
        <a:p>
          <a:endParaRPr lang="en-US"/>
        </a:p>
      </dgm:t>
    </dgm:pt>
    <dgm:pt modelId="{764BB32F-0818-4190-8CBA-5BFD6043BFBC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Persepolis</a:t>
          </a:r>
        </a:p>
      </dgm:t>
    </dgm:pt>
    <dgm:pt modelId="{B0A38B96-90FF-402E-A24A-BEF06D54B9B6}" type="parTrans" cxnId="{C5AE9650-7B23-40D6-AD75-0C98CFFC981C}">
      <dgm:prSet/>
      <dgm:spPr/>
      <dgm:t>
        <a:bodyPr/>
        <a:lstStyle/>
        <a:p>
          <a:endParaRPr lang="en-US"/>
        </a:p>
      </dgm:t>
    </dgm:pt>
    <dgm:pt modelId="{80C549BF-85F2-4AF0-82FE-EA09792BFF8F}" type="sibTrans" cxnId="{C5AE9650-7B23-40D6-AD75-0C98CFFC981C}">
      <dgm:prSet/>
      <dgm:spPr/>
      <dgm:t>
        <a:bodyPr/>
        <a:lstStyle/>
        <a:p>
          <a:endParaRPr lang="en-US"/>
        </a:p>
      </dgm:t>
    </dgm:pt>
    <dgm:pt modelId="{218DF31D-CF8B-459F-887A-8E793F7A6593}">
      <dgm:prSet phldrT="[Text]" phldr="0"/>
      <dgm:spPr/>
      <dgm:t>
        <a:bodyPr/>
        <a:lstStyle/>
        <a:p>
          <a:r>
            <a:rPr lang="en-US" dirty="0"/>
            <a:t>Restored 3 times</a:t>
          </a:r>
        </a:p>
      </dgm:t>
    </dgm:pt>
    <dgm:pt modelId="{928CD5CC-816D-4B40-9D14-7256E32D7DFD}" type="parTrans" cxnId="{4D6B2273-EC6F-44A1-8C0B-9E3F6EDFFD88}">
      <dgm:prSet/>
      <dgm:spPr/>
      <dgm:t>
        <a:bodyPr/>
        <a:lstStyle/>
        <a:p>
          <a:endParaRPr lang="en-US"/>
        </a:p>
      </dgm:t>
    </dgm:pt>
    <dgm:pt modelId="{63F6D207-5CB3-4B31-B829-F97C6E8DF686}" type="sibTrans" cxnId="{4D6B2273-EC6F-44A1-8C0B-9E3F6EDFFD88}">
      <dgm:prSet/>
      <dgm:spPr/>
      <dgm:t>
        <a:bodyPr/>
        <a:lstStyle/>
        <a:p>
          <a:endParaRPr lang="en-US"/>
        </a:p>
      </dgm:t>
    </dgm:pt>
    <dgm:pt modelId="{A396E0BF-DF91-4BCD-8AC5-B6EA0224F397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Persian (Achaemenid)</a:t>
          </a:r>
        </a:p>
      </dgm:t>
    </dgm:pt>
    <dgm:pt modelId="{76476CBF-B102-41E4-9248-4221376F70AF}" type="parTrans" cxnId="{8175DA54-2A32-4264-8F2E-AE304F0511C1}">
      <dgm:prSet/>
      <dgm:spPr/>
      <dgm:t>
        <a:bodyPr/>
        <a:lstStyle/>
        <a:p>
          <a:endParaRPr lang="en-US"/>
        </a:p>
      </dgm:t>
    </dgm:pt>
    <dgm:pt modelId="{E0E25494-38AF-49C6-9C83-A7EBB5DADB17}" type="sibTrans" cxnId="{8175DA54-2A32-4264-8F2E-AE304F0511C1}">
      <dgm:prSet/>
      <dgm:spPr/>
      <dgm:t>
        <a:bodyPr/>
        <a:lstStyle/>
        <a:p>
          <a:endParaRPr lang="en-US"/>
        </a:p>
      </dgm:t>
    </dgm:pt>
    <dgm:pt modelId="{6D41F822-3F5E-498D-8427-D9976FC14949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5</a:t>
          </a:r>
          <a:r>
            <a:rPr lang="en-US" baseline="30000" dirty="0"/>
            <a:t>th</a:t>
          </a:r>
          <a:r>
            <a:rPr lang="en-US" dirty="0"/>
            <a:t> Century BC</a:t>
          </a:r>
        </a:p>
      </dgm:t>
    </dgm:pt>
    <dgm:pt modelId="{B777D164-DD56-45DE-9496-BC18234B1690}" type="parTrans" cxnId="{E314F4B5-40B5-447A-B126-45A7D8D28ED6}">
      <dgm:prSet/>
      <dgm:spPr/>
      <dgm:t>
        <a:bodyPr/>
        <a:lstStyle/>
        <a:p>
          <a:endParaRPr lang="en-US"/>
        </a:p>
      </dgm:t>
    </dgm:pt>
    <dgm:pt modelId="{C03D6BDD-B589-42C4-86BE-8B4E25D47F0C}" type="sibTrans" cxnId="{E314F4B5-40B5-447A-B126-45A7D8D28ED6}">
      <dgm:prSet/>
      <dgm:spPr/>
      <dgm:t>
        <a:bodyPr/>
        <a:lstStyle/>
        <a:p>
          <a:endParaRPr lang="en-US"/>
        </a:p>
      </dgm:t>
    </dgm:pt>
    <dgm:pt modelId="{E3AF1FB6-7793-4A4C-A846-4D8E2C079072}">
      <dgm:prSet phldrT="[Text]" phldr="0"/>
      <dgm:spPr/>
      <dgm:t>
        <a:bodyPr/>
        <a:lstStyle/>
        <a:p>
          <a:r>
            <a:rPr lang="en-US" dirty="0"/>
            <a:t>Sculpture</a:t>
          </a:r>
        </a:p>
      </dgm:t>
    </dgm:pt>
    <dgm:pt modelId="{11D63282-5C42-403B-97BA-1AB59BBC2C41}" type="parTrans" cxnId="{479B14B0-2F5F-43B7-89F4-4143CAD3C035}">
      <dgm:prSet/>
      <dgm:spPr/>
      <dgm:t>
        <a:bodyPr/>
        <a:lstStyle/>
        <a:p>
          <a:endParaRPr lang="en-US"/>
        </a:p>
      </dgm:t>
    </dgm:pt>
    <dgm:pt modelId="{8A78BB5C-7073-4BA7-947D-CBB9388C8BC5}" type="sibTrans" cxnId="{479B14B0-2F5F-43B7-89F4-4143CAD3C035}">
      <dgm:prSet/>
      <dgm:spPr/>
      <dgm:t>
        <a:bodyPr/>
        <a:lstStyle/>
        <a:p>
          <a:endParaRPr lang="en-US"/>
        </a:p>
      </dgm:t>
    </dgm:pt>
    <dgm:pt modelId="{E92EBC15-E9D8-4B5F-B808-E2AAF4F94361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Limestone</a:t>
          </a:r>
        </a:p>
      </dgm:t>
    </dgm:pt>
    <dgm:pt modelId="{6187C6C3-B996-4ED1-9E29-1993D45E2169}" type="parTrans" cxnId="{C17A2759-A1E0-419E-9992-B891FCA4A052}">
      <dgm:prSet/>
      <dgm:spPr/>
      <dgm:t>
        <a:bodyPr/>
        <a:lstStyle/>
        <a:p>
          <a:endParaRPr lang="en-US"/>
        </a:p>
      </dgm:t>
    </dgm:pt>
    <dgm:pt modelId="{8063460F-3FE9-46FF-8DF1-8EE5CB6EECE9}" type="sibTrans" cxnId="{C17A2759-A1E0-419E-9992-B891FCA4A052}">
      <dgm:prSet/>
      <dgm:spPr/>
      <dgm:t>
        <a:bodyPr/>
        <a:lstStyle/>
        <a:p>
          <a:endParaRPr lang="en-US"/>
        </a:p>
      </dgm:t>
    </dgm:pt>
    <dgm:pt modelId="{0C931ACA-CC53-4D97-9D61-C471A807C39D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/>
            <a:t>Bust</a:t>
          </a:r>
          <a:endParaRPr lang="en-US" dirty="0"/>
        </a:p>
      </dgm:t>
    </dgm:pt>
    <dgm:pt modelId="{E13A3907-2F21-472C-B2F1-588C6FECF12C}" type="parTrans" cxnId="{DA048835-4A0E-4CF5-86C6-63625723604A}">
      <dgm:prSet/>
      <dgm:spPr/>
      <dgm:t>
        <a:bodyPr/>
        <a:lstStyle/>
        <a:p>
          <a:endParaRPr lang="en-US"/>
        </a:p>
      </dgm:t>
    </dgm:pt>
    <dgm:pt modelId="{FDBDD9A4-125D-461A-BF34-39CF6F29CC28}" type="sibTrans" cxnId="{DA048835-4A0E-4CF5-86C6-63625723604A}">
      <dgm:prSet/>
      <dgm:spPr/>
      <dgm:t>
        <a:bodyPr/>
        <a:lstStyle/>
        <a:p>
          <a:endParaRPr lang="en-US"/>
        </a:p>
      </dgm:t>
    </dgm:pt>
    <dgm:pt modelId="{7BFC5FFE-8955-4513-8485-C479782305F9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Broken ear</a:t>
          </a:r>
        </a:p>
      </dgm:t>
    </dgm:pt>
    <dgm:pt modelId="{BCC45095-3A8B-4CB4-9AE4-6772688B37EF}" type="parTrans" cxnId="{E191AEB2-9ECC-4400-A418-71A1D0DD24A4}">
      <dgm:prSet/>
      <dgm:spPr/>
      <dgm:t>
        <a:bodyPr/>
        <a:lstStyle/>
        <a:p>
          <a:endParaRPr lang="en-US"/>
        </a:p>
      </dgm:t>
    </dgm:pt>
    <dgm:pt modelId="{469377AA-6EAB-4AB7-93B9-E73437C88BD3}" type="sibTrans" cxnId="{E191AEB2-9ECC-4400-A418-71A1D0DD24A4}">
      <dgm:prSet/>
      <dgm:spPr/>
      <dgm:t>
        <a:bodyPr/>
        <a:lstStyle/>
        <a:p>
          <a:endParaRPr lang="en-US"/>
        </a:p>
      </dgm:t>
    </dgm:pt>
    <dgm:pt modelId="{D7660C3C-E08D-431C-8EE1-9AA78C89B4A5}">
      <dgm:prSet phldrT="[Text]"/>
      <dgm:spPr/>
      <dgm:t>
        <a:bodyPr/>
        <a:lstStyle/>
        <a:p>
          <a:r>
            <a:rPr lang="en-US" dirty="0"/>
            <a:t>Visitors per day</a:t>
          </a:r>
        </a:p>
      </dgm:t>
    </dgm:pt>
    <dgm:pt modelId="{A5F5E471-F067-43AE-8556-402C42D66216}" type="parTrans" cxnId="{99D97E88-742D-4B77-B7BA-9F2DC084B2FC}">
      <dgm:prSet/>
      <dgm:spPr/>
      <dgm:t>
        <a:bodyPr/>
        <a:lstStyle/>
        <a:p>
          <a:endParaRPr lang="en-US"/>
        </a:p>
      </dgm:t>
    </dgm:pt>
    <dgm:pt modelId="{2056AD32-03D3-4873-9D29-9396256F501C}" type="sibTrans" cxnId="{99D97E88-742D-4B77-B7BA-9F2DC084B2FC}">
      <dgm:prSet/>
      <dgm:spPr/>
      <dgm:t>
        <a:bodyPr/>
        <a:lstStyle/>
        <a:p>
          <a:endParaRPr lang="en-US"/>
        </a:p>
      </dgm:t>
    </dgm:pt>
    <dgm:pt modelId="{061809CC-87E0-4E97-84A6-384BF07724D8}">
      <dgm:prSet phldrT="[Text]" phldr="0"/>
      <dgm:spPr/>
      <dgm:t>
        <a:bodyPr/>
        <a:lstStyle/>
        <a:p>
          <a:r>
            <a:rPr lang="en-US" dirty="0"/>
            <a:t>Adult</a:t>
          </a:r>
        </a:p>
      </dgm:t>
    </dgm:pt>
    <dgm:pt modelId="{BCF3A011-CCE5-4332-B9BE-4DBB4EB90D3E}" type="parTrans" cxnId="{19B91C51-5562-44A2-9B1C-8BC4C261CCB6}">
      <dgm:prSet/>
      <dgm:spPr/>
      <dgm:t>
        <a:bodyPr/>
        <a:lstStyle/>
        <a:p>
          <a:endParaRPr lang="en-US"/>
        </a:p>
      </dgm:t>
    </dgm:pt>
    <dgm:pt modelId="{56F3B771-1C0C-4C21-9EAF-35C1EBB1DB78}" type="sibTrans" cxnId="{19B91C51-5562-44A2-9B1C-8BC4C261CCB6}">
      <dgm:prSet/>
      <dgm:spPr/>
      <dgm:t>
        <a:bodyPr/>
        <a:lstStyle/>
        <a:p>
          <a:endParaRPr lang="en-US"/>
        </a:p>
      </dgm:t>
    </dgm:pt>
    <dgm:pt modelId="{CD4954CC-F1E7-474A-9C14-897F60DC4DA4}">
      <dgm:prSet phldrT="[Text]" phldr="0"/>
      <dgm:spPr/>
      <dgm:t>
        <a:bodyPr/>
        <a:lstStyle/>
        <a:p>
          <a:r>
            <a:rPr lang="en-US" dirty="0"/>
            <a:t>Under 12</a:t>
          </a:r>
        </a:p>
      </dgm:t>
    </dgm:pt>
    <dgm:pt modelId="{45EF24BF-2957-4968-9E77-C679A38F2BE0}" type="parTrans" cxnId="{D897B6C1-26D4-4EBF-9545-D4DF4EB294AC}">
      <dgm:prSet/>
      <dgm:spPr/>
      <dgm:t>
        <a:bodyPr/>
        <a:lstStyle/>
        <a:p>
          <a:endParaRPr lang="en-US"/>
        </a:p>
      </dgm:t>
    </dgm:pt>
    <dgm:pt modelId="{B9DFB9A1-FCC7-46AA-8558-BC4D60E4B362}" type="sibTrans" cxnId="{D897B6C1-26D4-4EBF-9545-D4DF4EB294AC}">
      <dgm:prSet/>
      <dgm:spPr/>
      <dgm:t>
        <a:bodyPr/>
        <a:lstStyle/>
        <a:p>
          <a:endParaRPr lang="en-US"/>
        </a:p>
      </dgm:t>
    </dgm:pt>
    <dgm:pt modelId="{F7D84224-A973-485F-ADAD-95BF5231A40B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345 visitors/day</a:t>
          </a:r>
        </a:p>
      </dgm:t>
    </dgm:pt>
    <dgm:pt modelId="{2637AE1D-117E-454F-9D3F-416D113148BB}" type="parTrans" cxnId="{A2B97172-721A-4303-8F66-6F662D34CC3E}">
      <dgm:prSet/>
      <dgm:spPr/>
      <dgm:t>
        <a:bodyPr/>
        <a:lstStyle/>
        <a:p>
          <a:endParaRPr lang="en-US"/>
        </a:p>
      </dgm:t>
    </dgm:pt>
    <dgm:pt modelId="{48D7C72E-85E8-400B-A2C7-9DB69FDA5390}" type="sibTrans" cxnId="{A2B97172-721A-4303-8F66-6F662D34CC3E}">
      <dgm:prSet/>
      <dgm:spPr/>
      <dgm:t>
        <a:bodyPr/>
        <a:lstStyle/>
        <a:p>
          <a:endParaRPr lang="en-US"/>
        </a:p>
      </dgm:t>
    </dgm:pt>
    <dgm:pt modelId="{6D92348B-BF22-4F09-BD16-E4E9FEADFB32}">
      <dgm:prSet phldrT="[Text]"/>
      <dgm:spPr>
        <a:solidFill>
          <a:srgbClr val="FFC000"/>
        </a:solidFill>
      </dgm:spPr>
      <dgm:t>
        <a:bodyPr/>
        <a:lstStyle/>
        <a:p>
          <a:r>
            <a:rPr lang="en-US" dirty="0"/>
            <a:t>120 visitors/day</a:t>
          </a:r>
        </a:p>
      </dgm:t>
    </dgm:pt>
    <dgm:pt modelId="{04012DFC-77A8-4A46-B858-7332CB8C84A1}" type="parTrans" cxnId="{1205B670-9953-4B26-AE11-939D8C0615D3}">
      <dgm:prSet/>
      <dgm:spPr/>
      <dgm:t>
        <a:bodyPr/>
        <a:lstStyle/>
        <a:p>
          <a:endParaRPr lang="en-US"/>
        </a:p>
      </dgm:t>
    </dgm:pt>
    <dgm:pt modelId="{AAC775F1-969C-42B7-9AD1-47CC76C9852B}" type="sibTrans" cxnId="{1205B670-9953-4B26-AE11-939D8C0615D3}">
      <dgm:prSet/>
      <dgm:spPr/>
      <dgm:t>
        <a:bodyPr/>
        <a:lstStyle/>
        <a:p>
          <a:endParaRPr lang="en-US"/>
        </a:p>
      </dgm:t>
    </dgm:pt>
    <dgm:pt modelId="{1BCF77AA-6B04-4D81-9D59-6F959F70F803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Ancient Egypt</a:t>
          </a:r>
        </a:p>
      </dgm:t>
    </dgm:pt>
    <dgm:pt modelId="{95FA36E0-4680-4632-B27E-091BE020210A}" type="parTrans" cxnId="{1BC8F17B-2D29-4A0A-B853-6E01900B14BF}">
      <dgm:prSet/>
      <dgm:spPr/>
      <dgm:t>
        <a:bodyPr/>
        <a:lstStyle/>
        <a:p>
          <a:endParaRPr lang="en-US"/>
        </a:p>
      </dgm:t>
    </dgm:pt>
    <dgm:pt modelId="{3B701667-5E66-46AB-BDA3-3F2779701BE7}" type="sibTrans" cxnId="{1BC8F17B-2D29-4A0A-B853-6E01900B14BF}">
      <dgm:prSet/>
      <dgm:spPr/>
      <dgm:t>
        <a:bodyPr/>
        <a:lstStyle/>
        <a:p>
          <a:endParaRPr lang="en-US"/>
        </a:p>
      </dgm:t>
    </dgm:pt>
    <dgm:pt modelId="{38A0B2E5-D90D-4428-806C-7CCE3CC93BD2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Sound and Light Engineer</a:t>
          </a:r>
        </a:p>
      </dgm:t>
    </dgm:pt>
    <dgm:pt modelId="{37ECD93D-C6A9-4F2D-B4DF-3F071835E72F}" type="parTrans" cxnId="{9154D30D-EAA0-42E1-8C09-EB4FE655F630}">
      <dgm:prSet/>
      <dgm:spPr/>
      <dgm:t>
        <a:bodyPr/>
        <a:lstStyle/>
        <a:p>
          <a:endParaRPr lang="en-US"/>
        </a:p>
      </dgm:t>
    </dgm:pt>
    <dgm:pt modelId="{2EA43260-1DBE-427E-AE7E-F1D9881271AE}" type="sibTrans" cxnId="{9154D30D-EAA0-42E1-8C09-EB4FE655F630}">
      <dgm:prSet/>
      <dgm:spPr/>
      <dgm:t>
        <a:bodyPr/>
        <a:lstStyle/>
        <a:p>
          <a:endParaRPr lang="en-US"/>
        </a:p>
      </dgm:t>
    </dgm:pt>
    <dgm:pt modelId="{58CB3A1D-119E-4A17-8333-D813B10F6904}" type="pres">
      <dgm:prSet presAssocID="{D5809694-423C-4057-A791-AE12D92AEFEC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B353C52D-BACF-435C-8EB5-9A8E19D70CDB}" type="pres">
      <dgm:prSet presAssocID="{3CBB9B95-F2DE-4200-8B3A-58D04CAEA47D}" presName="hierRoot1" presStyleCnt="0">
        <dgm:presLayoutVars>
          <dgm:hierBranch val="init"/>
        </dgm:presLayoutVars>
      </dgm:prSet>
      <dgm:spPr/>
    </dgm:pt>
    <dgm:pt modelId="{0F0BA860-8E2C-436A-9AD6-9C25C962289A}" type="pres">
      <dgm:prSet presAssocID="{3CBB9B95-F2DE-4200-8B3A-58D04CAEA47D}" presName="rootComposite1" presStyleCnt="0"/>
      <dgm:spPr/>
    </dgm:pt>
    <dgm:pt modelId="{70046D02-65D6-40DB-ACBF-E73D76169B62}" type="pres">
      <dgm:prSet presAssocID="{3CBB9B95-F2DE-4200-8B3A-58D04CAEA47D}" presName="rootText1" presStyleLbl="node0" presStyleIdx="0" presStyleCnt="1">
        <dgm:presLayoutVars>
          <dgm:chPref val="3"/>
        </dgm:presLayoutVars>
      </dgm:prSet>
      <dgm:spPr/>
    </dgm:pt>
    <dgm:pt modelId="{1E04B9EB-E6E0-4CAA-B858-CAD2D06C5A89}" type="pres">
      <dgm:prSet presAssocID="{3CBB9B95-F2DE-4200-8B3A-58D04CAEA47D}" presName="rootConnector1" presStyleLbl="node1" presStyleIdx="0" presStyleCnt="0"/>
      <dgm:spPr/>
    </dgm:pt>
    <dgm:pt modelId="{C516F576-9EA6-4A3E-BB9C-8700E1875F5A}" type="pres">
      <dgm:prSet presAssocID="{3CBB9B95-F2DE-4200-8B3A-58D04CAEA47D}" presName="hierChild2" presStyleCnt="0"/>
      <dgm:spPr/>
    </dgm:pt>
    <dgm:pt modelId="{3AAB2EC9-B2E4-493A-908E-ED4DAFB764DF}" type="pres">
      <dgm:prSet presAssocID="{9A5D99C4-3A63-4397-B386-EBF9464401C2}" presName="Name64" presStyleLbl="parChTrans1D2" presStyleIdx="0" presStyleCnt="5"/>
      <dgm:spPr/>
    </dgm:pt>
    <dgm:pt modelId="{297A1475-871F-4B02-9E8C-FA3D011634A1}" type="pres">
      <dgm:prSet presAssocID="{9A4F48F6-BCF9-4165-AF3C-7C7BA667FA27}" presName="hierRoot2" presStyleCnt="0">
        <dgm:presLayoutVars>
          <dgm:hierBranch val="init"/>
        </dgm:presLayoutVars>
      </dgm:prSet>
      <dgm:spPr/>
    </dgm:pt>
    <dgm:pt modelId="{E0F525B7-9159-4C99-B924-C6F3E9886623}" type="pres">
      <dgm:prSet presAssocID="{9A4F48F6-BCF9-4165-AF3C-7C7BA667FA27}" presName="rootComposite" presStyleCnt="0"/>
      <dgm:spPr/>
    </dgm:pt>
    <dgm:pt modelId="{BAE31ACF-752D-4EA8-8B6E-54DBD06D21AE}" type="pres">
      <dgm:prSet presAssocID="{9A4F48F6-BCF9-4165-AF3C-7C7BA667FA27}" presName="rootText" presStyleLbl="node2" presStyleIdx="0" presStyleCnt="5">
        <dgm:presLayoutVars>
          <dgm:chPref val="3"/>
        </dgm:presLayoutVars>
      </dgm:prSet>
      <dgm:spPr/>
    </dgm:pt>
    <dgm:pt modelId="{D46F3F0D-30A4-4DDE-884B-BD4A774332AE}" type="pres">
      <dgm:prSet presAssocID="{9A4F48F6-BCF9-4165-AF3C-7C7BA667FA27}" presName="rootConnector" presStyleLbl="node2" presStyleIdx="0" presStyleCnt="5"/>
      <dgm:spPr/>
    </dgm:pt>
    <dgm:pt modelId="{6322132C-78CD-43CA-BDB1-15934FC6847D}" type="pres">
      <dgm:prSet presAssocID="{9A4F48F6-BCF9-4165-AF3C-7C7BA667FA27}" presName="hierChild4" presStyleCnt="0"/>
      <dgm:spPr/>
    </dgm:pt>
    <dgm:pt modelId="{0AD372FC-0845-44C5-90A0-4A444CE67921}" type="pres">
      <dgm:prSet presAssocID="{6C4DA155-8243-4072-B293-EC0CBA97AD7C}" presName="Name64" presStyleLbl="parChTrans1D3" presStyleIdx="0" presStyleCnt="13"/>
      <dgm:spPr/>
    </dgm:pt>
    <dgm:pt modelId="{2E752132-E630-4632-9600-9B043BD9E414}" type="pres">
      <dgm:prSet presAssocID="{4ECE59B8-536D-4DBD-9298-39EEE1A4E2F2}" presName="hierRoot2" presStyleCnt="0">
        <dgm:presLayoutVars>
          <dgm:hierBranch val="init"/>
        </dgm:presLayoutVars>
      </dgm:prSet>
      <dgm:spPr/>
    </dgm:pt>
    <dgm:pt modelId="{9118CF5F-B9CB-4640-BAA2-6FDCB656E312}" type="pres">
      <dgm:prSet presAssocID="{4ECE59B8-536D-4DBD-9298-39EEE1A4E2F2}" presName="rootComposite" presStyleCnt="0"/>
      <dgm:spPr/>
    </dgm:pt>
    <dgm:pt modelId="{171F98E8-7A93-4667-99EC-A67EE133F035}" type="pres">
      <dgm:prSet presAssocID="{4ECE59B8-536D-4DBD-9298-39EEE1A4E2F2}" presName="rootText" presStyleLbl="node3" presStyleIdx="0" presStyleCnt="13">
        <dgm:presLayoutVars>
          <dgm:chPref val="3"/>
        </dgm:presLayoutVars>
      </dgm:prSet>
      <dgm:spPr/>
    </dgm:pt>
    <dgm:pt modelId="{B4B0D416-48DF-4327-B6CB-95B60821634B}" type="pres">
      <dgm:prSet presAssocID="{4ECE59B8-536D-4DBD-9298-39EEE1A4E2F2}" presName="rootConnector" presStyleLbl="node3" presStyleIdx="0" presStyleCnt="13"/>
      <dgm:spPr/>
    </dgm:pt>
    <dgm:pt modelId="{860F5D21-83EC-4D1B-83FE-010E6AAAD6E1}" type="pres">
      <dgm:prSet presAssocID="{4ECE59B8-536D-4DBD-9298-39EEE1A4E2F2}" presName="hierChild4" presStyleCnt="0"/>
      <dgm:spPr/>
    </dgm:pt>
    <dgm:pt modelId="{0C48BBF9-D61A-49C3-9C4A-9F8E897BC526}" type="pres">
      <dgm:prSet presAssocID="{454A2903-42E9-4AD4-B32C-56480B741CA4}" presName="Name64" presStyleLbl="parChTrans1D4" presStyleIdx="0" presStyleCnt="20"/>
      <dgm:spPr/>
    </dgm:pt>
    <dgm:pt modelId="{68B35679-26B2-422F-8E58-AD1E0E71C97A}" type="pres">
      <dgm:prSet presAssocID="{9AC9B081-25C5-4E83-B9FC-4EE1220C42CC}" presName="hierRoot2" presStyleCnt="0">
        <dgm:presLayoutVars>
          <dgm:hierBranch val="init"/>
        </dgm:presLayoutVars>
      </dgm:prSet>
      <dgm:spPr/>
    </dgm:pt>
    <dgm:pt modelId="{283CF7F0-2C2A-4996-86E8-B99611999D67}" type="pres">
      <dgm:prSet presAssocID="{9AC9B081-25C5-4E83-B9FC-4EE1220C42CC}" presName="rootComposite" presStyleCnt="0"/>
      <dgm:spPr/>
    </dgm:pt>
    <dgm:pt modelId="{4F157AFE-1A3E-4945-AFFE-3FBFDF773F45}" type="pres">
      <dgm:prSet presAssocID="{9AC9B081-25C5-4E83-B9FC-4EE1220C42CC}" presName="rootText" presStyleLbl="node4" presStyleIdx="0" presStyleCnt="20">
        <dgm:presLayoutVars>
          <dgm:chPref val="3"/>
        </dgm:presLayoutVars>
      </dgm:prSet>
      <dgm:spPr/>
    </dgm:pt>
    <dgm:pt modelId="{32B448BD-E161-46C8-A1F6-88A373738118}" type="pres">
      <dgm:prSet presAssocID="{9AC9B081-25C5-4E83-B9FC-4EE1220C42CC}" presName="rootConnector" presStyleLbl="node4" presStyleIdx="0" presStyleCnt="20"/>
      <dgm:spPr/>
    </dgm:pt>
    <dgm:pt modelId="{E336B98F-281B-4A8A-AE13-8063387C03E3}" type="pres">
      <dgm:prSet presAssocID="{9AC9B081-25C5-4E83-B9FC-4EE1220C42CC}" presName="hierChild4" presStyleCnt="0"/>
      <dgm:spPr/>
    </dgm:pt>
    <dgm:pt modelId="{38ADAED9-8891-4C7D-8154-C0E5F1C45FFB}" type="pres">
      <dgm:prSet presAssocID="{9AC9B081-25C5-4E83-B9FC-4EE1220C42CC}" presName="hierChild5" presStyleCnt="0"/>
      <dgm:spPr/>
    </dgm:pt>
    <dgm:pt modelId="{FEF5E04A-D12E-4CCE-A14B-A308CB2E3CFB}" type="pres">
      <dgm:prSet presAssocID="{6187C6C3-B996-4ED1-9E29-1993D45E2169}" presName="Name64" presStyleLbl="parChTrans1D4" presStyleIdx="1" presStyleCnt="20"/>
      <dgm:spPr/>
    </dgm:pt>
    <dgm:pt modelId="{DF3A6B01-9AF0-47D5-B2C6-4767265990E0}" type="pres">
      <dgm:prSet presAssocID="{E92EBC15-E9D8-4B5F-B808-E2AAF4F94361}" presName="hierRoot2" presStyleCnt="0">
        <dgm:presLayoutVars>
          <dgm:hierBranch val="init"/>
        </dgm:presLayoutVars>
      </dgm:prSet>
      <dgm:spPr/>
    </dgm:pt>
    <dgm:pt modelId="{E0BBCED8-EF82-4B98-8005-DA81FE43F6E1}" type="pres">
      <dgm:prSet presAssocID="{E92EBC15-E9D8-4B5F-B808-E2AAF4F94361}" presName="rootComposite" presStyleCnt="0"/>
      <dgm:spPr/>
    </dgm:pt>
    <dgm:pt modelId="{7EEBE634-507C-452D-8F74-93F7DA14811D}" type="pres">
      <dgm:prSet presAssocID="{E92EBC15-E9D8-4B5F-B808-E2AAF4F94361}" presName="rootText" presStyleLbl="node4" presStyleIdx="1" presStyleCnt="20">
        <dgm:presLayoutVars>
          <dgm:chPref val="3"/>
        </dgm:presLayoutVars>
      </dgm:prSet>
      <dgm:spPr/>
    </dgm:pt>
    <dgm:pt modelId="{67AC6E1B-A339-4183-A794-6F8370D03B71}" type="pres">
      <dgm:prSet presAssocID="{E92EBC15-E9D8-4B5F-B808-E2AAF4F94361}" presName="rootConnector" presStyleLbl="node4" presStyleIdx="1" presStyleCnt="20"/>
      <dgm:spPr/>
    </dgm:pt>
    <dgm:pt modelId="{ECA1E168-5C42-4AB6-9EB7-EB069D860EC3}" type="pres">
      <dgm:prSet presAssocID="{E92EBC15-E9D8-4B5F-B808-E2AAF4F94361}" presName="hierChild4" presStyleCnt="0"/>
      <dgm:spPr/>
    </dgm:pt>
    <dgm:pt modelId="{3EEBBF62-1428-45E5-AB17-40275F203E09}" type="pres">
      <dgm:prSet presAssocID="{E92EBC15-E9D8-4B5F-B808-E2AAF4F94361}" presName="hierChild5" presStyleCnt="0"/>
      <dgm:spPr/>
    </dgm:pt>
    <dgm:pt modelId="{8A3A4087-C2D1-4E88-BA2C-FF26690A6263}" type="pres">
      <dgm:prSet presAssocID="{4ECE59B8-536D-4DBD-9298-39EEE1A4E2F2}" presName="hierChild5" presStyleCnt="0"/>
      <dgm:spPr/>
    </dgm:pt>
    <dgm:pt modelId="{37CB0559-0F9C-4E01-9395-9AF1D8335AB3}" type="pres">
      <dgm:prSet presAssocID="{83D18EB3-F613-46C2-86CF-CF849473A283}" presName="Name64" presStyleLbl="parChTrans1D3" presStyleIdx="1" presStyleCnt="13"/>
      <dgm:spPr/>
    </dgm:pt>
    <dgm:pt modelId="{CFDB63F1-940F-405A-A9B4-7DDC93AF5869}" type="pres">
      <dgm:prSet presAssocID="{855297F2-A162-4EED-8FE7-B40916947E1F}" presName="hierRoot2" presStyleCnt="0">
        <dgm:presLayoutVars>
          <dgm:hierBranch val="init"/>
        </dgm:presLayoutVars>
      </dgm:prSet>
      <dgm:spPr/>
    </dgm:pt>
    <dgm:pt modelId="{011E1183-F092-4EB8-9DFF-4332630ED2E5}" type="pres">
      <dgm:prSet presAssocID="{855297F2-A162-4EED-8FE7-B40916947E1F}" presName="rootComposite" presStyleCnt="0"/>
      <dgm:spPr/>
    </dgm:pt>
    <dgm:pt modelId="{E9A97367-2565-4CA7-B81D-4E147657D835}" type="pres">
      <dgm:prSet presAssocID="{855297F2-A162-4EED-8FE7-B40916947E1F}" presName="rootText" presStyleLbl="node3" presStyleIdx="1" presStyleCnt="13">
        <dgm:presLayoutVars>
          <dgm:chPref val="3"/>
        </dgm:presLayoutVars>
      </dgm:prSet>
      <dgm:spPr/>
    </dgm:pt>
    <dgm:pt modelId="{2846335E-09B8-4070-8AE1-F4A8659BD36F}" type="pres">
      <dgm:prSet presAssocID="{855297F2-A162-4EED-8FE7-B40916947E1F}" presName="rootConnector" presStyleLbl="node3" presStyleIdx="1" presStyleCnt="13"/>
      <dgm:spPr/>
    </dgm:pt>
    <dgm:pt modelId="{D98298B5-4B34-459A-BC81-9CF46F584A90}" type="pres">
      <dgm:prSet presAssocID="{855297F2-A162-4EED-8FE7-B40916947E1F}" presName="hierChild4" presStyleCnt="0"/>
      <dgm:spPr/>
    </dgm:pt>
    <dgm:pt modelId="{904226D0-5DE5-4039-A33D-3A3B483D2045}" type="pres">
      <dgm:prSet presAssocID="{11D63282-5C42-403B-97BA-1AB59BBC2C41}" presName="Name64" presStyleLbl="parChTrans1D4" presStyleIdx="2" presStyleCnt="20"/>
      <dgm:spPr/>
    </dgm:pt>
    <dgm:pt modelId="{CFDFF4EB-FEE9-4245-894A-89F788BCC283}" type="pres">
      <dgm:prSet presAssocID="{E3AF1FB6-7793-4A4C-A846-4D8E2C079072}" presName="hierRoot2" presStyleCnt="0">
        <dgm:presLayoutVars>
          <dgm:hierBranch val="init"/>
        </dgm:presLayoutVars>
      </dgm:prSet>
      <dgm:spPr/>
    </dgm:pt>
    <dgm:pt modelId="{0C24B182-0E6A-4D77-80B6-2F0EFD2DF32A}" type="pres">
      <dgm:prSet presAssocID="{E3AF1FB6-7793-4A4C-A846-4D8E2C079072}" presName="rootComposite" presStyleCnt="0"/>
      <dgm:spPr/>
    </dgm:pt>
    <dgm:pt modelId="{CBCC7696-EFAB-4F9F-8C0A-720224B8DCB6}" type="pres">
      <dgm:prSet presAssocID="{E3AF1FB6-7793-4A4C-A846-4D8E2C079072}" presName="rootText" presStyleLbl="node4" presStyleIdx="2" presStyleCnt="20">
        <dgm:presLayoutVars>
          <dgm:chPref val="3"/>
        </dgm:presLayoutVars>
      </dgm:prSet>
      <dgm:spPr/>
    </dgm:pt>
    <dgm:pt modelId="{23D4DC71-764D-47BE-982C-F5FC61CA73F7}" type="pres">
      <dgm:prSet presAssocID="{E3AF1FB6-7793-4A4C-A846-4D8E2C079072}" presName="rootConnector" presStyleLbl="node4" presStyleIdx="2" presStyleCnt="20"/>
      <dgm:spPr/>
    </dgm:pt>
    <dgm:pt modelId="{3E27F26B-6132-4147-8863-74AD7D9AB567}" type="pres">
      <dgm:prSet presAssocID="{E3AF1FB6-7793-4A4C-A846-4D8E2C079072}" presName="hierChild4" presStyleCnt="0"/>
      <dgm:spPr/>
    </dgm:pt>
    <dgm:pt modelId="{2C4198AB-26E0-4488-A949-AC34DCA3B154}" type="pres">
      <dgm:prSet presAssocID="{E13A3907-2F21-472C-B2F1-588C6FECF12C}" presName="Name64" presStyleLbl="parChTrans1D4" presStyleIdx="3" presStyleCnt="20"/>
      <dgm:spPr/>
    </dgm:pt>
    <dgm:pt modelId="{D474E4AE-4358-419C-9225-BC9E6D566826}" type="pres">
      <dgm:prSet presAssocID="{0C931ACA-CC53-4D97-9D61-C471A807C39D}" presName="hierRoot2" presStyleCnt="0">
        <dgm:presLayoutVars>
          <dgm:hierBranch val="init"/>
        </dgm:presLayoutVars>
      </dgm:prSet>
      <dgm:spPr/>
    </dgm:pt>
    <dgm:pt modelId="{EF097900-7832-47D3-9D78-69FD0289B4AF}" type="pres">
      <dgm:prSet presAssocID="{0C931ACA-CC53-4D97-9D61-C471A807C39D}" presName="rootComposite" presStyleCnt="0"/>
      <dgm:spPr/>
    </dgm:pt>
    <dgm:pt modelId="{AD980698-3B39-4F03-BC7B-E6CC415D37FF}" type="pres">
      <dgm:prSet presAssocID="{0C931ACA-CC53-4D97-9D61-C471A807C39D}" presName="rootText" presStyleLbl="node4" presStyleIdx="3" presStyleCnt="20">
        <dgm:presLayoutVars>
          <dgm:chPref val="3"/>
        </dgm:presLayoutVars>
      </dgm:prSet>
      <dgm:spPr/>
    </dgm:pt>
    <dgm:pt modelId="{39661304-84F2-4510-A80A-0ED0BF9B0CEA}" type="pres">
      <dgm:prSet presAssocID="{0C931ACA-CC53-4D97-9D61-C471A807C39D}" presName="rootConnector" presStyleLbl="node4" presStyleIdx="3" presStyleCnt="20"/>
      <dgm:spPr/>
    </dgm:pt>
    <dgm:pt modelId="{065A812D-ABB5-4FA3-8F10-23657A25B85B}" type="pres">
      <dgm:prSet presAssocID="{0C931ACA-CC53-4D97-9D61-C471A807C39D}" presName="hierChild4" presStyleCnt="0"/>
      <dgm:spPr/>
    </dgm:pt>
    <dgm:pt modelId="{6942C355-73E2-4014-9379-D8E1C3BBB07F}" type="pres">
      <dgm:prSet presAssocID="{0C931ACA-CC53-4D97-9D61-C471A807C39D}" presName="hierChild5" presStyleCnt="0"/>
      <dgm:spPr/>
    </dgm:pt>
    <dgm:pt modelId="{C273ABF5-E08A-4BE7-A63B-1BF59E20ADD2}" type="pres">
      <dgm:prSet presAssocID="{E3AF1FB6-7793-4A4C-A846-4D8E2C079072}" presName="hierChild5" presStyleCnt="0"/>
      <dgm:spPr/>
    </dgm:pt>
    <dgm:pt modelId="{51A25AF1-B8A8-40A6-BC8E-0E3A3D038724}" type="pres">
      <dgm:prSet presAssocID="{855297F2-A162-4EED-8FE7-B40916947E1F}" presName="hierChild5" presStyleCnt="0"/>
      <dgm:spPr/>
    </dgm:pt>
    <dgm:pt modelId="{E4E142D8-98D9-4BB4-8826-8B27491F43B4}" type="pres">
      <dgm:prSet presAssocID="{A874BA0B-B7EF-479E-B1B8-17FB9E8D2868}" presName="Name64" presStyleLbl="parChTrans1D3" presStyleIdx="2" presStyleCnt="13"/>
      <dgm:spPr/>
    </dgm:pt>
    <dgm:pt modelId="{7D003827-466D-499B-9492-0D274854DE71}" type="pres">
      <dgm:prSet presAssocID="{13719A43-B673-4C88-9D1E-16D752C05E25}" presName="hierRoot2" presStyleCnt="0">
        <dgm:presLayoutVars>
          <dgm:hierBranch val="init"/>
        </dgm:presLayoutVars>
      </dgm:prSet>
      <dgm:spPr/>
    </dgm:pt>
    <dgm:pt modelId="{8321FBBC-0B02-4D6A-B292-31DB58261631}" type="pres">
      <dgm:prSet presAssocID="{13719A43-B673-4C88-9D1E-16D752C05E25}" presName="rootComposite" presStyleCnt="0"/>
      <dgm:spPr/>
    </dgm:pt>
    <dgm:pt modelId="{3E0FA384-F7A7-4EF5-BB6C-325C5B877E93}" type="pres">
      <dgm:prSet presAssocID="{13719A43-B673-4C88-9D1E-16D752C05E25}" presName="rootText" presStyleLbl="node3" presStyleIdx="2" presStyleCnt="13">
        <dgm:presLayoutVars>
          <dgm:chPref val="3"/>
        </dgm:presLayoutVars>
      </dgm:prSet>
      <dgm:spPr/>
    </dgm:pt>
    <dgm:pt modelId="{039EE693-846A-452B-938C-A79863754B50}" type="pres">
      <dgm:prSet presAssocID="{13719A43-B673-4C88-9D1E-16D752C05E25}" presName="rootConnector" presStyleLbl="node3" presStyleIdx="2" presStyleCnt="13"/>
      <dgm:spPr/>
    </dgm:pt>
    <dgm:pt modelId="{15438C47-FF5A-46A4-A923-94CF51153C82}" type="pres">
      <dgm:prSet presAssocID="{13719A43-B673-4C88-9D1E-16D752C05E25}" presName="hierChild4" presStyleCnt="0"/>
      <dgm:spPr/>
    </dgm:pt>
    <dgm:pt modelId="{B53F97DA-CD42-477B-978A-645AB0B3B0D8}" type="pres">
      <dgm:prSet presAssocID="{B0A38B96-90FF-402E-A24A-BEF06D54B9B6}" presName="Name64" presStyleLbl="parChTrans1D4" presStyleIdx="4" presStyleCnt="20"/>
      <dgm:spPr/>
    </dgm:pt>
    <dgm:pt modelId="{6D2D5EBF-D547-4528-A20C-8F5E2C9B880C}" type="pres">
      <dgm:prSet presAssocID="{764BB32F-0818-4190-8CBA-5BFD6043BFBC}" presName="hierRoot2" presStyleCnt="0">
        <dgm:presLayoutVars>
          <dgm:hierBranch val="init"/>
        </dgm:presLayoutVars>
      </dgm:prSet>
      <dgm:spPr/>
    </dgm:pt>
    <dgm:pt modelId="{10C34B34-3590-46BB-B6F2-FDE6907AB634}" type="pres">
      <dgm:prSet presAssocID="{764BB32F-0818-4190-8CBA-5BFD6043BFBC}" presName="rootComposite" presStyleCnt="0"/>
      <dgm:spPr/>
    </dgm:pt>
    <dgm:pt modelId="{5CE68631-E50F-4A7D-A78E-B9848249D5F3}" type="pres">
      <dgm:prSet presAssocID="{764BB32F-0818-4190-8CBA-5BFD6043BFBC}" presName="rootText" presStyleLbl="node4" presStyleIdx="4" presStyleCnt="20">
        <dgm:presLayoutVars>
          <dgm:chPref val="3"/>
        </dgm:presLayoutVars>
      </dgm:prSet>
      <dgm:spPr/>
    </dgm:pt>
    <dgm:pt modelId="{313097A2-C9D5-4518-B29A-5B216269D568}" type="pres">
      <dgm:prSet presAssocID="{764BB32F-0818-4190-8CBA-5BFD6043BFBC}" presName="rootConnector" presStyleLbl="node4" presStyleIdx="4" presStyleCnt="20"/>
      <dgm:spPr/>
    </dgm:pt>
    <dgm:pt modelId="{23275A76-13D0-4464-8314-473BE340AD8F}" type="pres">
      <dgm:prSet presAssocID="{764BB32F-0818-4190-8CBA-5BFD6043BFBC}" presName="hierChild4" presStyleCnt="0"/>
      <dgm:spPr/>
    </dgm:pt>
    <dgm:pt modelId="{DB679513-DBB0-4A13-8DD4-A35C9E981A94}" type="pres">
      <dgm:prSet presAssocID="{764BB32F-0818-4190-8CBA-5BFD6043BFBC}" presName="hierChild5" presStyleCnt="0"/>
      <dgm:spPr/>
    </dgm:pt>
    <dgm:pt modelId="{0F2A9527-4341-4D91-B2A8-08268FCDC96C}" type="pres">
      <dgm:prSet presAssocID="{13719A43-B673-4C88-9D1E-16D752C05E25}" presName="hierChild5" presStyleCnt="0"/>
      <dgm:spPr/>
    </dgm:pt>
    <dgm:pt modelId="{422596F1-C75B-45F9-BFD0-9951F8F32EFB}" type="pres">
      <dgm:prSet presAssocID="{4F864848-EEBF-4930-A161-A4A71CAED760}" presName="Name64" presStyleLbl="parChTrans1D3" presStyleIdx="3" presStyleCnt="13"/>
      <dgm:spPr/>
    </dgm:pt>
    <dgm:pt modelId="{2385C688-3F8F-43A2-A30A-2252C12C33E5}" type="pres">
      <dgm:prSet presAssocID="{24C79789-50A6-4247-997A-B75D020D2C6D}" presName="hierRoot2" presStyleCnt="0">
        <dgm:presLayoutVars>
          <dgm:hierBranch val="init"/>
        </dgm:presLayoutVars>
      </dgm:prSet>
      <dgm:spPr/>
    </dgm:pt>
    <dgm:pt modelId="{581FB53A-4B2E-4286-B82E-94AEB51C2972}" type="pres">
      <dgm:prSet presAssocID="{24C79789-50A6-4247-997A-B75D020D2C6D}" presName="rootComposite" presStyleCnt="0"/>
      <dgm:spPr/>
    </dgm:pt>
    <dgm:pt modelId="{9E916334-F27B-4E86-B949-E7079E77F959}" type="pres">
      <dgm:prSet presAssocID="{24C79789-50A6-4247-997A-B75D020D2C6D}" presName="rootText" presStyleLbl="node3" presStyleIdx="3" presStyleCnt="13">
        <dgm:presLayoutVars>
          <dgm:chPref val="3"/>
        </dgm:presLayoutVars>
      </dgm:prSet>
      <dgm:spPr/>
    </dgm:pt>
    <dgm:pt modelId="{49F9D926-559F-4648-BFF5-79BEBC70A452}" type="pres">
      <dgm:prSet presAssocID="{24C79789-50A6-4247-997A-B75D020D2C6D}" presName="rootConnector" presStyleLbl="node3" presStyleIdx="3" presStyleCnt="13"/>
      <dgm:spPr/>
    </dgm:pt>
    <dgm:pt modelId="{16DEFBD3-D008-4B05-B2DD-39FF5F864F76}" type="pres">
      <dgm:prSet presAssocID="{24C79789-50A6-4247-997A-B75D020D2C6D}" presName="hierChild4" presStyleCnt="0"/>
      <dgm:spPr/>
    </dgm:pt>
    <dgm:pt modelId="{137A950C-A2C9-4E92-AA44-CCBE0A4712D0}" type="pres">
      <dgm:prSet presAssocID="{928CD5CC-816D-4B40-9D14-7256E32D7DFD}" presName="Name64" presStyleLbl="parChTrans1D4" presStyleIdx="5" presStyleCnt="20"/>
      <dgm:spPr/>
    </dgm:pt>
    <dgm:pt modelId="{642302D4-25F5-4191-A6BD-80A90EE256CB}" type="pres">
      <dgm:prSet presAssocID="{218DF31D-CF8B-459F-887A-8E793F7A6593}" presName="hierRoot2" presStyleCnt="0">
        <dgm:presLayoutVars>
          <dgm:hierBranch val="init"/>
        </dgm:presLayoutVars>
      </dgm:prSet>
      <dgm:spPr/>
    </dgm:pt>
    <dgm:pt modelId="{B324F531-5460-45CD-AD63-4E1D583EC186}" type="pres">
      <dgm:prSet presAssocID="{218DF31D-CF8B-459F-887A-8E793F7A6593}" presName="rootComposite" presStyleCnt="0"/>
      <dgm:spPr/>
    </dgm:pt>
    <dgm:pt modelId="{0BA28261-1ED3-47EB-A7EA-310484F5DF09}" type="pres">
      <dgm:prSet presAssocID="{218DF31D-CF8B-459F-887A-8E793F7A6593}" presName="rootText" presStyleLbl="node4" presStyleIdx="5" presStyleCnt="20">
        <dgm:presLayoutVars>
          <dgm:chPref val="3"/>
        </dgm:presLayoutVars>
      </dgm:prSet>
      <dgm:spPr/>
    </dgm:pt>
    <dgm:pt modelId="{1F3D57A6-91D2-48AA-B105-E07306DABA2F}" type="pres">
      <dgm:prSet presAssocID="{218DF31D-CF8B-459F-887A-8E793F7A6593}" presName="rootConnector" presStyleLbl="node4" presStyleIdx="5" presStyleCnt="20"/>
      <dgm:spPr/>
    </dgm:pt>
    <dgm:pt modelId="{E693CDA9-254D-4703-B79E-4F8CEA104BCE}" type="pres">
      <dgm:prSet presAssocID="{218DF31D-CF8B-459F-887A-8E793F7A6593}" presName="hierChild4" presStyleCnt="0"/>
      <dgm:spPr/>
    </dgm:pt>
    <dgm:pt modelId="{DF5FB862-76EA-4FBD-97DB-876FA1B4C7A5}" type="pres">
      <dgm:prSet presAssocID="{BCC45095-3A8B-4CB4-9AE4-6772688B37EF}" presName="Name64" presStyleLbl="parChTrans1D4" presStyleIdx="6" presStyleCnt="20"/>
      <dgm:spPr/>
    </dgm:pt>
    <dgm:pt modelId="{929D98B8-E1AF-4AB0-A72E-45EB1F9E4936}" type="pres">
      <dgm:prSet presAssocID="{7BFC5FFE-8955-4513-8485-C479782305F9}" presName="hierRoot2" presStyleCnt="0">
        <dgm:presLayoutVars>
          <dgm:hierBranch val="init"/>
        </dgm:presLayoutVars>
      </dgm:prSet>
      <dgm:spPr/>
    </dgm:pt>
    <dgm:pt modelId="{94CE8272-7C92-4520-8B2F-7E2EACAF34CA}" type="pres">
      <dgm:prSet presAssocID="{7BFC5FFE-8955-4513-8485-C479782305F9}" presName="rootComposite" presStyleCnt="0"/>
      <dgm:spPr/>
    </dgm:pt>
    <dgm:pt modelId="{B509227D-8391-4FEA-8798-380D7D9E41EE}" type="pres">
      <dgm:prSet presAssocID="{7BFC5FFE-8955-4513-8485-C479782305F9}" presName="rootText" presStyleLbl="node4" presStyleIdx="6" presStyleCnt="20">
        <dgm:presLayoutVars>
          <dgm:chPref val="3"/>
        </dgm:presLayoutVars>
      </dgm:prSet>
      <dgm:spPr/>
    </dgm:pt>
    <dgm:pt modelId="{13AAB80B-89C4-451F-A39D-CC96E0BE201C}" type="pres">
      <dgm:prSet presAssocID="{7BFC5FFE-8955-4513-8485-C479782305F9}" presName="rootConnector" presStyleLbl="node4" presStyleIdx="6" presStyleCnt="20"/>
      <dgm:spPr/>
    </dgm:pt>
    <dgm:pt modelId="{037CCFC1-A766-48DA-8CDC-17C070D2D1E8}" type="pres">
      <dgm:prSet presAssocID="{7BFC5FFE-8955-4513-8485-C479782305F9}" presName="hierChild4" presStyleCnt="0"/>
      <dgm:spPr/>
    </dgm:pt>
    <dgm:pt modelId="{0637968F-433B-4694-843C-7733D3911379}" type="pres">
      <dgm:prSet presAssocID="{7BFC5FFE-8955-4513-8485-C479782305F9}" presName="hierChild5" presStyleCnt="0"/>
      <dgm:spPr/>
    </dgm:pt>
    <dgm:pt modelId="{2EBC82D9-8CA9-4573-B5A3-42C5FAEEF36B}" type="pres">
      <dgm:prSet presAssocID="{218DF31D-CF8B-459F-887A-8E793F7A6593}" presName="hierChild5" presStyleCnt="0"/>
      <dgm:spPr/>
    </dgm:pt>
    <dgm:pt modelId="{7B4852E4-0821-4A98-95F4-9B67008C205D}" type="pres">
      <dgm:prSet presAssocID="{24C79789-50A6-4247-997A-B75D020D2C6D}" presName="hierChild5" presStyleCnt="0"/>
      <dgm:spPr/>
    </dgm:pt>
    <dgm:pt modelId="{259DBE4E-D122-4206-8EBC-C98CAAF97ECC}" type="pres">
      <dgm:prSet presAssocID="{C7EBEF87-5076-4181-B19B-8AD6A127BA45}" presName="Name64" presStyleLbl="parChTrans1D3" presStyleIdx="4" presStyleCnt="13"/>
      <dgm:spPr/>
    </dgm:pt>
    <dgm:pt modelId="{2768B59B-453A-42A2-85F9-75C2F9E31EB2}" type="pres">
      <dgm:prSet presAssocID="{6A27566D-5E2B-4C81-8C09-639ED0AF984B}" presName="hierRoot2" presStyleCnt="0">
        <dgm:presLayoutVars>
          <dgm:hierBranch val="init"/>
        </dgm:presLayoutVars>
      </dgm:prSet>
      <dgm:spPr/>
    </dgm:pt>
    <dgm:pt modelId="{AA82314E-5F22-45DE-BE38-64D9F48D91DF}" type="pres">
      <dgm:prSet presAssocID="{6A27566D-5E2B-4C81-8C09-639ED0AF984B}" presName="rootComposite" presStyleCnt="0"/>
      <dgm:spPr/>
    </dgm:pt>
    <dgm:pt modelId="{7E303F30-9711-4703-9E93-53900C059588}" type="pres">
      <dgm:prSet presAssocID="{6A27566D-5E2B-4C81-8C09-639ED0AF984B}" presName="rootText" presStyleLbl="node3" presStyleIdx="4" presStyleCnt="13">
        <dgm:presLayoutVars>
          <dgm:chPref val="3"/>
        </dgm:presLayoutVars>
      </dgm:prSet>
      <dgm:spPr/>
    </dgm:pt>
    <dgm:pt modelId="{6B320540-8EFC-424C-87BB-7A322C848E8D}" type="pres">
      <dgm:prSet presAssocID="{6A27566D-5E2B-4C81-8C09-639ED0AF984B}" presName="rootConnector" presStyleLbl="node3" presStyleIdx="4" presStyleCnt="13"/>
      <dgm:spPr/>
    </dgm:pt>
    <dgm:pt modelId="{3A41FAFC-2989-4EED-BB19-C23AE601C621}" type="pres">
      <dgm:prSet presAssocID="{6A27566D-5E2B-4C81-8C09-639ED0AF984B}" presName="hierChild4" presStyleCnt="0"/>
      <dgm:spPr/>
    </dgm:pt>
    <dgm:pt modelId="{95CF0774-536B-4F9D-A2E5-78BCC760D370}" type="pres">
      <dgm:prSet presAssocID="{76476CBF-B102-41E4-9248-4221376F70AF}" presName="Name64" presStyleLbl="parChTrans1D4" presStyleIdx="7" presStyleCnt="20"/>
      <dgm:spPr/>
    </dgm:pt>
    <dgm:pt modelId="{ECC1C45E-B00C-4A59-AEB9-1F953F5C00A3}" type="pres">
      <dgm:prSet presAssocID="{A396E0BF-DF91-4BCD-8AC5-B6EA0224F397}" presName="hierRoot2" presStyleCnt="0">
        <dgm:presLayoutVars>
          <dgm:hierBranch val="init"/>
        </dgm:presLayoutVars>
      </dgm:prSet>
      <dgm:spPr/>
    </dgm:pt>
    <dgm:pt modelId="{08A8723F-9790-4D05-9A7F-A695DD54ADA0}" type="pres">
      <dgm:prSet presAssocID="{A396E0BF-DF91-4BCD-8AC5-B6EA0224F397}" presName="rootComposite" presStyleCnt="0"/>
      <dgm:spPr/>
    </dgm:pt>
    <dgm:pt modelId="{2A231453-FF0D-443D-87E8-87257BA9B0EE}" type="pres">
      <dgm:prSet presAssocID="{A396E0BF-DF91-4BCD-8AC5-B6EA0224F397}" presName="rootText" presStyleLbl="node4" presStyleIdx="7" presStyleCnt="20">
        <dgm:presLayoutVars>
          <dgm:chPref val="3"/>
        </dgm:presLayoutVars>
      </dgm:prSet>
      <dgm:spPr/>
    </dgm:pt>
    <dgm:pt modelId="{0A0759F7-AEC9-45E6-B0C9-C7C1A3150A4F}" type="pres">
      <dgm:prSet presAssocID="{A396E0BF-DF91-4BCD-8AC5-B6EA0224F397}" presName="rootConnector" presStyleLbl="node4" presStyleIdx="7" presStyleCnt="20"/>
      <dgm:spPr/>
    </dgm:pt>
    <dgm:pt modelId="{F155B652-50D0-4E33-B58C-7DC296E2D5F0}" type="pres">
      <dgm:prSet presAssocID="{A396E0BF-DF91-4BCD-8AC5-B6EA0224F397}" presName="hierChild4" presStyleCnt="0"/>
      <dgm:spPr/>
    </dgm:pt>
    <dgm:pt modelId="{B3A37EE4-B0F0-4588-A807-3153A2E69F69}" type="pres">
      <dgm:prSet presAssocID="{A396E0BF-DF91-4BCD-8AC5-B6EA0224F397}" presName="hierChild5" presStyleCnt="0"/>
      <dgm:spPr/>
    </dgm:pt>
    <dgm:pt modelId="{485D3EB7-314F-4C91-B2D4-8AB5126CF5BB}" type="pres">
      <dgm:prSet presAssocID="{6A27566D-5E2B-4C81-8C09-639ED0AF984B}" presName="hierChild5" presStyleCnt="0"/>
      <dgm:spPr/>
    </dgm:pt>
    <dgm:pt modelId="{5D734C8D-E40C-4BF2-A310-8A858AE1F314}" type="pres">
      <dgm:prSet presAssocID="{4A1ABC62-FD06-4AC0-BC51-20F24998E5FF}" presName="Name64" presStyleLbl="parChTrans1D3" presStyleIdx="5" presStyleCnt="13"/>
      <dgm:spPr/>
    </dgm:pt>
    <dgm:pt modelId="{A6B1FB9B-052B-489F-9CB1-187B6E579E3C}" type="pres">
      <dgm:prSet presAssocID="{7170B3D7-7385-4271-BFDD-77BDCB4B9D7D}" presName="hierRoot2" presStyleCnt="0">
        <dgm:presLayoutVars>
          <dgm:hierBranch val="init"/>
        </dgm:presLayoutVars>
      </dgm:prSet>
      <dgm:spPr/>
    </dgm:pt>
    <dgm:pt modelId="{FF477795-AE90-4627-9E54-30BBA876CAB3}" type="pres">
      <dgm:prSet presAssocID="{7170B3D7-7385-4271-BFDD-77BDCB4B9D7D}" presName="rootComposite" presStyleCnt="0"/>
      <dgm:spPr/>
    </dgm:pt>
    <dgm:pt modelId="{3D02A4C7-D3F8-46A9-BF13-B91E1207C679}" type="pres">
      <dgm:prSet presAssocID="{7170B3D7-7385-4271-BFDD-77BDCB4B9D7D}" presName="rootText" presStyleLbl="node3" presStyleIdx="5" presStyleCnt="13">
        <dgm:presLayoutVars>
          <dgm:chPref val="3"/>
        </dgm:presLayoutVars>
      </dgm:prSet>
      <dgm:spPr/>
    </dgm:pt>
    <dgm:pt modelId="{75AB063C-95C2-4D08-BD75-E990F011A243}" type="pres">
      <dgm:prSet presAssocID="{7170B3D7-7385-4271-BFDD-77BDCB4B9D7D}" presName="rootConnector" presStyleLbl="node3" presStyleIdx="5" presStyleCnt="13"/>
      <dgm:spPr/>
    </dgm:pt>
    <dgm:pt modelId="{896FC98F-C18B-48B6-9368-6A4224F8D339}" type="pres">
      <dgm:prSet presAssocID="{7170B3D7-7385-4271-BFDD-77BDCB4B9D7D}" presName="hierChild4" presStyleCnt="0"/>
      <dgm:spPr/>
    </dgm:pt>
    <dgm:pt modelId="{DF3D6495-4140-4D40-8D35-ABD35584EF53}" type="pres">
      <dgm:prSet presAssocID="{B777D164-DD56-45DE-9496-BC18234B1690}" presName="Name64" presStyleLbl="parChTrans1D4" presStyleIdx="8" presStyleCnt="20"/>
      <dgm:spPr/>
    </dgm:pt>
    <dgm:pt modelId="{D14D68CC-E066-4447-90AF-4E5C4D91C745}" type="pres">
      <dgm:prSet presAssocID="{6D41F822-3F5E-498D-8427-D9976FC14949}" presName="hierRoot2" presStyleCnt="0">
        <dgm:presLayoutVars>
          <dgm:hierBranch val="init"/>
        </dgm:presLayoutVars>
      </dgm:prSet>
      <dgm:spPr/>
    </dgm:pt>
    <dgm:pt modelId="{4CB1C44D-18C1-45B3-8B69-3E34236607C4}" type="pres">
      <dgm:prSet presAssocID="{6D41F822-3F5E-498D-8427-D9976FC14949}" presName="rootComposite" presStyleCnt="0"/>
      <dgm:spPr/>
    </dgm:pt>
    <dgm:pt modelId="{90D35EA2-A25D-449A-8C0B-91C81C67A50C}" type="pres">
      <dgm:prSet presAssocID="{6D41F822-3F5E-498D-8427-D9976FC14949}" presName="rootText" presStyleLbl="node4" presStyleIdx="8" presStyleCnt="20">
        <dgm:presLayoutVars>
          <dgm:chPref val="3"/>
        </dgm:presLayoutVars>
      </dgm:prSet>
      <dgm:spPr/>
    </dgm:pt>
    <dgm:pt modelId="{89FD8EE9-AA60-48A6-9D40-0DBE92C02DE0}" type="pres">
      <dgm:prSet presAssocID="{6D41F822-3F5E-498D-8427-D9976FC14949}" presName="rootConnector" presStyleLbl="node4" presStyleIdx="8" presStyleCnt="20"/>
      <dgm:spPr/>
    </dgm:pt>
    <dgm:pt modelId="{53B6FEF6-D5AE-485A-8D43-4347859156E9}" type="pres">
      <dgm:prSet presAssocID="{6D41F822-3F5E-498D-8427-D9976FC14949}" presName="hierChild4" presStyleCnt="0"/>
      <dgm:spPr/>
    </dgm:pt>
    <dgm:pt modelId="{6077FBBF-C54E-456A-B261-7861B4F23FB0}" type="pres">
      <dgm:prSet presAssocID="{6D41F822-3F5E-498D-8427-D9976FC14949}" presName="hierChild5" presStyleCnt="0"/>
      <dgm:spPr/>
    </dgm:pt>
    <dgm:pt modelId="{293C3232-9283-4A76-99D0-ACC9F33364EB}" type="pres">
      <dgm:prSet presAssocID="{7170B3D7-7385-4271-BFDD-77BDCB4B9D7D}" presName="hierChild5" presStyleCnt="0"/>
      <dgm:spPr/>
    </dgm:pt>
    <dgm:pt modelId="{0B06169F-9F61-42D6-8ABC-16C0E3ADE867}" type="pres">
      <dgm:prSet presAssocID="{9A4F48F6-BCF9-4165-AF3C-7C7BA667FA27}" presName="hierChild5" presStyleCnt="0"/>
      <dgm:spPr/>
    </dgm:pt>
    <dgm:pt modelId="{87CE32BE-E790-4C1C-A724-8399427B532F}" type="pres">
      <dgm:prSet presAssocID="{C4BC2D65-C06B-4D32-962C-942429050144}" presName="Name64" presStyleLbl="parChTrans1D2" presStyleIdx="1" presStyleCnt="5"/>
      <dgm:spPr/>
    </dgm:pt>
    <dgm:pt modelId="{DF6F6EFF-03DB-45D7-9A74-CFE192F02E5B}" type="pres">
      <dgm:prSet presAssocID="{23D84297-71D0-47C1-8874-FF344216EAC8}" presName="hierRoot2" presStyleCnt="0">
        <dgm:presLayoutVars>
          <dgm:hierBranch val="init"/>
        </dgm:presLayoutVars>
      </dgm:prSet>
      <dgm:spPr/>
    </dgm:pt>
    <dgm:pt modelId="{88B72410-4735-4833-900A-AE12330D8502}" type="pres">
      <dgm:prSet presAssocID="{23D84297-71D0-47C1-8874-FF344216EAC8}" presName="rootComposite" presStyleCnt="0"/>
      <dgm:spPr/>
    </dgm:pt>
    <dgm:pt modelId="{8C63EC56-3637-4380-B189-D0B66ADCD3F7}" type="pres">
      <dgm:prSet presAssocID="{23D84297-71D0-47C1-8874-FF344216EAC8}" presName="rootText" presStyleLbl="node2" presStyleIdx="1" presStyleCnt="5">
        <dgm:presLayoutVars>
          <dgm:chPref val="3"/>
        </dgm:presLayoutVars>
      </dgm:prSet>
      <dgm:spPr/>
    </dgm:pt>
    <dgm:pt modelId="{AC252788-612D-4E9E-AE60-64A72A6D6716}" type="pres">
      <dgm:prSet presAssocID="{23D84297-71D0-47C1-8874-FF344216EAC8}" presName="rootConnector" presStyleLbl="node2" presStyleIdx="1" presStyleCnt="5"/>
      <dgm:spPr/>
    </dgm:pt>
    <dgm:pt modelId="{7DC8C575-4697-4BB3-BD29-6296054E1F4E}" type="pres">
      <dgm:prSet presAssocID="{23D84297-71D0-47C1-8874-FF344216EAC8}" presName="hierChild4" presStyleCnt="0"/>
      <dgm:spPr/>
    </dgm:pt>
    <dgm:pt modelId="{AA35ED9B-1545-493D-AB5A-2EF477C71C83}" type="pres">
      <dgm:prSet presAssocID="{23D84297-71D0-47C1-8874-FF344216EAC8}" presName="hierChild5" presStyleCnt="0"/>
      <dgm:spPr/>
    </dgm:pt>
    <dgm:pt modelId="{B62982CB-6890-46C2-886C-0FC435E2E88A}" type="pres">
      <dgm:prSet presAssocID="{B6EFE756-66AC-4682-AE3E-4E5A980226A5}" presName="Name64" presStyleLbl="parChTrans1D2" presStyleIdx="2" presStyleCnt="5"/>
      <dgm:spPr/>
    </dgm:pt>
    <dgm:pt modelId="{2B3438B6-C4AF-4776-9B02-580A7BE79A50}" type="pres">
      <dgm:prSet presAssocID="{9DFAA83C-0ED7-4C5D-908E-2A02657C3D57}" presName="hierRoot2" presStyleCnt="0">
        <dgm:presLayoutVars>
          <dgm:hierBranch val="init"/>
        </dgm:presLayoutVars>
      </dgm:prSet>
      <dgm:spPr/>
    </dgm:pt>
    <dgm:pt modelId="{E7A4D92D-25D1-46AE-B1D5-E3B02045B764}" type="pres">
      <dgm:prSet presAssocID="{9DFAA83C-0ED7-4C5D-908E-2A02657C3D57}" presName="rootComposite" presStyleCnt="0"/>
      <dgm:spPr/>
    </dgm:pt>
    <dgm:pt modelId="{110F79BE-B8CE-48C2-943A-1C7F5605B400}" type="pres">
      <dgm:prSet presAssocID="{9DFAA83C-0ED7-4C5D-908E-2A02657C3D57}" presName="rootText" presStyleLbl="node2" presStyleIdx="2" presStyleCnt="5">
        <dgm:presLayoutVars>
          <dgm:chPref val="3"/>
        </dgm:presLayoutVars>
      </dgm:prSet>
      <dgm:spPr/>
    </dgm:pt>
    <dgm:pt modelId="{B8476156-8F22-41DE-9C5C-CDA42789A7C4}" type="pres">
      <dgm:prSet presAssocID="{9DFAA83C-0ED7-4C5D-908E-2A02657C3D57}" presName="rootConnector" presStyleLbl="node2" presStyleIdx="2" presStyleCnt="5"/>
      <dgm:spPr/>
    </dgm:pt>
    <dgm:pt modelId="{E94EFD84-5C54-40D8-9A8F-C38CEAB04081}" type="pres">
      <dgm:prSet presAssocID="{9DFAA83C-0ED7-4C5D-908E-2A02657C3D57}" presName="hierChild4" presStyleCnt="0"/>
      <dgm:spPr/>
    </dgm:pt>
    <dgm:pt modelId="{6B2D008C-CA97-4972-8B5B-45081F19E3EC}" type="pres">
      <dgm:prSet presAssocID="{A901081C-4D82-49A2-9AF0-FDB6D79D7219}" presName="Name64" presStyleLbl="parChTrans1D3" presStyleIdx="6" presStyleCnt="13"/>
      <dgm:spPr/>
    </dgm:pt>
    <dgm:pt modelId="{7D941C44-EDB9-43A1-8B0D-A42E00E86928}" type="pres">
      <dgm:prSet presAssocID="{E0F095D0-0CDD-4899-95AE-C151B28DF4D1}" presName="hierRoot2" presStyleCnt="0">
        <dgm:presLayoutVars>
          <dgm:hierBranch val="init"/>
        </dgm:presLayoutVars>
      </dgm:prSet>
      <dgm:spPr/>
    </dgm:pt>
    <dgm:pt modelId="{37131C8B-8B5A-45A5-BF77-ACCEECE3D803}" type="pres">
      <dgm:prSet presAssocID="{E0F095D0-0CDD-4899-95AE-C151B28DF4D1}" presName="rootComposite" presStyleCnt="0"/>
      <dgm:spPr/>
    </dgm:pt>
    <dgm:pt modelId="{5ED98B15-1271-4C1B-BD70-D93D404A68CE}" type="pres">
      <dgm:prSet presAssocID="{E0F095D0-0CDD-4899-95AE-C151B28DF4D1}" presName="rootText" presStyleLbl="node3" presStyleIdx="6" presStyleCnt="13">
        <dgm:presLayoutVars>
          <dgm:chPref val="3"/>
        </dgm:presLayoutVars>
      </dgm:prSet>
      <dgm:spPr/>
    </dgm:pt>
    <dgm:pt modelId="{32F9F6CA-A9C9-4EC0-B487-8A6B1DDEE396}" type="pres">
      <dgm:prSet presAssocID="{E0F095D0-0CDD-4899-95AE-C151B28DF4D1}" presName="rootConnector" presStyleLbl="node3" presStyleIdx="6" presStyleCnt="13"/>
      <dgm:spPr/>
    </dgm:pt>
    <dgm:pt modelId="{6072350C-6373-4705-A9DC-82BB2DD64A3A}" type="pres">
      <dgm:prSet presAssocID="{E0F095D0-0CDD-4899-95AE-C151B28DF4D1}" presName="hierChild4" presStyleCnt="0"/>
      <dgm:spPr/>
    </dgm:pt>
    <dgm:pt modelId="{42B863AB-8FAF-4752-9099-E77932F0D395}" type="pres">
      <dgm:prSet presAssocID="{E0F095D0-0CDD-4899-95AE-C151B28DF4D1}" presName="hierChild5" presStyleCnt="0"/>
      <dgm:spPr/>
    </dgm:pt>
    <dgm:pt modelId="{A9FBC398-F630-4DAD-8DDB-C584F376881B}" type="pres">
      <dgm:prSet presAssocID="{A5F5E471-F067-43AE-8556-402C42D66216}" presName="Name64" presStyleLbl="parChTrans1D3" presStyleIdx="7" presStyleCnt="13"/>
      <dgm:spPr/>
    </dgm:pt>
    <dgm:pt modelId="{CE404325-D390-4D1D-A6D6-0523ECB0D0C3}" type="pres">
      <dgm:prSet presAssocID="{D7660C3C-E08D-431C-8EE1-9AA78C89B4A5}" presName="hierRoot2" presStyleCnt="0">
        <dgm:presLayoutVars>
          <dgm:hierBranch val="init"/>
        </dgm:presLayoutVars>
      </dgm:prSet>
      <dgm:spPr/>
    </dgm:pt>
    <dgm:pt modelId="{6857FE5E-590C-4932-8F31-20B61F623BF8}" type="pres">
      <dgm:prSet presAssocID="{D7660C3C-E08D-431C-8EE1-9AA78C89B4A5}" presName="rootComposite" presStyleCnt="0"/>
      <dgm:spPr/>
    </dgm:pt>
    <dgm:pt modelId="{E3458C5F-4332-4439-96AF-FD966B7B137A}" type="pres">
      <dgm:prSet presAssocID="{D7660C3C-E08D-431C-8EE1-9AA78C89B4A5}" presName="rootText" presStyleLbl="node3" presStyleIdx="7" presStyleCnt="13">
        <dgm:presLayoutVars>
          <dgm:chPref val="3"/>
        </dgm:presLayoutVars>
      </dgm:prSet>
      <dgm:spPr/>
    </dgm:pt>
    <dgm:pt modelId="{E64611E0-F76B-4B48-BD4A-3D9E4DE85202}" type="pres">
      <dgm:prSet presAssocID="{D7660C3C-E08D-431C-8EE1-9AA78C89B4A5}" presName="rootConnector" presStyleLbl="node3" presStyleIdx="7" presStyleCnt="13"/>
      <dgm:spPr/>
    </dgm:pt>
    <dgm:pt modelId="{178FB168-8EC0-4C39-B0F2-CBAC9954840C}" type="pres">
      <dgm:prSet presAssocID="{D7660C3C-E08D-431C-8EE1-9AA78C89B4A5}" presName="hierChild4" presStyleCnt="0"/>
      <dgm:spPr/>
    </dgm:pt>
    <dgm:pt modelId="{DB5E1FBB-4766-4187-B99E-821C906B52A9}" type="pres">
      <dgm:prSet presAssocID="{BCF3A011-CCE5-4332-B9BE-4DBB4EB90D3E}" presName="Name64" presStyleLbl="parChTrans1D4" presStyleIdx="9" presStyleCnt="20"/>
      <dgm:spPr/>
    </dgm:pt>
    <dgm:pt modelId="{10C12785-5206-46A6-BA56-0F5E579E9E0C}" type="pres">
      <dgm:prSet presAssocID="{061809CC-87E0-4E97-84A6-384BF07724D8}" presName="hierRoot2" presStyleCnt="0">
        <dgm:presLayoutVars>
          <dgm:hierBranch val="init"/>
        </dgm:presLayoutVars>
      </dgm:prSet>
      <dgm:spPr/>
    </dgm:pt>
    <dgm:pt modelId="{B50E8FAC-15A9-4F01-9686-6AD3A2985F93}" type="pres">
      <dgm:prSet presAssocID="{061809CC-87E0-4E97-84A6-384BF07724D8}" presName="rootComposite" presStyleCnt="0"/>
      <dgm:spPr/>
    </dgm:pt>
    <dgm:pt modelId="{07CF39E6-9B2B-4A5F-B780-120DD8E62C9B}" type="pres">
      <dgm:prSet presAssocID="{061809CC-87E0-4E97-84A6-384BF07724D8}" presName="rootText" presStyleLbl="node4" presStyleIdx="9" presStyleCnt="20">
        <dgm:presLayoutVars>
          <dgm:chPref val="3"/>
        </dgm:presLayoutVars>
      </dgm:prSet>
      <dgm:spPr/>
    </dgm:pt>
    <dgm:pt modelId="{B2D69DCB-202B-46EC-819A-C954631D964B}" type="pres">
      <dgm:prSet presAssocID="{061809CC-87E0-4E97-84A6-384BF07724D8}" presName="rootConnector" presStyleLbl="node4" presStyleIdx="9" presStyleCnt="20"/>
      <dgm:spPr/>
    </dgm:pt>
    <dgm:pt modelId="{39477503-7022-4EFE-910A-4D9CD5006307}" type="pres">
      <dgm:prSet presAssocID="{061809CC-87E0-4E97-84A6-384BF07724D8}" presName="hierChild4" presStyleCnt="0"/>
      <dgm:spPr/>
    </dgm:pt>
    <dgm:pt modelId="{F4508D2D-CCAA-4B6E-AD9A-E2A8D4EBB379}" type="pres">
      <dgm:prSet presAssocID="{2637AE1D-117E-454F-9D3F-416D113148BB}" presName="Name64" presStyleLbl="parChTrans1D4" presStyleIdx="10" presStyleCnt="20"/>
      <dgm:spPr/>
    </dgm:pt>
    <dgm:pt modelId="{A679DF6E-2E87-49EF-9331-294A3BA4327D}" type="pres">
      <dgm:prSet presAssocID="{F7D84224-A973-485F-ADAD-95BF5231A40B}" presName="hierRoot2" presStyleCnt="0">
        <dgm:presLayoutVars>
          <dgm:hierBranch val="init"/>
        </dgm:presLayoutVars>
      </dgm:prSet>
      <dgm:spPr/>
    </dgm:pt>
    <dgm:pt modelId="{F436D6A1-1ADA-4670-B90C-DCE011D93A3B}" type="pres">
      <dgm:prSet presAssocID="{F7D84224-A973-485F-ADAD-95BF5231A40B}" presName="rootComposite" presStyleCnt="0"/>
      <dgm:spPr/>
    </dgm:pt>
    <dgm:pt modelId="{B652EFB0-A88E-48A1-836A-A245919707FD}" type="pres">
      <dgm:prSet presAssocID="{F7D84224-A973-485F-ADAD-95BF5231A40B}" presName="rootText" presStyleLbl="node4" presStyleIdx="10" presStyleCnt="20">
        <dgm:presLayoutVars>
          <dgm:chPref val="3"/>
        </dgm:presLayoutVars>
      </dgm:prSet>
      <dgm:spPr/>
    </dgm:pt>
    <dgm:pt modelId="{DC81B629-CD82-4B25-9F47-C4E4D420D1AE}" type="pres">
      <dgm:prSet presAssocID="{F7D84224-A973-485F-ADAD-95BF5231A40B}" presName="rootConnector" presStyleLbl="node4" presStyleIdx="10" presStyleCnt="20"/>
      <dgm:spPr/>
    </dgm:pt>
    <dgm:pt modelId="{6D88FD24-272B-4F88-85DA-3D20C3E257B3}" type="pres">
      <dgm:prSet presAssocID="{F7D84224-A973-485F-ADAD-95BF5231A40B}" presName="hierChild4" presStyleCnt="0"/>
      <dgm:spPr/>
    </dgm:pt>
    <dgm:pt modelId="{06F8F34C-15EC-4471-A6D4-438E4D10EB3A}" type="pres">
      <dgm:prSet presAssocID="{F7D84224-A973-485F-ADAD-95BF5231A40B}" presName="hierChild5" presStyleCnt="0"/>
      <dgm:spPr/>
    </dgm:pt>
    <dgm:pt modelId="{B8B3B9BF-9701-4947-ACE9-1AEAD028B857}" type="pres">
      <dgm:prSet presAssocID="{061809CC-87E0-4E97-84A6-384BF07724D8}" presName="hierChild5" presStyleCnt="0"/>
      <dgm:spPr/>
    </dgm:pt>
    <dgm:pt modelId="{A70F5440-1532-4A1D-A6B4-AF69FBE58D12}" type="pres">
      <dgm:prSet presAssocID="{45EF24BF-2957-4968-9E77-C679A38F2BE0}" presName="Name64" presStyleLbl="parChTrans1D4" presStyleIdx="11" presStyleCnt="20"/>
      <dgm:spPr/>
    </dgm:pt>
    <dgm:pt modelId="{EC40E019-0120-4F45-94FE-CCD6C60DCCFC}" type="pres">
      <dgm:prSet presAssocID="{CD4954CC-F1E7-474A-9C14-897F60DC4DA4}" presName="hierRoot2" presStyleCnt="0">
        <dgm:presLayoutVars>
          <dgm:hierBranch val="init"/>
        </dgm:presLayoutVars>
      </dgm:prSet>
      <dgm:spPr/>
    </dgm:pt>
    <dgm:pt modelId="{E12CBF1C-8ECA-451E-8BF7-19C54F17F51C}" type="pres">
      <dgm:prSet presAssocID="{CD4954CC-F1E7-474A-9C14-897F60DC4DA4}" presName="rootComposite" presStyleCnt="0"/>
      <dgm:spPr/>
    </dgm:pt>
    <dgm:pt modelId="{1D1D8692-63AE-448E-8E39-430F6A4B46BF}" type="pres">
      <dgm:prSet presAssocID="{CD4954CC-F1E7-474A-9C14-897F60DC4DA4}" presName="rootText" presStyleLbl="node4" presStyleIdx="11" presStyleCnt="20">
        <dgm:presLayoutVars>
          <dgm:chPref val="3"/>
        </dgm:presLayoutVars>
      </dgm:prSet>
      <dgm:spPr/>
    </dgm:pt>
    <dgm:pt modelId="{18E21695-07C6-4F19-99E8-D16CE3157C9B}" type="pres">
      <dgm:prSet presAssocID="{CD4954CC-F1E7-474A-9C14-897F60DC4DA4}" presName="rootConnector" presStyleLbl="node4" presStyleIdx="11" presStyleCnt="20"/>
      <dgm:spPr/>
    </dgm:pt>
    <dgm:pt modelId="{3BDF94F5-1D25-402E-8247-6F898723BBB9}" type="pres">
      <dgm:prSet presAssocID="{CD4954CC-F1E7-474A-9C14-897F60DC4DA4}" presName="hierChild4" presStyleCnt="0"/>
      <dgm:spPr/>
    </dgm:pt>
    <dgm:pt modelId="{CA242517-F53F-48F5-B2BD-3695E5DF74DD}" type="pres">
      <dgm:prSet presAssocID="{04012DFC-77A8-4A46-B858-7332CB8C84A1}" presName="Name64" presStyleLbl="parChTrans1D4" presStyleIdx="12" presStyleCnt="20"/>
      <dgm:spPr/>
    </dgm:pt>
    <dgm:pt modelId="{C4BC5194-FE1C-4020-9B78-BED164EFDC75}" type="pres">
      <dgm:prSet presAssocID="{6D92348B-BF22-4F09-BD16-E4E9FEADFB32}" presName="hierRoot2" presStyleCnt="0">
        <dgm:presLayoutVars>
          <dgm:hierBranch val="init"/>
        </dgm:presLayoutVars>
      </dgm:prSet>
      <dgm:spPr/>
    </dgm:pt>
    <dgm:pt modelId="{6F6AD7DC-1E5E-41D5-81EA-F136CC76DE3B}" type="pres">
      <dgm:prSet presAssocID="{6D92348B-BF22-4F09-BD16-E4E9FEADFB32}" presName="rootComposite" presStyleCnt="0"/>
      <dgm:spPr/>
    </dgm:pt>
    <dgm:pt modelId="{CF184D97-6870-475F-82DD-C951C974B444}" type="pres">
      <dgm:prSet presAssocID="{6D92348B-BF22-4F09-BD16-E4E9FEADFB32}" presName="rootText" presStyleLbl="node4" presStyleIdx="12" presStyleCnt="20">
        <dgm:presLayoutVars>
          <dgm:chPref val="3"/>
        </dgm:presLayoutVars>
      </dgm:prSet>
      <dgm:spPr/>
    </dgm:pt>
    <dgm:pt modelId="{368DE4E4-C42A-435E-AD32-88164C04A62F}" type="pres">
      <dgm:prSet presAssocID="{6D92348B-BF22-4F09-BD16-E4E9FEADFB32}" presName="rootConnector" presStyleLbl="node4" presStyleIdx="12" presStyleCnt="20"/>
      <dgm:spPr/>
    </dgm:pt>
    <dgm:pt modelId="{2F5EE40E-768E-468A-97CB-B7D089D3E5A6}" type="pres">
      <dgm:prSet presAssocID="{6D92348B-BF22-4F09-BD16-E4E9FEADFB32}" presName="hierChild4" presStyleCnt="0"/>
      <dgm:spPr/>
    </dgm:pt>
    <dgm:pt modelId="{3527D649-6D94-44F6-949B-641733A2557F}" type="pres">
      <dgm:prSet presAssocID="{6D92348B-BF22-4F09-BD16-E4E9FEADFB32}" presName="hierChild5" presStyleCnt="0"/>
      <dgm:spPr/>
    </dgm:pt>
    <dgm:pt modelId="{A67D8E25-55D4-42F5-B7CB-B526BAD5CB0E}" type="pres">
      <dgm:prSet presAssocID="{CD4954CC-F1E7-474A-9C14-897F60DC4DA4}" presName="hierChild5" presStyleCnt="0"/>
      <dgm:spPr/>
    </dgm:pt>
    <dgm:pt modelId="{D097B0BF-81C7-4309-9852-2E865B8B14EA}" type="pres">
      <dgm:prSet presAssocID="{D7660C3C-E08D-431C-8EE1-9AA78C89B4A5}" presName="hierChild5" presStyleCnt="0"/>
      <dgm:spPr/>
    </dgm:pt>
    <dgm:pt modelId="{0F92594C-0E70-43C7-B781-9ACAC2BFB8E4}" type="pres">
      <dgm:prSet presAssocID="{7F41646D-7809-44F5-B24B-6E191227AD5F}" presName="Name64" presStyleLbl="parChTrans1D3" presStyleIdx="8" presStyleCnt="13"/>
      <dgm:spPr/>
    </dgm:pt>
    <dgm:pt modelId="{F49CA836-44E5-4C40-8AC4-2AE0EF430965}" type="pres">
      <dgm:prSet presAssocID="{C499CC0F-4E7A-4FEC-97EE-0BDE6BB4004A}" presName="hierRoot2" presStyleCnt="0">
        <dgm:presLayoutVars>
          <dgm:hierBranch val="init"/>
        </dgm:presLayoutVars>
      </dgm:prSet>
      <dgm:spPr/>
    </dgm:pt>
    <dgm:pt modelId="{FDE5C0D2-1D67-4212-86C6-397D790596CF}" type="pres">
      <dgm:prSet presAssocID="{C499CC0F-4E7A-4FEC-97EE-0BDE6BB4004A}" presName="rootComposite" presStyleCnt="0"/>
      <dgm:spPr/>
    </dgm:pt>
    <dgm:pt modelId="{FD314EC3-FAF3-42D4-B72F-81E23652E3D9}" type="pres">
      <dgm:prSet presAssocID="{C499CC0F-4E7A-4FEC-97EE-0BDE6BB4004A}" presName="rootText" presStyleLbl="node3" presStyleIdx="8" presStyleCnt="13">
        <dgm:presLayoutVars>
          <dgm:chPref val="3"/>
        </dgm:presLayoutVars>
      </dgm:prSet>
      <dgm:spPr/>
    </dgm:pt>
    <dgm:pt modelId="{3FD13D51-28CB-4ACA-8CF5-784F6B0C3075}" type="pres">
      <dgm:prSet presAssocID="{C499CC0F-4E7A-4FEC-97EE-0BDE6BB4004A}" presName="rootConnector" presStyleLbl="node3" presStyleIdx="8" presStyleCnt="13"/>
      <dgm:spPr/>
    </dgm:pt>
    <dgm:pt modelId="{16EE9FFA-E407-4775-9823-E76B3F7213DD}" type="pres">
      <dgm:prSet presAssocID="{C499CC0F-4E7A-4FEC-97EE-0BDE6BB4004A}" presName="hierChild4" presStyleCnt="0"/>
      <dgm:spPr/>
    </dgm:pt>
    <dgm:pt modelId="{7E682426-9DD9-499F-8054-AD080EABE950}" type="pres">
      <dgm:prSet presAssocID="{37ECD93D-C6A9-4F2D-B4DF-3F071835E72F}" presName="Name64" presStyleLbl="parChTrans1D4" presStyleIdx="13" presStyleCnt="20"/>
      <dgm:spPr/>
    </dgm:pt>
    <dgm:pt modelId="{9AE62F2E-6CB3-4473-B405-A3BA1D9BFA8A}" type="pres">
      <dgm:prSet presAssocID="{38A0B2E5-D90D-4428-806C-7CCE3CC93BD2}" presName="hierRoot2" presStyleCnt="0">
        <dgm:presLayoutVars>
          <dgm:hierBranch val="init"/>
        </dgm:presLayoutVars>
      </dgm:prSet>
      <dgm:spPr/>
    </dgm:pt>
    <dgm:pt modelId="{2D6DC72C-5D67-49D0-B044-6D2B7E2D9CA6}" type="pres">
      <dgm:prSet presAssocID="{38A0B2E5-D90D-4428-806C-7CCE3CC93BD2}" presName="rootComposite" presStyleCnt="0"/>
      <dgm:spPr/>
    </dgm:pt>
    <dgm:pt modelId="{2CFF43AD-E638-48CC-A1A6-213BB3000388}" type="pres">
      <dgm:prSet presAssocID="{38A0B2E5-D90D-4428-806C-7CCE3CC93BD2}" presName="rootText" presStyleLbl="node4" presStyleIdx="13" presStyleCnt="20">
        <dgm:presLayoutVars>
          <dgm:chPref val="3"/>
        </dgm:presLayoutVars>
      </dgm:prSet>
      <dgm:spPr/>
    </dgm:pt>
    <dgm:pt modelId="{47B80075-7A99-4CC4-8E04-7AE4D94B5491}" type="pres">
      <dgm:prSet presAssocID="{38A0B2E5-D90D-4428-806C-7CCE3CC93BD2}" presName="rootConnector" presStyleLbl="node4" presStyleIdx="13" presStyleCnt="20"/>
      <dgm:spPr/>
    </dgm:pt>
    <dgm:pt modelId="{2B1F2EC5-D922-47CB-9075-5C58620A91A3}" type="pres">
      <dgm:prSet presAssocID="{38A0B2E5-D90D-4428-806C-7CCE3CC93BD2}" presName="hierChild4" presStyleCnt="0"/>
      <dgm:spPr/>
    </dgm:pt>
    <dgm:pt modelId="{3CAB886C-4BD0-4321-8ECB-8E4B5608D104}" type="pres">
      <dgm:prSet presAssocID="{38A0B2E5-D90D-4428-806C-7CCE3CC93BD2}" presName="hierChild5" presStyleCnt="0"/>
      <dgm:spPr/>
    </dgm:pt>
    <dgm:pt modelId="{51EA36A6-1667-467C-86F8-B276FBB41886}" type="pres">
      <dgm:prSet presAssocID="{C499CC0F-4E7A-4FEC-97EE-0BDE6BB4004A}" presName="hierChild5" presStyleCnt="0"/>
      <dgm:spPr/>
    </dgm:pt>
    <dgm:pt modelId="{51F75AAC-642B-48ED-B19B-2EA01A0D0209}" type="pres">
      <dgm:prSet presAssocID="{A3638297-C98E-49B2-935E-46CEF1892D42}" presName="Name64" presStyleLbl="parChTrans1D3" presStyleIdx="9" presStyleCnt="13"/>
      <dgm:spPr/>
    </dgm:pt>
    <dgm:pt modelId="{BA8D7E82-10E0-4B5D-A7A8-5B403C181AAD}" type="pres">
      <dgm:prSet presAssocID="{503A382B-1D5A-4546-833B-2164E945BC79}" presName="hierRoot2" presStyleCnt="0">
        <dgm:presLayoutVars>
          <dgm:hierBranch val="init"/>
        </dgm:presLayoutVars>
      </dgm:prSet>
      <dgm:spPr/>
    </dgm:pt>
    <dgm:pt modelId="{ECA125E0-FC36-4EDC-B5F3-63E1C3C35BB0}" type="pres">
      <dgm:prSet presAssocID="{503A382B-1D5A-4546-833B-2164E945BC79}" presName="rootComposite" presStyleCnt="0"/>
      <dgm:spPr/>
    </dgm:pt>
    <dgm:pt modelId="{B7E87C89-F2A3-40BE-A158-9348331D318D}" type="pres">
      <dgm:prSet presAssocID="{503A382B-1D5A-4546-833B-2164E945BC79}" presName="rootText" presStyleLbl="node3" presStyleIdx="9" presStyleCnt="13">
        <dgm:presLayoutVars>
          <dgm:chPref val="3"/>
        </dgm:presLayoutVars>
      </dgm:prSet>
      <dgm:spPr/>
    </dgm:pt>
    <dgm:pt modelId="{F4F402F9-353D-4DAF-A0B3-B8E72F14207C}" type="pres">
      <dgm:prSet presAssocID="{503A382B-1D5A-4546-833B-2164E945BC79}" presName="rootConnector" presStyleLbl="node3" presStyleIdx="9" presStyleCnt="13"/>
      <dgm:spPr/>
    </dgm:pt>
    <dgm:pt modelId="{75DC4A39-6C23-4835-9E4D-4BC7EA472591}" type="pres">
      <dgm:prSet presAssocID="{503A382B-1D5A-4546-833B-2164E945BC79}" presName="hierChild4" presStyleCnt="0"/>
      <dgm:spPr/>
    </dgm:pt>
    <dgm:pt modelId="{893463AD-E827-4ADB-B408-E38128099076}" type="pres">
      <dgm:prSet presAssocID="{95FA36E0-4680-4632-B27E-091BE020210A}" presName="Name64" presStyleLbl="parChTrans1D4" presStyleIdx="14" presStyleCnt="20"/>
      <dgm:spPr/>
    </dgm:pt>
    <dgm:pt modelId="{34334FEB-0A74-4945-9E06-62902E13F72D}" type="pres">
      <dgm:prSet presAssocID="{1BCF77AA-6B04-4D81-9D59-6F959F70F803}" presName="hierRoot2" presStyleCnt="0">
        <dgm:presLayoutVars>
          <dgm:hierBranch val="init"/>
        </dgm:presLayoutVars>
      </dgm:prSet>
      <dgm:spPr/>
    </dgm:pt>
    <dgm:pt modelId="{0A75E738-A60A-41CD-B3C2-B6F965160774}" type="pres">
      <dgm:prSet presAssocID="{1BCF77AA-6B04-4D81-9D59-6F959F70F803}" presName="rootComposite" presStyleCnt="0"/>
      <dgm:spPr/>
    </dgm:pt>
    <dgm:pt modelId="{FD27C63C-53AB-4EF5-B065-A5CCC6683CBC}" type="pres">
      <dgm:prSet presAssocID="{1BCF77AA-6B04-4D81-9D59-6F959F70F803}" presName="rootText" presStyleLbl="node4" presStyleIdx="14" presStyleCnt="20">
        <dgm:presLayoutVars>
          <dgm:chPref val="3"/>
        </dgm:presLayoutVars>
      </dgm:prSet>
      <dgm:spPr/>
    </dgm:pt>
    <dgm:pt modelId="{B81833A2-355D-431A-B42B-FFB97F5DED7E}" type="pres">
      <dgm:prSet presAssocID="{1BCF77AA-6B04-4D81-9D59-6F959F70F803}" presName="rootConnector" presStyleLbl="node4" presStyleIdx="14" presStyleCnt="20"/>
      <dgm:spPr/>
    </dgm:pt>
    <dgm:pt modelId="{B75101D1-41FE-4F79-AE84-A03090A9821A}" type="pres">
      <dgm:prSet presAssocID="{1BCF77AA-6B04-4D81-9D59-6F959F70F803}" presName="hierChild4" presStyleCnt="0"/>
      <dgm:spPr/>
    </dgm:pt>
    <dgm:pt modelId="{E2141735-2F07-4BB8-BD72-01BC72AD7827}" type="pres">
      <dgm:prSet presAssocID="{1BCF77AA-6B04-4D81-9D59-6F959F70F803}" presName="hierChild5" presStyleCnt="0"/>
      <dgm:spPr/>
    </dgm:pt>
    <dgm:pt modelId="{F121FC04-6ABC-4471-9661-93ED72B93D39}" type="pres">
      <dgm:prSet presAssocID="{503A382B-1D5A-4546-833B-2164E945BC79}" presName="hierChild5" presStyleCnt="0"/>
      <dgm:spPr/>
    </dgm:pt>
    <dgm:pt modelId="{8B19CEE5-FC4A-40A5-A7B6-1FB7479BBBE5}" type="pres">
      <dgm:prSet presAssocID="{C270D4B2-63B3-44BE-90B2-A3B79110A5BC}" presName="Name64" presStyleLbl="parChTrans1D3" presStyleIdx="10" presStyleCnt="13"/>
      <dgm:spPr/>
    </dgm:pt>
    <dgm:pt modelId="{44A8D897-8291-4E69-A253-691929D80E5E}" type="pres">
      <dgm:prSet presAssocID="{06F09080-0CCF-47DD-9F14-9B09338FC156}" presName="hierRoot2" presStyleCnt="0">
        <dgm:presLayoutVars>
          <dgm:hierBranch val="init"/>
        </dgm:presLayoutVars>
      </dgm:prSet>
      <dgm:spPr/>
    </dgm:pt>
    <dgm:pt modelId="{B29E445C-130D-466D-9BC6-3401B845091F}" type="pres">
      <dgm:prSet presAssocID="{06F09080-0CCF-47DD-9F14-9B09338FC156}" presName="rootComposite" presStyleCnt="0"/>
      <dgm:spPr/>
    </dgm:pt>
    <dgm:pt modelId="{77267FA6-0CDF-4F47-97BA-153747EF1791}" type="pres">
      <dgm:prSet presAssocID="{06F09080-0CCF-47DD-9F14-9B09338FC156}" presName="rootText" presStyleLbl="node3" presStyleIdx="10" presStyleCnt="13">
        <dgm:presLayoutVars>
          <dgm:chPref val="3"/>
        </dgm:presLayoutVars>
      </dgm:prSet>
      <dgm:spPr/>
    </dgm:pt>
    <dgm:pt modelId="{213124F1-A749-4DBC-85FE-5AC202AF5919}" type="pres">
      <dgm:prSet presAssocID="{06F09080-0CCF-47DD-9F14-9B09338FC156}" presName="rootConnector" presStyleLbl="node3" presStyleIdx="10" presStyleCnt="13"/>
      <dgm:spPr/>
    </dgm:pt>
    <dgm:pt modelId="{6F0A908E-CE1D-48B7-9FC6-B9C6A134D0D8}" type="pres">
      <dgm:prSet presAssocID="{06F09080-0CCF-47DD-9F14-9B09338FC156}" presName="hierChild4" presStyleCnt="0"/>
      <dgm:spPr/>
    </dgm:pt>
    <dgm:pt modelId="{980D180F-0C13-4DC6-B9DC-1434889638D1}" type="pres">
      <dgm:prSet presAssocID="{06F09080-0CCF-47DD-9F14-9B09338FC156}" presName="hierChild5" presStyleCnt="0"/>
      <dgm:spPr/>
    </dgm:pt>
    <dgm:pt modelId="{0388B9DF-2E42-4F52-A48F-58CC2C71E622}" type="pres">
      <dgm:prSet presAssocID="{9DFAA83C-0ED7-4C5D-908E-2A02657C3D57}" presName="hierChild5" presStyleCnt="0"/>
      <dgm:spPr/>
    </dgm:pt>
    <dgm:pt modelId="{68ED52F3-D00D-4FBA-A7F0-19107FBE0261}" type="pres">
      <dgm:prSet presAssocID="{880276D0-EB74-4489-85C7-23E81AC85430}" presName="Name64" presStyleLbl="parChTrans1D2" presStyleIdx="3" presStyleCnt="5"/>
      <dgm:spPr/>
    </dgm:pt>
    <dgm:pt modelId="{64BE223F-5889-4D6D-A0F4-BB63E949CCCB}" type="pres">
      <dgm:prSet presAssocID="{CA6200AF-7336-4AB8-A4E9-530BC5027306}" presName="hierRoot2" presStyleCnt="0">
        <dgm:presLayoutVars>
          <dgm:hierBranch val="init"/>
        </dgm:presLayoutVars>
      </dgm:prSet>
      <dgm:spPr/>
    </dgm:pt>
    <dgm:pt modelId="{0650E139-1253-4EAC-B9BF-AAABDAC4C50A}" type="pres">
      <dgm:prSet presAssocID="{CA6200AF-7336-4AB8-A4E9-530BC5027306}" presName="rootComposite" presStyleCnt="0"/>
      <dgm:spPr/>
    </dgm:pt>
    <dgm:pt modelId="{F727FD69-DA36-400A-9A17-E435D30B6294}" type="pres">
      <dgm:prSet presAssocID="{CA6200AF-7336-4AB8-A4E9-530BC5027306}" presName="rootText" presStyleLbl="node2" presStyleIdx="3" presStyleCnt="5">
        <dgm:presLayoutVars>
          <dgm:chPref val="3"/>
        </dgm:presLayoutVars>
      </dgm:prSet>
      <dgm:spPr/>
    </dgm:pt>
    <dgm:pt modelId="{2CB5E2D1-00D5-4B61-9756-D570A792B6B1}" type="pres">
      <dgm:prSet presAssocID="{CA6200AF-7336-4AB8-A4E9-530BC5027306}" presName="rootConnector" presStyleLbl="node2" presStyleIdx="3" presStyleCnt="5"/>
      <dgm:spPr/>
    </dgm:pt>
    <dgm:pt modelId="{8C32301D-5FB8-498A-9CA5-A658480BBA39}" type="pres">
      <dgm:prSet presAssocID="{CA6200AF-7336-4AB8-A4E9-530BC5027306}" presName="hierChild4" presStyleCnt="0"/>
      <dgm:spPr/>
    </dgm:pt>
    <dgm:pt modelId="{A267EB81-E463-4D76-BE76-C7894AF884CA}" type="pres">
      <dgm:prSet presAssocID="{CA6200AF-7336-4AB8-A4E9-530BC5027306}" presName="hierChild5" presStyleCnt="0"/>
      <dgm:spPr/>
    </dgm:pt>
    <dgm:pt modelId="{C051B183-B590-41B4-8423-18A273DCC6CE}" type="pres">
      <dgm:prSet presAssocID="{76CB5FF8-DAAE-4108-8F27-58BE17CA5BF3}" presName="Name64" presStyleLbl="parChTrans1D2" presStyleIdx="4" presStyleCnt="5"/>
      <dgm:spPr/>
    </dgm:pt>
    <dgm:pt modelId="{EF252ADE-8F24-4923-893F-2FEA501546F0}" type="pres">
      <dgm:prSet presAssocID="{3B3021F4-1B88-4824-8D12-7496727C461B}" presName="hierRoot2" presStyleCnt="0">
        <dgm:presLayoutVars>
          <dgm:hierBranch val="init"/>
        </dgm:presLayoutVars>
      </dgm:prSet>
      <dgm:spPr/>
    </dgm:pt>
    <dgm:pt modelId="{05D653B7-2F99-4133-A805-BCCCAE3E9BE3}" type="pres">
      <dgm:prSet presAssocID="{3B3021F4-1B88-4824-8D12-7496727C461B}" presName="rootComposite" presStyleCnt="0"/>
      <dgm:spPr/>
    </dgm:pt>
    <dgm:pt modelId="{B027295A-93BB-4C19-A90B-553BB78E8D73}" type="pres">
      <dgm:prSet presAssocID="{3B3021F4-1B88-4824-8D12-7496727C461B}" presName="rootText" presStyleLbl="node2" presStyleIdx="4" presStyleCnt="5">
        <dgm:presLayoutVars>
          <dgm:chPref val="3"/>
        </dgm:presLayoutVars>
      </dgm:prSet>
      <dgm:spPr/>
    </dgm:pt>
    <dgm:pt modelId="{15203896-4C7D-488D-B574-8B2BB4AE209F}" type="pres">
      <dgm:prSet presAssocID="{3B3021F4-1B88-4824-8D12-7496727C461B}" presName="rootConnector" presStyleLbl="node2" presStyleIdx="4" presStyleCnt="5"/>
      <dgm:spPr/>
    </dgm:pt>
    <dgm:pt modelId="{FC909073-6875-437B-8301-7329DF9D877D}" type="pres">
      <dgm:prSet presAssocID="{3B3021F4-1B88-4824-8D12-7496727C461B}" presName="hierChild4" presStyleCnt="0"/>
      <dgm:spPr/>
    </dgm:pt>
    <dgm:pt modelId="{10EB81BB-2FAE-4863-8B61-F4C17BFFA6D6}" type="pres">
      <dgm:prSet presAssocID="{ACF9E546-FC16-43CF-809C-930B68C88DB1}" presName="Name64" presStyleLbl="parChTrans1D3" presStyleIdx="11" presStyleCnt="13"/>
      <dgm:spPr/>
    </dgm:pt>
    <dgm:pt modelId="{C46F1EF1-B875-4283-8030-8CE5A965CE21}" type="pres">
      <dgm:prSet presAssocID="{C9E721F3-3509-40BA-945D-417CE334E5F2}" presName="hierRoot2" presStyleCnt="0">
        <dgm:presLayoutVars>
          <dgm:hierBranch val="init"/>
        </dgm:presLayoutVars>
      </dgm:prSet>
      <dgm:spPr/>
    </dgm:pt>
    <dgm:pt modelId="{CB9C4A04-7D15-4A43-8BA5-EB32A8B11500}" type="pres">
      <dgm:prSet presAssocID="{C9E721F3-3509-40BA-945D-417CE334E5F2}" presName="rootComposite" presStyleCnt="0"/>
      <dgm:spPr/>
    </dgm:pt>
    <dgm:pt modelId="{490BDFA8-D452-4BE4-9F81-245774E0D158}" type="pres">
      <dgm:prSet presAssocID="{C9E721F3-3509-40BA-945D-417CE334E5F2}" presName="rootText" presStyleLbl="node3" presStyleIdx="11" presStyleCnt="13">
        <dgm:presLayoutVars>
          <dgm:chPref val="3"/>
        </dgm:presLayoutVars>
      </dgm:prSet>
      <dgm:spPr/>
    </dgm:pt>
    <dgm:pt modelId="{D1162B1B-B769-48DB-B85B-AF3C1F73D58F}" type="pres">
      <dgm:prSet presAssocID="{C9E721F3-3509-40BA-945D-417CE334E5F2}" presName="rootConnector" presStyleLbl="node3" presStyleIdx="11" presStyleCnt="13"/>
      <dgm:spPr/>
    </dgm:pt>
    <dgm:pt modelId="{DF467D77-B7F9-4F62-89A6-51F4A7058AA6}" type="pres">
      <dgm:prSet presAssocID="{C9E721F3-3509-40BA-945D-417CE334E5F2}" presName="hierChild4" presStyleCnt="0"/>
      <dgm:spPr/>
    </dgm:pt>
    <dgm:pt modelId="{E53C180E-99C8-4878-A5D0-A54393670C21}" type="pres">
      <dgm:prSet presAssocID="{5CD82464-BD85-410D-9486-CDF630216295}" presName="Name64" presStyleLbl="parChTrans1D4" presStyleIdx="15" presStyleCnt="20"/>
      <dgm:spPr/>
    </dgm:pt>
    <dgm:pt modelId="{2042EA74-39A6-4A01-BBF1-F23AE808212A}" type="pres">
      <dgm:prSet presAssocID="{97A8E0E5-1256-46F5-BDCA-CBF242F3C57E}" presName="hierRoot2" presStyleCnt="0">
        <dgm:presLayoutVars>
          <dgm:hierBranch val="init"/>
        </dgm:presLayoutVars>
      </dgm:prSet>
      <dgm:spPr/>
    </dgm:pt>
    <dgm:pt modelId="{5147FB01-2857-4113-ABC7-32880B1752A1}" type="pres">
      <dgm:prSet presAssocID="{97A8E0E5-1256-46F5-BDCA-CBF242F3C57E}" presName="rootComposite" presStyleCnt="0"/>
      <dgm:spPr/>
    </dgm:pt>
    <dgm:pt modelId="{BEB5F23A-260D-4EA4-9C52-D29289AE19DF}" type="pres">
      <dgm:prSet presAssocID="{97A8E0E5-1256-46F5-BDCA-CBF242F3C57E}" presName="rootText" presStyleLbl="node4" presStyleIdx="15" presStyleCnt="20">
        <dgm:presLayoutVars>
          <dgm:chPref val="3"/>
        </dgm:presLayoutVars>
      </dgm:prSet>
      <dgm:spPr/>
    </dgm:pt>
    <dgm:pt modelId="{B70E4C0E-1521-4091-B753-26370D64F4FD}" type="pres">
      <dgm:prSet presAssocID="{97A8E0E5-1256-46F5-BDCA-CBF242F3C57E}" presName="rootConnector" presStyleLbl="node4" presStyleIdx="15" presStyleCnt="20"/>
      <dgm:spPr/>
    </dgm:pt>
    <dgm:pt modelId="{59A16828-9F48-4DC0-B6AB-56DC66C5C14A}" type="pres">
      <dgm:prSet presAssocID="{97A8E0E5-1256-46F5-BDCA-CBF242F3C57E}" presName="hierChild4" presStyleCnt="0"/>
      <dgm:spPr/>
    </dgm:pt>
    <dgm:pt modelId="{64DA6633-6213-4B4C-9040-F2F6E0E07A92}" type="pres">
      <dgm:prSet presAssocID="{97A8E0E5-1256-46F5-BDCA-CBF242F3C57E}" presName="hierChild5" presStyleCnt="0"/>
      <dgm:spPr/>
    </dgm:pt>
    <dgm:pt modelId="{26D6FA4F-D6A5-4878-8B80-5B29006D93F2}" type="pres">
      <dgm:prSet presAssocID="{2053DD24-1A05-4174-B3A2-006AF3B872F4}" presName="Name64" presStyleLbl="parChTrans1D4" presStyleIdx="16" presStyleCnt="20"/>
      <dgm:spPr/>
    </dgm:pt>
    <dgm:pt modelId="{E5641DC2-99FE-4CFE-BBC9-8BC561313068}" type="pres">
      <dgm:prSet presAssocID="{35D396C7-832D-4310-9EFD-0CBA7534B49E}" presName="hierRoot2" presStyleCnt="0">
        <dgm:presLayoutVars>
          <dgm:hierBranch val="init"/>
        </dgm:presLayoutVars>
      </dgm:prSet>
      <dgm:spPr/>
    </dgm:pt>
    <dgm:pt modelId="{5C7EC92A-C4CB-4B99-BB1E-AAEF0913B482}" type="pres">
      <dgm:prSet presAssocID="{35D396C7-832D-4310-9EFD-0CBA7534B49E}" presName="rootComposite" presStyleCnt="0"/>
      <dgm:spPr/>
    </dgm:pt>
    <dgm:pt modelId="{15470CCD-2DC4-4446-952E-0EA1F9168293}" type="pres">
      <dgm:prSet presAssocID="{35D396C7-832D-4310-9EFD-0CBA7534B49E}" presName="rootText" presStyleLbl="node4" presStyleIdx="16" presStyleCnt="20">
        <dgm:presLayoutVars>
          <dgm:chPref val="3"/>
        </dgm:presLayoutVars>
      </dgm:prSet>
      <dgm:spPr/>
    </dgm:pt>
    <dgm:pt modelId="{C1FA8641-48D3-43B7-8727-7E323B1B501C}" type="pres">
      <dgm:prSet presAssocID="{35D396C7-832D-4310-9EFD-0CBA7534B49E}" presName="rootConnector" presStyleLbl="node4" presStyleIdx="16" presStyleCnt="20"/>
      <dgm:spPr/>
    </dgm:pt>
    <dgm:pt modelId="{C6CE1518-27B6-404B-99E1-54C509EB30D2}" type="pres">
      <dgm:prSet presAssocID="{35D396C7-832D-4310-9EFD-0CBA7534B49E}" presName="hierChild4" presStyleCnt="0"/>
      <dgm:spPr/>
    </dgm:pt>
    <dgm:pt modelId="{C2E4F5E3-2A0B-42BD-8BFA-8E7CDCB5A754}" type="pres">
      <dgm:prSet presAssocID="{455048BF-88A9-42EC-8893-BB00D9AEA4E4}" presName="Name64" presStyleLbl="parChTrans1D4" presStyleIdx="17" presStyleCnt="20"/>
      <dgm:spPr/>
    </dgm:pt>
    <dgm:pt modelId="{ABFA4637-8EA1-4BB9-A524-2A1FE95E5257}" type="pres">
      <dgm:prSet presAssocID="{BD4CBB34-BFC3-4314-AC58-360CE3F828A3}" presName="hierRoot2" presStyleCnt="0">
        <dgm:presLayoutVars>
          <dgm:hierBranch val="init"/>
        </dgm:presLayoutVars>
      </dgm:prSet>
      <dgm:spPr/>
    </dgm:pt>
    <dgm:pt modelId="{A6FDC029-0113-4C4A-9136-B1F1B01F0754}" type="pres">
      <dgm:prSet presAssocID="{BD4CBB34-BFC3-4314-AC58-360CE3F828A3}" presName="rootComposite" presStyleCnt="0"/>
      <dgm:spPr/>
    </dgm:pt>
    <dgm:pt modelId="{9921040E-A9AE-4E20-B3A7-1033725EAB32}" type="pres">
      <dgm:prSet presAssocID="{BD4CBB34-BFC3-4314-AC58-360CE3F828A3}" presName="rootText" presStyleLbl="node4" presStyleIdx="17" presStyleCnt="20">
        <dgm:presLayoutVars>
          <dgm:chPref val="3"/>
        </dgm:presLayoutVars>
      </dgm:prSet>
      <dgm:spPr/>
    </dgm:pt>
    <dgm:pt modelId="{3374B034-7516-421E-BD23-9C0F9E320F00}" type="pres">
      <dgm:prSet presAssocID="{BD4CBB34-BFC3-4314-AC58-360CE3F828A3}" presName="rootConnector" presStyleLbl="node4" presStyleIdx="17" presStyleCnt="20"/>
      <dgm:spPr/>
    </dgm:pt>
    <dgm:pt modelId="{33F80BDE-DC97-4638-BCF9-8B0A5C5B0084}" type="pres">
      <dgm:prSet presAssocID="{BD4CBB34-BFC3-4314-AC58-360CE3F828A3}" presName="hierChild4" presStyleCnt="0"/>
      <dgm:spPr/>
    </dgm:pt>
    <dgm:pt modelId="{D52B820B-8882-45A0-9A47-4DF787F724FF}" type="pres">
      <dgm:prSet presAssocID="{BD4CBB34-BFC3-4314-AC58-360CE3F828A3}" presName="hierChild5" presStyleCnt="0"/>
      <dgm:spPr/>
    </dgm:pt>
    <dgm:pt modelId="{C23208CB-8112-4EC1-8E1A-4AE7807BED36}" type="pres">
      <dgm:prSet presAssocID="{7D9BDDE8-7610-4C76-ACCC-5EF685046CB6}" presName="Name64" presStyleLbl="parChTrans1D4" presStyleIdx="18" presStyleCnt="20"/>
      <dgm:spPr/>
    </dgm:pt>
    <dgm:pt modelId="{2644546B-EA91-4559-89A5-D9CC3F2967A0}" type="pres">
      <dgm:prSet presAssocID="{D81506E7-9321-4CD6-B783-B535E14E9673}" presName="hierRoot2" presStyleCnt="0">
        <dgm:presLayoutVars>
          <dgm:hierBranch val="init"/>
        </dgm:presLayoutVars>
      </dgm:prSet>
      <dgm:spPr/>
    </dgm:pt>
    <dgm:pt modelId="{289E3FC7-5A7E-4052-A541-0F4DFDE43E38}" type="pres">
      <dgm:prSet presAssocID="{D81506E7-9321-4CD6-B783-B535E14E9673}" presName="rootComposite" presStyleCnt="0"/>
      <dgm:spPr/>
    </dgm:pt>
    <dgm:pt modelId="{4C50E7F0-CBE9-462F-A0E5-5FFE1AE84F4E}" type="pres">
      <dgm:prSet presAssocID="{D81506E7-9321-4CD6-B783-B535E14E9673}" presName="rootText" presStyleLbl="node4" presStyleIdx="18" presStyleCnt="20">
        <dgm:presLayoutVars>
          <dgm:chPref val="3"/>
        </dgm:presLayoutVars>
      </dgm:prSet>
      <dgm:spPr/>
    </dgm:pt>
    <dgm:pt modelId="{86FF5A9C-E5F2-4B8C-83BD-290D4D4AB6AC}" type="pres">
      <dgm:prSet presAssocID="{D81506E7-9321-4CD6-B783-B535E14E9673}" presName="rootConnector" presStyleLbl="node4" presStyleIdx="18" presStyleCnt="20"/>
      <dgm:spPr/>
    </dgm:pt>
    <dgm:pt modelId="{4816209B-7B93-4538-AC6F-995B7E78A1F7}" type="pres">
      <dgm:prSet presAssocID="{D81506E7-9321-4CD6-B783-B535E14E9673}" presName="hierChild4" presStyleCnt="0"/>
      <dgm:spPr/>
    </dgm:pt>
    <dgm:pt modelId="{D1E7CE6F-9E8B-40AB-83D4-2BDDA3AAD06B}" type="pres">
      <dgm:prSet presAssocID="{D81506E7-9321-4CD6-B783-B535E14E9673}" presName="hierChild5" presStyleCnt="0"/>
      <dgm:spPr/>
    </dgm:pt>
    <dgm:pt modelId="{57E71043-9BEF-45AB-827F-B88C2C0B8C64}" type="pres">
      <dgm:prSet presAssocID="{35D396C7-832D-4310-9EFD-0CBA7534B49E}" presName="hierChild5" presStyleCnt="0"/>
      <dgm:spPr/>
    </dgm:pt>
    <dgm:pt modelId="{D13F91A7-7FA0-4602-8F83-D5787EBFEB98}" type="pres">
      <dgm:prSet presAssocID="{320AF489-F490-4FB9-A435-9E69697CB6A1}" presName="Name64" presStyleLbl="parChTrans1D4" presStyleIdx="19" presStyleCnt="20"/>
      <dgm:spPr/>
    </dgm:pt>
    <dgm:pt modelId="{B5E7DA6C-2B95-499E-967F-1829236E4839}" type="pres">
      <dgm:prSet presAssocID="{73528B28-3862-4C56-BB94-20BFCA4D977C}" presName="hierRoot2" presStyleCnt="0">
        <dgm:presLayoutVars>
          <dgm:hierBranch val="init"/>
        </dgm:presLayoutVars>
      </dgm:prSet>
      <dgm:spPr/>
    </dgm:pt>
    <dgm:pt modelId="{28F73B73-C4A9-4875-95EE-9F6ED06FA340}" type="pres">
      <dgm:prSet presAssocID="{73528B28-3862-4C56-BB94-20BFCA4D977C}" presName="rootComposite" presStyleCnt="0"/>
      <dgm:spPr/>
    </dgm:pt>
    <dgm:pt modelId="{E142E4F7-A4D2-449F-AA7F-C04C088A3C1F}" type="pres">
      <dgm:prSet presAssocID="{73528B28-3862-4C56-BB94-20BFCA4D977C}" presName="rootText" presStyleLbl="node4" presStyleIdx="19" presStyleCnt="20">
        <dgm:presLayoutVars>
          <dgm:chPref val="3"/>
        </dgm:presLayoutVars>
      </dgm:prSet>
      <dgm:spPr/>
    </dgm:pt>
    <dgm:pt modelId="{74B77C7E-36E3-406E-BAC0-4831F4BABB3C}" type="pres">
      <dgm:prSet presAssocID="{73528B28-3862-4C56-BB94-20BFCA4D977C}" presName="rootConnector" presStyleLbl="node4" presStyleIdx="19" presStyleCnt="20"/>
      <dgm:spPr/>
    </dgm:pt>
    <dgm:pt modelId="{13C0BE53-A6FB-4FC3-BE13-CB6347CDFEC7}" type="pres">
      <dgm:prSet presAssocID="{73528B28-3862-4C56-BB94-20BFCA4D977C}" presName="hierChild4" presStyleCnt="0"/>
      <dgm:spPr/>
    </dgm:pt>
    <dgm:pt modelId="{AC1F50A9-4FB7-4695-9A1B-7F88EE7E2895}" type="pres">
      <dgm:prSet presAssocID="{73528B28-3862-4C56-BB94-20BFCA4D977C}" presName="hierChild5" presStyleCnt="0"/>
      <dgm:spPr/>
    </dgm:pt>
    <dgm:pt modelId="{A5C0843B-BF8C-4CD8-BFB8-B34ABB30BC41}" type="pres">
      <dgm:prSet presAssocID="{C9E721F3-3509-40BA-945D-417CE334E5F2}" presName="hierChild5" presStyleCnt="0"/>
      <dgm:spPr/>
    </dgm:pt>
    <dgm:pt modelId="{2CDAEA21-DCC4-4575-A028-8E48B86095C3}" type="pres">
      <dgm:prSet presAssocID="{7607DCFD-2AEA-4454-AD75-99E4327A6DA2}" presName="Name64" presStyleLbl="parChTrans1D3" presStyleIdx="12" presStyleCnt="13"/>
      <dgm:spPr/>
    </dgm:pt>
    <dgm:pt modelId="{B39B5A8D-FDDB-4B5F-9592-FCF82ABC3E36}" type="pres">
      <dgm:prSet presAssocID="{6C8E784B-F666-494C-B943-E6FE294FAEB1}" presName="hierRoot2" presStyleCnt="0">
        <dgm:presLayoutVars>
          <dgm:hierBranch val="init"/>
        </dgm:presLayoutVars>
      </dgm:prSet>
      <dgm:spPr/>
    </dgm:pt>
    <dgm:pt modelId="{868FD3F8-36C2-40B9-A0C9-19560145CFAD}" type="pres">
      <dgm:prSet presAssocID="{6C8E784B-F666-494C-B943-E6FE294FAEB1}" presName="rootComposite" presStyleCnt="0"/>
      <dgm:spPr/>
    </dgm:pt>
    <dgm:pt modelId="{E4AFD26B-C7BB-41CA-A59C-D4C3576380A8}" type="pres">
      <dgm:prSet presAssocID="{6C8E784B-F666-494C-B943-E6FE294FAEB1}" presName="rootText" presStyleLbl="node3" presStyleIdx="12" presStyleCnt="13">
        <dgm:presLayoutVars>
          <dgm:chPref val="3"/>
        </dgm:presLayoutVars>
      </dgm:prSet>
      <dgm:spPr/>
    </dgm:pt>
    <dgm:pt modelId="{8700B5FB-1AEC-447F-A85A-B23DFECB41F1}" type="pres">
      <dgm:prSet presAssocID="{6C8E784B-F666-494C-B943-E6FE294FAEB1}" presName="rootConnector" presStyleLbl="node3" presStyleIdx="12" presStyleCnt="13"/>
      <dgm:spPr/>
    </dgm:pt>
    <dgm:pt modelId="{035F8A94-9F71-4AA7-84F8-CC97894A38B2}" type="pres">
      <dgm:prSet presAssocID="{6C8E784B-F666-494C-B943-E6FE294FAEB1}" presName="hierChild4" presStyleCnt="0"/>
      <dgm:spPr/>
    </dgm:pt>
    <dgm:pt modelId="{D4F07FEA-5316-4290-9236-A3D544D64BD8}" type="pres">
      <dgm:prSet presAssocID="{6C8E784B-F666-494C-B943-E6FE294FAEB1}" presName="hierChild5" presStyleCnt="0"/>
      <dgm:spPr/>
    </dgm:pt>
    <dgm:pt modelId="{ECAD961D-EB82-4766-8C96-2C7D3A9B8785}" type="pres">
      <dgm:prSet presAssocID="{3B3021F4-1B88-4824-8D12-7496727C461B}" presName="hierChild5" presStyleCnt="0"/>
      <dgm:spPr/>
    </dgm:pt>
    <dgm:pt modelId="{7E677738-27E4-4BF5-B256-03F9FCCC2BC4}" type="pres">
      <dgm:prSet presAssocID="{3CBB9B95-F2DE-4200-8B3A-58D04CAEA47D}" presName="hierChild3" presStyleCnt="0"/>
      <dgm:spPr/>
    </dgm:pt>
  </dgm:ptLst>
  <dgm:cxnLst>
    <dgm:cxn modelId="{5618CA00-B14E-4406-B1B4-30009B439F6B}" type="presOf" srcId="{C270D4B2-63B3-44BE-90B2-A3B79110A5BC}" destId="{8B19CEE5-FC4A-40A5-A7B6-1FB7479BBBE5}" srcOrd="0" destOrd="0" presId="urn:microsoft.com/office/officeart/2009/3/layout/HorizontalOrganizationChart"/>
    <dgm:cxn modelId="{8B080201-5CE4-4793-AC92-C3699C285B98}" type="presOf" srcId="{CD4954CC-F1E7-474A-9C14-897F60DC4DA4}" destId="{1D1D8692-63AE-448E-8E39-430F6A4B46BF}" srcOrd="0" destOrd="0" presId="urn:microsoft.com/office/officeart/2009/3/layout/HorizontalOrganizationChart"/>
    <dgm:cxn modelId="{2B913802-E75C-45D7-9AC8-86164275F078}" type="presOf" srcId="{E0F095D0-0CDD-4899-95AE-C151B28DF4D1}" destId="{32F9F6CA-A9C9-4EC0-B487-8A6B1DDEE396}" srcOrd="1" destOrd="0" presId="urn:microsoft.com/office/officeart/2009/3/layout/HorizontalOrganizationChart"/>
    <dgm:cxn modelId="{51ED0206-6E54-4CB6-A8FD-A58EF834EEA2}" type="presOf" srcId="{C9E721F3-3509-40BA-945D-417CE334E5F2}" destId="{D1162B1B-B769-48DB-B85B-AF3C1F73D58F}" srcOrd="1" destOrd="0" presId="urn:microsoft.com/office/officeart/2009/3/layout/HorizontalOrganizationChart"/>
    <dgm:cxn modelId="{49923B06-DAFB-4E62-8763-DC76818758F7}" type="presOf" srcId="{6A27566D-5E2B-4C81-8C09-639ED0AF984B}" destId="{6B320540-8EFC-424C-87BB-7A322C848E8D}" srcOrd="1" destOrd="0" presId="urn:microsoft.com/office/officeart/2009/3/layout/HorizontalOrganizationChart"/>
    <dgm:cxn modelId="{DE7D0709-9782-4852-8393-D34D9EF82832}" type="presOf" srcId="{24C79789-50A6-4247-997A-B75D020D2C6D}" destId="{9E916334-F27B-4E86-B949-E7079E77F959}" srcOrd="0" destOrd="0" presId="urn:microsoft.com/office/officeart/2009/3/layout/HorizontalOrganizationChart"/>
    <dgm:cxn modelId="{3A315C0A-B5DE-4E07-8FB5-1CD50648992C}" srcId="{9A4F48F6-BCF9-4165-AF3C-7C7BA667FA27}" destId="{24C79789-50A6-4247-997A-B75D020D2C6D}" srcOrd="3" destOrd="0" parTransId="{4F864848-EEBF-4930-A161-A4A71CAED760}" sibTransId="{710B0101-9A84-4BC6-8C5A-657A5D29E445}"/>
    <dgm:cxn modelId="{AA64500A-1A1F-41CE-B314-726F5560CC1E}" type="presOf" srcId="{37ECD93D-C6A9-4F2D-B4DF-3F071835E72F}" destId="{7E682426-9DD9-499F-8054-AD080EABE950}" srcOrd="0" destOrd="0" presId="urn:microsoft.com/office/officeart/2009/3/layout/HorizontalOrganizationChart"/>
    <dgm:cxn modelId="{A4E4440B-8856-45E0-845E-7334A98BFC2B}" type="presOf" srcId="{3CBB9B95-F2DE-4200-8B3A-58D04CAEA47D}" destId="{70046D02-65D6-40DB-ACBF-E73D76169B62}" srcOrd="0" destOrd="0" presId="urn:microsoft.com/office/officeart/2009/3/layout/HorizontalOrganizationChart"/>
    <dgm:cxn modelId="{E75ECA0D-D444-4C3A-AE77-8206A484188F}" type="presOf" srcId="{6C8E784B-F666-494C-B943-E6FE294FAEB1}" destId="{E4AFD26B-C7BB-41CA-A59C-D4C3576380A8}" srcOrd="0" destOrd="0" presId="urn:microsoft.com/office/officeart/2009/3/layout/HorizontalOrganizationChart"/>
    <dgm:cxn modelId="{9154D30D-EAA0-42E1-8C09-EB4FE655F630}" srcId="{C499CC0F-4E7A-4FEC-97EE-0BDE6BB4004A}" destId="{38A0B2E5-D90D-4428-806C-7CCE3CC93BD2}" srcOrd="0" destOrd="0" parTransId="{37ECD93D-C6A9-4F2D-B4DF-3F071835E72F}" sibTransId="{2EA43260-1DBE-427E-AE7E-F1D9881271AE}"/>
    <dgm:cxn modelId="{751A140E-BD01-4228-9DD6-3DA5AD793CD2}" srcId="{9DFAA83C-0ED7-4C5D-908E-2A02657C3D57}" destId="{C499CC0F-4E7A-4FEC-97EE-0BDE6BB4004A}" srcOrd="2" destOrd="0" parTransId="{7F41646D-7809-44F5-B24B-6E191227AD5F}" sibTransId="{EA7DEC92-39F8-4663-8710-1BE6F53B5DCC}"/>
    <dgm:cxn modelId="{30AA9617-A022-4D68-88C1-6F3478310F39}" type="presOf" srcId="{24C79789-50A6-4247-997A-B75D020D2C6D}" destId="{49F9D926-559F-4648-BFF5-79BEBC70A452}" srcOrd="1" destOrd="0" presId="urn:microsoft.com/office/officeart/2009/3/layout/HorizontalOrganizationChart"/>
    <dgm:cxn modelId="{B2B91619-0202-49E8-8242-F21948C3F4F0}" type="presOf" srcId="{C499CC0F-4E7A-4FEC-97EE-0BDE6BB4004A}" destId="{3FD13D51-28CB-4ACA-8CF5-784F6B0C3075}" srcOrd="1" destOrd="0" presId="urn:microsoft.com/office/officeart/2009/3/layout/HorizontalOrganizationChart"/>
    <dgm:cxn modelId="{E13BEB1A-FF7C-4C37-BBBF-C77E9BAEE796}" type="presOf" srcId="{7BFC5FFE-8955-4513-8485-C479782305F9}" destId="{13AAB80B-89C4-451F-A39D-CC96E0BE201C}" srcOrd="1" destOrd="0" presId="urn:microsoft.com/office/officeart/2009/3/layout/HorizontalOrganizationChart"/>
    <dgm:cxn modelId="{A489641B-7E05-43AA-A191-C98075C9A8C6}" type="presOf" srcId="{B777D164-DD56-45DE-9496-BC18234B1690}" destId="{DF3D6495-4140-4D40-8D35-ABD35584EF53}" srcOrd="0" destOrd="0" presId="urn:microsoft.com/office/officeart/2009/3/layout/HorizontalOrganizationChart"/>
    <dgm:cxn modelId="{6D13311C-CE16-4126-9C3B-DF73BCF4FBE6}" type="presOf" srcId="{35D396C7-832D-4310-9EFD-0CBA7534B49E}" destId="{15470CCD-2DC4-4446-952E-0EA1F9168293}" srcOrd="0" destOrd="0" presId="urn:microsoft.com/office/officeart/2009/3/layout/HorizontalOrganizationChart"/>
    <dgm:cxn modelId="{F0F7441E-48BA-49A9-8A3D-F705EB1C77B5}" type="presOf" srcId="{CA6200AF-7336-4AB8-A4E9-530BC5027306}" destId="{2CB5E2D1-00D5-4B61-9756-D570A792B6B1}" srcOrd="1" destOrd="0" presId="urn:microsoft.com/office/officeart/2009/3/layout/HorizontalOrganizationChart"/>
    <dgm:cxn modelId="{13265020-C2E5-4A8F-83A2-06677FD3A1B8}" type="presOf" srcId="{7170B3D7-7385-4271-BFDD-77BDCB4B9D7D}" destId="{75AB063C-95C2-4D08-BD75-E990F011A243}" srcOrd="1" destOrd="0" presId="urn:microsoft.com/office/officeart/2009/3/layout/HorizontalOrganizationChart"/>
    <dgm:cxn modelId="{FC787A20-92E4-46C1-871F-956D85AFC3F7}" type="presOf" srcId="{A874BA0B-B7EF-479E-B1B8-17FB9E8D2868}" destId="{E4E142D8-98D9-4BB4-8826-8B27491F43B4}" srcOrd="0" destOrd="0" presId="urn:microsoft.com/office/officeart/2009/3/layout/HorizontalOrganizationChart"/>
    <dgm:cxn modelId="{F902FA21-BCF1-4DA7-80FA-CA2ED5E29F33}" type="presOf" srcId="{13719A43-B673-4C88-9D1E-16D752C05E25}" destId="{3E0FA384-F7A7-4EF5-BB6C-325C5B877E93}" srcOrd="0" destOrd="0" presId="urn:microsoft.com/office/officeart/2009/3/layout/HorizontalOrganizationChart"/>
    <dgm:cxn modelId="{C83AD222-65C1-4EC2-BDC0-4A7E8731A532}" type="presOf" srcId="{6C8E784B-F666-494C-B943-E6FE294FAEB1}" destId="{8700B5FB-1AEC-447F-A85A-B23DFECB41F1}" srcOrd="1" destOrd="0" presId="urn:microsoft.com/office/officeart/2009/3/layout/HorizontalOrganizationChart"/>
    <dgm:cxn modelId="{F464E625-7C9E-487C-A146-749817666257}" type="presOf" srcId="{7607DCFD-2AEA-4454-AD75-99E4327A6DA2}" destId="{2CDAEA21-DCC4-4575-A028-8E48B86095C3}" srcOrd="0" destOrd="0" presId="urn:microsoft.com/office/officeart/2009/3/layout/HorizontalOrganizationChart"/>
    <dgm:cxn modelId="{BD363A28-A522-4ACD-8D41-F80F05C05927}" type="presOf" srcId="{C4BC2D65-C06B-4D32-962C-942429050144}" destId="{87CE32BE-E790-4C1C-A724-8399427B532F}" srcOrd="0" destOrd="0" presId="urn:microsoft.com/office/officeart/2009/3/layout/HorizontalOrganizationChart"/>
    <dgm:cxn modelId="{8618BC28-A8FA-40EB-8ACB-80DD764C857F}" type="presOf" srcId="{BCF3A011-CCE5-4332-B9BE-4DBB4EB90D3E}" destId="{DB5E1FBB-4766-4187-B99E-821C906B52A9}" srcOrd="0" destOrd="0" presId="urn:microsoft.com/office/officeart/2009/3/layout/HorizontalOrganizationChart"/>
    <dgm:cxn modelId="{DA513029-0EE8-49F2-B310-38DDF7BDA18B}" type="presOf" srcId="{A5F5E471-F067-43AE-8556-402C42D66216}" destId="{A9FBC398-F630-4DAD-8DDB-C584F376881B}" srcOrd="0" destOrd="0" presId="urn:microsoft.com/office/officeart/2009/3/layout/HorizontalOrganizationChart"/>
    <dgm:cxn modelId="{72B0D92B-94DE-49EA-8F94-323B7F845A6F}" type="presOf" srcId="{061809CC-87E0-4E97-84A6-384BF07724D8}" destId="{07CF39E6-9B2B-4A5F-B780-120DD8E62C9B}" srcOrd="0" destOrd="0" presId="urn:microsoft.com/office/officeart/2009/3/layout/HorizontalOrganizationChart"/>
    <dgm:cxn modelId="{D083562D-5335-472C-AAD1-862A4EF15B30}" type="presOf" srcId="{35D396C7-832D-4310-9EFD-0CBA7534B49E}" destId="{C1FA8641-48D3-43B7-8727-7E323B1B501C}" srcOrd="1" destOrd="0" presId="urn:microsoft.com/office/officeart/2009/3/layout/HorizontalOrganizationChart"/>
    <dgm:cxn modelId="{7B8A892D-5FB0-4F1A-B5DD-0F689B566A74}" type="presOf" srcId="{23D84297-71D0-47C1-8874-FF344216EAC8}" destId="{AC252788-612D-4E9E-AE60-64A72A6D6716}" srcOrd="1" destOrd="0" presId="urn:microsoft.com/office/officeart/2009/3/layout/HorizontalOrganizationChart"/>
    <dgm:cxn modelId="{3E30E631-F4CE-48CA-BF7F-AECF7B0A7531}" type="presOf" srcId="{06F09080-0CCF-47DD-9F14-9B09338FC156}" destId="{77267FA6-0CDF-4F47-97BA-153747EF1791}" srcOrd="0" destOrd="0" presId="urn:microsoft.com/office/officeart/2009/3/layout/HorizontalOrganizationChart"/>
    <dgm:cxn modelId="{3AAAF133-B64B-4E97-BB8B-AF3771C1E64A}" type="presOf" srcId="{73528B28-3862-4C56-BB94-20BFCA4D977C}" destId="{E142E4F7-A4D2-449F-AA7F-C04C088A3C1F}" srcOrd="0" destOrd="0" presId="urn:microsoft.com/office/officeart/2009/3/layout/HorizontalOrganizationChart"/>
    <dgm:cxn modelId="{2BF16234-FB76-479B-A58F-B5CCBDE60605}" type="presOf" srcId="{880276D0-EB74-4489-85C7-23E81AC85430}" destId="{68ED52F3-D00D-4FBA-A7F0-19107FBE0261}" srcOrd="0" destOrd="0" presId="urn:microsoft.com/office/officeart/2009/3/layout/HorizontalOrganizationChart"/>
    <dgm:cxn modelId="{6620BD34-0599-4A37-843B-95E73982D995}" srcId="{9DFAA83C-0ED7-4C5D-908E-2A02657C3D57}" destId="{E0F095D0-0CDD-4899-95AE-C151B28DF4D1}" srcOrd="0" destOrd="0" parTransId="{A901081C-4D82-49A2-9AF0-FDB6D79D7219}" sibTransId="{A65C86A5-0AE7-4EEE-9D4F-A9803E1BE21B}"/>
    <dgm:cxn modelId="{C019FA34-0432-4520-B347-F6F1D30FC003}" type="presOf" srcId="{6D92348B-BF22-4F09-BD16-E4E9FEADFB32}" destId="{CF184D97-6870-475F-82DD-C951C974B444}" srcOrd="0" destOrd="0" presId="urn:microsoft.com/office/officeart/2009/3/layout/HorizontalOrganizationChart"/>
    <dgm:cxn modelId="{DA048835-4A0E-4CF5-86C6-63625723604A}" srcId="{E3AF1FB6-7793-4A4C-A846-4D8E2C079072}" destId="{0C931ACA-CC53-4D97-9D61-C471A807C39D}" srcOrd="0" destOrd="0" parTransId="{E13A3907-2F21-472C-B2F1-588C6FECF12C}" sibTransId="{FDBDD9A4-125D-461A-BF34-39CF6F29CC28}"/>
    <dgm:cxn modelId="{B18FEF36-8601-4A45-89CC-C075C15F947B}" type="presOf" srcId="{83D18EB3-F613-46C2-86CF-CF849473A283}" destId="{37CB0559-0F9C-4E01-9395-9AF1D8335AB3}" srcOrd="0" destOrd="0" presId="urn:microsoft.com/office/officeart/2009/3/layout/HorizontalOrganizationChart"/>
    <dgm:cxn modelId="{0C1F7A3C-10A8-4302-A188-6EB57BEC7BC9}" type="presOf" srcId="{38A0B2E5-D90D-4428-806C-7CCE3CC93BD2}" destId="{47B80075-7A99-4CC4-8E04-7AE4D94B5491}" srcOrd="1" destOrd="0" presId="urn:microsoft.com/office/officeart/2009/3/layout/HorizontalOrganizationChart"/>
    <dgm:cxn modelId="{A50AE63F-71DF-4A50-9477-BB78123FEF7A}" srcId="{4ECE59B8-536D-4DBD-9298-39EEE1A4E2F2}" destId="{9AC9B081-25C5-4E83-B9FC-4EE1220C42CC}" srcOrd="0" destOrd="0" parTransId="{454A2903-42E9-4AD4-B32C-56480B741CA4}" sibTransId="{BFCB5B5C-D340-456B-9E1E-50850228EC60}"/>
    <dgm:cxn modelId="{1531985C-03EF-49C2-8E08-19BB7D635F73}" srcId="{3CBB9B95-F2DE-4200-8B3A-58D04CAEA47D}" destId="{3B3021F4-1B88-4824-8D12-7496727C461B}" srcOrd="4" destOrd="0" parTransId="{76CB5FF8-DAAE-4108-8F27-58BE17CA5BF3}" sibTransId="{52291D77-3FC5-46EF-9F8F-91DE64AC9C4F}"/>
    <dgm:cxn modelId="{025CEE5E-E7D6-4B78-A67D-5524E7DC8DF6}" type="presOf" srcId="{7D9BDDE8-7610-4C76-ACCC-5EF685046CB6}" destId="{C23208CB-8112-4EC1-8E1A-4AE7807BED36}" srcOrd="0" destOrd="0" presId="urn:microsoft.com/office/officeart/2009/3/layout/HorizontalOrganizationChart"/>
    <dgm:cxn modelId="{EE240861-4150-4810-82A4-54BFBDE86757}" type="presOf" srcId="{73528B28-3862-4C56-BB94-20BFCA4D977C}" destId="{74B77C7E-36E3-406E-BAC0-4831F4BABB3C}" srcOrd="1" destOrd="0" presId="urn:microsoft.com/office/officeart/2009/3/layout/HorizontalOrganizationChart"/>
    <dgm:cxn modelId="{92666C42-575A-458A-A537-6AF157077065}" srcId="{9A4F48F6-BCF9-4165-AF3C-7C7BA667FA27}" destId="{7170B3D7-7385-4271-BFDD-77BDCB4B9D7D}" srcOrd="5" destOrd="0" parTransId="{4A1ABC62-FD06-4AC0-BC51-20F24998E5FF}" sibTransId="{E0F509D1-F4E5-4341-B785-E6BE8356D007}"/>
    <dgm:cxn modelId="{4B7F7562-9200-4480-9891-4F2DC78F6DE8}" type="presOf" srcId="{1BCF77AA-6B04-4D81-9D59-6F959F70F803}" destId="{B81833A2-355D-431A-B42B-FFB97F5DED7E}" srcOrd="1" destOrd="0" presId="urn:microsoft.com/office/officeart/2009/3/layout/HorizontalOrganizationChart"/>
    <dgm:cxn modelId="{BFB71A43-456C-46CA-95EF-745E74229864}" type="presOf" srcId="{855297F2-A162-4EED-8FE7-B40916947E1F}" destId="{E9A97367-2565-4CA7-B81D-4E147657D835}" srcOrd="0" destOrd="0" presId="urn:microsoft.com/office/officeart/2009/3/layout/HorizontalOrganizationChart"/>
    <dgm:cxn modelId="{9EB7D463-F3D1-42F2-B153-CF9EB7107E63}" type="presOf" srcId="{BD4CBB34-BFC3-4314-AC58-360CE3F828A3}" destId="{3374B034-7516-421E-BD23-9C0F9E320F00}" srcOrd="1" destOrd="0" presId="urn:microsoft.com/office/officeart/2009/3/layout/HorizontalOrganizationChart"/>
    <dgm:cxn modelId="{415D2164-7823-4034-AAF3-84C0E669399B}" type="presOf" srcId="{0C931ACA-CC53-4D97-9D61-C471A807C39D}" destId="{39661304-84F2-4510-A80A-0ED0BF9B0CEA}" srcOrd="1" destOrd="0" presId="urn:microsoft.com/office/officeart/2009/3/layout/HorizontalOrganizationChart"/>
    <dgm:cxn modelId="{A7F29244-660E-4EF8-A22F-F66119EE222E}" type="presOf" srcId="{6D92348B-BF22-4F09-BD16-E4E9FEADFB32}" destId="{368DE4E4-C42A-435E-AD32-88164C04A62F}" srcOrd="1" destOrd="0" presId="urn:microsoft.com/office/officeart/2009/3/layout/HorizontalOrganizationChart"/>
    <dgm:cxn modelId="{8DBE3D66-4015-4C45-81A4-B5C50CAE5CD8}" type="presOf" srcId="{3B3021F4-1B88-4824-8D12-7496727C461B}" destId="{B027295A-93BB-4C19-A90B-553BB78E8D73}" srcOrd="0" destOrd="0" presId="urn:microsoft.com/office/officeart/2009/3/layout/HorizontalOrganizationChart"/>
    <dgm:cxn modelId="{16B9E866-AFD2-46D4-9EC3-905EA8C64875}" type="presOf" srcId="{13719A43-B673-4C88-9D1E-16D752C05E25}" destId="{039EE693-846A-452B-938C-A79863754B50}" srcOrd="1" destOrd="0" presId="urn:microsoft.com/office/officeart/2009/3/layout/HorizontalOrganizationChart"/>
    <dgm:cxn modelId="{2DF91147-7EB9-4F00-BA24-9E36F8708E4D}" type="presOf" srcId="{A396E0BF-DF91-4BCD-8AC5-B6EA0224F397}" destId="{0A0759F7-AEC9-45E6-B0C9-C7C1A3150A4F}" srcOrd="1" destOrd="0" presId="urn:microsoft.com/office/officeart/2009/3/layout/HorizontalOrganizationChart"/>
    <dgm:cxn modelId="{29274A67-45AD-4C3C-86BD-0B4E6BACB0DB}" type="presOf" srcId="{95FA36E0-4680-4632-B27E-091BE020210A}" destId="{893463AD-E827-4ADB-B408-E38128099076}" srcOrd="0" destOrd="0" presId="urn:microsoft.com/office/officeart/2009/3/layout/HorizontalOrganizationChart"/>
    <dgm:cxn modelId="{38A86048-E03C-452C-ABEA-6927C719E242}" type="presOf" srcId="{218DF31D-CF8B-459F-887A-8E793F7A6593}" destId="{0BA28261-1ED3-47EB-A7EA-310484F5DF09}" srcOrd="0" destOrd="0" presId="urn:microsoft.com/office/officeart/2009/3/layout/HorizontalOrganizationChart"/>
    <dgm:cxn modelId="{B0CE5868-94D4-49A7-B962-BA3CE93AA65D}" type="presOf" srcId="{6D41F822-3F5E-498D-8427-D9976FC14949}" destId="{90D35EA2-A25D-449A-8C0B-91C81C67A50C}" srcOrd="0" destOrd="0" presId="urn:microsoft.com/office/officeart/2009/3/layout/HorizontalOrganizationChart"/>
    <dgm:cxn modelId="{F5EEA168-12B5-4382-B67C-B8A81E842067}" type="presOf" srcId="{76476CBF-B102-41E4-9248-4221376F70AF}" destId="{95CF0774-536B-4F9D-A2E5-78BCC760D370}" srcOrd="0" destOrd="0" presId="urn:microsoft.com/office/officeart/2009/3/layout/HorizontalOrganizationChart"/>
    <dgm:cxn modelId="{9F75A94A-C950-4913-BBB5-8D07E7CCFBA0}" type="presOf" srcId="{C499CC0F-4E7A-4FEC-97EE-0BDE6BB4004A}" destId="{FD314EC3-FAF3-42D4-B72F-81E23652E3D9}" srcOrd="0" destOrd="0" presId="urn:microsoft.com/office/officeart/2009/3/layout/HorizontalOrganizationChart"/>
    <dgm:cxn modelId="{72C2CA4B-FD48-448B-B2A7-20A3A1B01D13}" type="presOf" srcId="{A901081C-4D82-49A2-9AF0-FDB6D79D7219}" destId="{6B2D008C-CA97-4972-8B5B-45081F19E3EC}" srcOrd="0" destOrd="0" presId="urn:microsoft.com/office/officeart/2009/3/layout/HorizontalOrganizationChart"/>
    <dgm:cxn modelId="{FD57C86D-F61C-494B-807E-1C7E85C89BA3}" type="presOf" srcId="{C7EBEF87-5076-4181-B19B-8AD6A127BA45}" destId="{259DBE4E-D122-4206-8EBC-C98CAAF97ECC}" srcOrd="0" destOrd="0" presId="urn:microsoft.com/office/officeart/2009/3/layout/HorizontalOrganizationChart"/>
    <dgm:cxn modelId="{C5AE9650-7B23-40D6-AD75-0C98CFFC981C}" srcId="{13719A43-B673-4C88-9D1E-16D752C05E25}" destId="{764BB32F-0818-4190-8CBA-5BFD6043BFBC}" srcOrd="0" destOrd="0" parTransId="{B0A38B96-90FF-402E-A24A-BEF06D54B9B6}" sibTransId="{80C549BF-85F2-4AF0-82FE-EA09792BFF8F}"/>
    <dgm:cxn modelId="{1205B670-9953-4B26-AE11-939D8C0615D3}" srcId="{CD4954CC-F1E7-474A-9C14-897F60DC4DA4}" destId="{6D92348B-BF22-4F09-BD16-E4E9FEADFB32}" srcOrd="0" destOrd="0" parTransId="{04012DFC-77A8-4A46-B858-7332CB8C84A1}" sibTransId="{AAC775F1-969C-42B7-9AD1-47CC76C9852B}"/>
    <dgm:cxn modelId="{19B91C51-5562-44A2-9B1C-8BC4C261CCB6}" srcId="{D7660C3C-E08D-431C-8EE1-9AA78C89B4A5}" destId="{061809CC-87E0-4E97-84A6-384BF07724D8}" srcOrd="0" destOrd="0" parTransId="{BCF3A011-CCE5-4332-B9BE-4DBB4EB90D3E}" sibTransId="{56F3B771-1C0C-4C21-9EAF-35C1EBB1DB78}"/>
    <dgm:cxn modelId="{FF25C671-29E0-452F-800B-C8D83AAC5DA2}" srcId="{9A4F48F6-BCF9-4165-AF3C-7C7BA667FA27}" destId="{4ECE59B8-536D-4DBD-9298-39EEE1A4E2F2}" srcOrd="0" destOrd="0" parTransId="{6C4DA155-8243-4072-B293-EC0CBA97AD7C}" sibTransId="{F4455422-8EF8-4653-ACAA-E71029CF2328}"/>
    <dgm:cxn modelId="{A2B97172-721A-4303-8F66-6F662D34CC3E}" srcId="{061809CC-87E0-4E97-84A6-384BF07724D8}" destId="{F7D84224-A973-485F-ADAD-95BF5231A40B}" srcOrd="0" destOrd="0" parTransId="{2637AE1D-117E-454F-9D3F-416D113148BB}" sibTransId="{48D7C72E-85E8-400B-A2C7-9DB69FDA5390}"/>
    <dgm:cxn modelId="{4D6B2273-EC6F-44A1-8C0B-9E3F6EDFFD88}" srcId="{24C79789-50A6-4247-997A-B75D020D2C6D}" destId="{218DF31D-CF8B-459F-887A-8E793F7A6593}" srcOrd="0" destOrd="0" parTransId="{928CD5CC-816D-4B40-9D14-7256E32D7DFD}" sibTransId="{63F6D207-5CB3-4B31-B829-F97C6E8DF686}"/>
    <dgm:cxn modelId="{1BD86853-FD24-4D34-B61E-65F705B5E3D8}" type="presOf" srcId="{97A8E0E5-1256-46F5-BDCA-CBF242F3C57E}" destId="{BEB5F23A-260D-4EA4-9C52-D29289AE19DF}" srcOrd="0" destOrd="0" presId="urn:microsoft.com/office/officeart/2009/3/layout/HorizontalOrganizationChart"/>
    <dgm:cxn modelId="{F39F3754-C5AF-47AD-AA49-AC81893D0A1F}" type="presOf" srcId="{A396E0BF-DF91-4BCD-8AC5-B6EA0224F397}" destId="{2A231453-FF0D-443D-87E8-87257BA9B0EE}" srcOrd="0" destOrd="0" presId="urn:microsoft.com/office/officeart/2009/3/layout/HorizontalOrganizationChart"/>
    <dgm:cxn modelId="{8175DA54-2A32-4264-8F2E-AE304F0511C1}" srcId="{6A27566D-5E2B-4C81-8C09-639ED0AF984B}" destId="{A396E0BF-DF91-4BCD-8AC5-B6EA0224F397}" srcOrd="0" destOrd="0" parTransId="{76476CBF-B102-41E4-9248-4221376F70AF}" sibTransId="{E0E25494-38AF-49C6-9C83-A7EBB5DADB17}"/>
    <dgm:cxn modelId="{22703375-5B00-4FAE-81A3-C0901154B346}" type="presOf" srcId="{6D41F822-3F5E-498D-8427-D9976FC14949}" destId="{89FD8EE9-AA60-48A6-9D40-0DBE92C02DE0}" srcOrd="1" destOrd="0" presId="urn:microsoft.com/office/officeart/2009/3/layout/HorizontalOrganizationChart"/>
    <dgm:cxn modelId="{316EE856-67F3-456B-9B95-C6D77B07790B}" type="presOf" srcId="{061809CC-87E0-4E97-84A6-384BF07724D8}" destId="{B2D69DCB-202B-46EC-819A-C954631D964B}" srcOrd="1" destOrd="0" presId="urn:microsoft.com/office/officeart/2009/3/layout/HorizontalOrganizationChart"/>
    <dgm:cxn modelId="{C17A2759-A1E0-419E-9992-B891FCA4A052}" srcId="{4ECE59B8-536D-4DBD-9298-39EEE1A4E2F2}" destId="{E92EBC15-E9D8-4B5F-B808-E2AAF4F94361}" srcOrd="1" destOrd="0" parTransId="{6187C6C3-B996-4ED1-9E29-1993D45E2169}" sibTransId="{8063460F-3FE9-46FF-8DF1-8EE5CB6EECE9}"/>
    <dgm:cxn modelId="{F7F66479-CC5F-4B09-B282-07DA13ED0858}" type="presOf" srcId="{764BB32F-0818-4190-8CBA-5BFD6043BFBC}" destId="{5CE68631-E50F-4A7D-A78E-B9848249D5F3}" srcOrd="0" destOrd="0" presId="urn:microsoft.com/office/officeart/2009/3/layout/HorizontalOrganizationChart"/>
    <dgm:cxn modelId="{5F7E8759-A321-4B77-B479-67DAFD115D92}" type="presOf" srcId="{45EF24BF-2957-4968-9E77-C679A38F2BE0}" destId="{A70F5440-1532-4A1D-A6B4-AF69FBE58D12}" srcOrd="0" destOrd="0" presId="urn:microsoft.com/office/officeart/2009/3/layout/HorizontalOrganizationChart"/>
    <dgm:cxn modelId="{B3B9B979-48B8-450D-9EF7-DDFE9C4D2A38}" type="presOf" srcId="{ACF9E546-FC16-43CF-809C-930B68C88DB1}" destId="{10EB81BB-2FAE-4863-8B61-F4C17BFFA6D6}" srcOrd="0" destOrd="0" presId="urn:microsoft.com/office/officeart/2009/3/layout/HorizontalOrganizationChart"/>
    <dgm:cxn modelId="{8693E359-4039-4912-8449-4B7E03AC255E}" type="presOf" srcId="{3CBB9B95-F2DE-4200-8B3A-58D04CAEA47D}" destId="{1E04B9EB-E6E0-4CAA-B858-CAD2D06C5A89}" srcOrd="1" destOrd="0" presId="urn:microsoft.com/office/officeart/2009/3/layout/HorizontalOrganizationChart"/>
    <dgm:cxn modelId="{7C1C3A5A-65CA-4770-A418-58A1B2D35CD5}" type="presOf" srcId="{9AC9B081-25C5-4E83-B9FC-4EE1220C42CC}" destId="{4F157AFE-1A3E-4945-AFFE-3FBFDF773F45}" srcOrd="0" destOrd="0" presId="urn:microsoft.com/office/officeart/2009/3/layout/HorizontalOrganizationChart"/>
    <dgm:cxn modelId="{1BC8F17B-2D29-4A0A-B853-6E01900B14BF}" srcId="{503A382B-1D5A-4546-833B-2164E945BC79}" destId="{1BCF77AA-6B04-4D81-9D59-6F959F70F803}" srcOrd="0" destOrd="0" parTransId="{95FA36E0-4680-4632-B27E-091BE020210A}" sibTransId="{3B701667-5E66-46AB-BDA3-3F2779701BE7}"/>
    <dgm:cxn modelId="{0839247C-0398-46F7-A098-51A318F5A730}" type="presOf" srcId="{E3AF1FB6-7793-4A4C-A846-4D8E2C079072}" destId="{CBCC7696-EFAB-4F9F-8C0A-720224B8DCB6}" srcOrd="0" destOrd="0" presId="urn:microsoft.com/office/officeart/2009/3/layout/HorizontalOrganizationChart"/>
    <dgm:cxn modelId="{099CBF7E-623A-4E34-A8A8-237B6F145EF1}" srcId="{3CBB9B95-F2DE-4200-8B3A-58D04CAEA47D}" destId="{9A4F48F6-BCF9-4165-AF3C-7C7BA667FA27}" srcOrd="0" destOrd="0" parTransId="{9A5D99C4-3A63-4397-B386-EBF9464401C2}" sibTransId="{3D288AF2-D587-4DAC-A032-2120C9951061}"/>
    <dgm:cxn modelId="{5B800C80-94B9-4F92-AF4B-4CEA866A56D6}" srcId="{3CBB9B95-F2DE-4200-8B3A-58D04CAEA47D}" destId="{CA6200AF-7336-4AB8-A4E9-530BC5027306}" srcOrd="3" destOrd="0" parTransId="{880276D0-EB74-4489-85C7-23E81AC85430}" sibTransId="{36022CDB-DAA5-4DCB-AB8C-CC60CF58AABA}"/>
    <dgm:cxn modelId="{0A832B85-7CAE-4ECA-8B4D-53F075742ED9}" type="presOf" srcId="{76CB5FF8-DAAE-4108-8F27-58BE17CA5BF3}" destId="{C051B183-B590-41B4-8423-18A273DCC6CE}" srcOrd="0" destOrd="0" presId="urn:microsoft.com/office/officeart/2009/3/layout/HorizontalOrganizationChart"/>
    <dgm:cxn modelId="{F8524985-F094-4671-B160-40B7D7670418}" type="presOf" srcId="{5CD82464-BD85-410D-9486-CDF630216295}" destId="{E53C180E-99C8-4878-A5D0-A54393670C21}" srcOrd="0" destOrd="0" presId="urn:microsoft.com/office/officeart/2009/3/layout/HorizontalOrganizationChart"/>
    <dgm:cxn modelId="{0AD5DF85-98A3-4997-8077-69197978D659}" type="presOf" srcId="{855297F2-A162-4EED-8FE7-B40916947E1F}" destId="{2846335E-09B8-4070-8AE1-F4A8659BD36F}" srcOrd="1" destOrd="0" presId="urn:microsoft.com/office/officeart/2009/3/layout/HorizontalOrganizationChart"/>
    <dgm:cxn modelId="{D595DF86-55CC-40E1-991D-096A4EDC08CB}" srcId="{9DFAA83C-0ED7-4C5D-908E-2A02657C3D57}" destId="{06F09080-0CCF-47DD-9F14-9B09338FC156}" srcOrd="4" destOrd="0" parTransId="{C270D4B2-63B3-44BE-90B2-A3B79110A5BC}" sibTransId="{CCEFAA32-A3AE-42BA-A24E-BFA35382DBF3}"/>
    <dgm:cxn modelId="{D71C7287-F713-4C75-87F8-22ED08C8637E}" srcId="{D5809694-423C-4057-A791-AE12D92AEFEC}" destId="{3CBB9B95-F2DE-4200-8B3A-58D04CAEA47D}" srcOrd="0" destOrd="0" parTransId="{9242D754-7730-4B78-AB9C-A02DFB9723F4}" sibTransId="{66961319-D3B5-4BBF-B054-793B033D15B6}"/>
    <dgm:cxn modelId="{99D97E88-742D-4B77-B7BA-9F2DC084B2FC}" srcId="{9DFAA83C-0ED7-4C5D-908E-2A02657C3D57}" destId="{D7660C3C-E08D-431C-8EE1-9AA78C89B4A5}" srcOrd="1" destOrd="0" parTransId="{A5F5E471-F067-43AE-8556-402C42D66216}" sibTransId="{2056AD32-03D3-4873-9D29-9396256F501C}"/>
    <dgm:cxn modelId="{FE30208E-616F-4BD7-8472-8CCA178843A7}" type="presOf" srcId="{D7660C3C-E08D-431C-8EE1-9AA78C89B4A5}" destId="{E64611E0-F76B-4B48-BD4A-3D9E4DE85202}" srcOrd="1" destOrd="0" presId="urn:microsoft.com/office/officeart/2009/3/layout/HorizontalOrganizationChart"/>
    <dgm:cxn modelId="{55772C8E-448C-4DC9-A074-76F225A7B1A5}" srcId="{35D396C7-832D-4310-9EFD-0CBA7534B49E}" destId="{BD4CBB34-BFC3-4314-AC58-360CE3F828A3}" srcOrd="0" destOrd="0" parTransId="{455048BF-88A9-42EC-8893-BB00D9AEA4E4}" sibTransId="{1F5900FF-7037-4382-8E40-1F8FA4C91733}"/>
    <dgm:cxn modelId="{B15BE38E-839B-4685-B7A0-02F96C8FD029}" type="presOf" srcId="{CA6200AF-7336-4AB8-A4E9-530BC5027306}" destId="{F727FD69-DA36-400A-9A17-E435D30B6294}" srcOrd="0" destOrd="0" presId="urn:microsoft.com/office/officeart/2009/3/layout/HorizontalOrganizationChart"/>
    <dgm:cxn modelId="{4A52468F-FADF-4AD1-8BF8-227ED1BE1440}" srcId="{3CBB9B95-F2DE-4200-8B3A-58D04CAEA47D}" destId="{9DFAA83C-0ED7-4C5D-908E-2A02657C3D57}" srcOrd="2" destOrd="0" parTransId="{B6EFE756-66AC-4682-AE3E-4E5A980226A5}" sibTransId="{0FBCAEE9-6184-4B39-99B3-8073FB519715}"/>
    <dgm:cxn modelId="{1F28D990-2F54-4A38-9B5D-AC470558BBC4}" type="presOf" srcId="{D81506E7-9321-4CD6-B783-B535E14E9673}" destId="{4C50E7F0-CBE9-462F-A0E5-5FFE1AE84F4E}" srcOrd="0" destOrd="0" presId="urn:microsoft.com/office/officeart/2009/3/layout/HorizontalOrganizationChart"/>
    <dgm:cxn modelId="{AD57EF92-C37C-4DA1-9BC6-F111369AFE73}" type="presOf" srcId="{218DF31D-CF8B-459F-887A-8E793F7A6593}" destId="{1F3D57A6-91D2-48AA-B105-E07306DABA2F}" srcOrd="1" destOrd="0" presId="urn:microsoft.com/office/officeart/2009/3/layout/HorizontalOrganizationChart"/>
    <dgm:cxn modelId="{A735F293-9B59-4D8A-8941-5EF99F9CE900}" type="presOf" srcId="{BD4CBB34-BFC3-4314-AC58-360CE3F828A3}" destId="{9921040E-A9AE-4E20-B3A7-1033725EAB32}" srcOrd="0" destOrd="0" presId="urn:microsoft.com/office/officeart/2009/3/layout/HorizontalOrganizationChart"/>
    <dgm:cxn modelId="{5311809A-37D3-4B3B-B846-D618076E2A24}" type="presOf" srcId="{4A1ABC62-FD06-4AC0-BC51-20F24998E5FF}" destId="{5D734C8D-E40C-4BF2-A310-8A858AE1F314}" srcOrd="0" destOrd="0" presId="urn:microsoft.com/office/officeart/2009/3/layout/HorizontalOrganizationChart"/>
    <dgm:cxn modelId="{CD3C019C-8C31-4A6E-9012-D36C5986171F}" type="presOf" srcId="{9AC9B081-25C5-4E83-B9FC-4EE1220C42CC}" destId="{32B448BD-E161-46C8-A1F6-88A373738118}" srcOrd="1" destOrd="0" presId="urn:microsoft.com/office/officeart/2009/3/layout/HorizontalOrganizationChart"/>
    <dgm:cxn modelId="{3FD8B39C-0640-4384-B97E-203A0CF8F63B}" srcId="{9A4F48F6-BCF9-4165-AF3C-7C7BA667FA27}" destId="{6A27566D-5E2B-4C81-8C09-639ED0AF984B}" srcOrd="4" destOrd="0" parTransId="{C7EBEF87-5076-4181-B19B-8AD6A127BA45}" sibTransId="{FC4E0FFA-63F1-4B37-95CB-4240840490FF}"/>
    <dgm:cxn modelId="{E4CBFD9C-5BD9-4EA5-A645-4B66FC2C8FB6}" type="presOf" srcId="{503A382B-1D5A-4546-833B-2164E945BC79}" destId="{F4F402F9-353D-4DAF-A0B3-B8E72F14207C}" srcOrd="1" destOrd="0" presId="urn:microsoft.com/office/officeart/2009/3/layout/HorizontalOrganizationChart"/>
    <dgm:cxn modelId="{0DA0C5A1-CB4E-4ACC-97E5-2853986B8FCD}" type="presOf" srcId="{06F09080-0CCF-47DD-9F14-9B09338FC156}" destId="{213124F1-A749-4DBC-85FE-5AC202AF5919}" srcOrd="1" destOrd="0" presId="urn:microsoft.com/office/officeart/2009/3/layout/HorizontalOrganizationChart"/>
    <dgm:cxn modelId="{517039A2-AF71-40DF-BA14-7ECAA2110576}" srcId="{35D396C7-832D-4310-9EFD-0CBA7534B49E}" destId="{D81506E7-9321-4CD6-B783-B535E14E9673}" srcOrd="1" destOrd="0" parTransId="{7D9BDDE8-7610-4C76-ACCC-5EF685046CB6}" sibTransId="{33EBB137-5154-41C5-9AB1-B8A70F9210AB}"/>
    <dgm:cxn modelId="{911720A3-CA50-44CC-A0B4-96C73197EC8C}" type="presOf" srcId="{928CD5CC-816D-4B40-9D14-7256E32D7DFD}" destId="{137A950C-A2C9-4E92-AA44-CCBE0A4712D0}" srcOrd="0" destOrd="0" presId="urn:microsoft.com/office/officeart/2009/3/layout/HorizontalOrganizationChart"/>
    <dgm:cxn modelId="{FB2F17A5-326E-478F-B7CE-6735741B694D}" type="presOf" srcId="{6C4DA155-8243-4072-B293-EC0CBA97AD7C}" destId="{0AD372FC-0845-44C5-90A0-4A444CE67921}" srcOrd="0" destOrd="0" presId="urn:microsoft.com/office/officeart/2009/3/layout/HorizontalOrganizationChart"/>
    <dgm:cxn modelId="{CD1646A8-D07F-4367-A4C9-D4CC4A4E962F}" type="presOf" srcId="{1BCF77AA-6B04-4D81-9D59-6F959F70F803}" destId="{FD27C63C-53AB-4EF5-B065-A5CCC6683CBC}" srcOrd="0" destOrd="0" presId="urn:microsoft.com/office/officeart/2009/3/layout/HorizontalOrganizationChart"/>
    <dgm:cxn modelId="{46C200AC-B944-4955-B340-9F3F43565A59}" type="presOf" srcId="{3B3021F4-1B88-4824-8D12-7496727C461B}" destId="{15203896-4C7D-488D-B574-8B2BB4AE209F}" srcOrd="1" destOrd="0" presId="urn:microsoft.com/office/officeart/2009/3/layout/HorizontalOrganizationChart"/>
    <dgm:cxn modelId="{3CBEDCAF-A3E4-4CE4-8384-220FCA09B055}" type="presOf" srcId="{D5809694-423C-4057-A791-AE12D92AEFEC}" destId="{58CB3A1D-119E-4A17-8333-D813B10F6904}" srcOrd="0" destOrd="0" presId="urn:microsoft.com/office/officeart/2009/3/layout/HorizontalOrganizationChart"/>
    <dgm:cxn modelId="{479B14B0-2F5F-43B7-89F4-4143CAD3C035}" srcId="{855297F2-A162-4EED-8FE7-B40916947E1F}" destId="{E3AF1FB6-7793-4A4C-A846-4D8E2C079072}" srcOrd="0" destOrd="0" parTransId="{11D63282-5C42-403B-97BA-1AB59BBC2C41}" sibTransId="{8A78BB5C-7073-4BA7-947D-CBB9388C8BC5}"/>
    <dgm:cxn modelId="{E7BCD7B0-3EBA-4BD7-8EFD-ACE4C5B96D46}" type="presOf" srcId="{D81506E7-9321-4CD6-B783-B535E14E9673}" destId="{86FF5A9C-E5F2-4B8C-83BD-290D4D4AB6AC}" srcOrd="1" destOrd="0" presId="urn:microsoft.com/office/officeart/2009/3/layout/HorizontalOrganizationChart"/>
    <dgm:cxn modelId="{DA85C0B1-BCD3-42C7-A483-053140734D82}" type="presOf" srcId="{CD4954CC-F1E7-474A-9C14-897F60DC4DA4}" destId="{18E21695-07C6-4F19-99E8-D16CE3157C9B}" srcOrd="1" destOrd="0" presId="urn:microsoft.com/office/officeart/2009/3/layout/HorizontalOrganizationChart"/>
    <dgm:cxn modelId="{1C9080B2-560B-4BCD-A365-75CEBD6586D8}" type="presOf" srcId="{E92EBC15-E9D8-4B5F-B808-E2AAF4F94361}" destId="{67AC6E1B-A339-4183-A794-6F8370D03B71}" srcOrd="1" destOrd="0" presId="urn:microsoft.com/office/officeart/2009/3/layout/HorizontalOrganizationChart"/>
    <dgm:cxn modelId="{E191AEB2-9ECC-4400-A418-71A1D0DD24A4}" srcId="{218DF31D-CF8B-459F-887A-8E793F7A6593}" destId="{7BFC5FFE-8955-4513-8485-C479782305F9}" srcOrd="0" destOrd="0" parTransId="{BCC45095-3A8B-4CB4-9AE4-6772688B37EF}" sibTransId="{469377AA-6EAB-4AB7-93B9-E73437C88BD3}"/>
    <dgm:cxn modelId="{470D6AB5-6326-40DE-A467-CB64CE2F4AE4}" type="presOf" srcId="{9DFAA83C-0ED7-4C5D-908E-2A02657C3D57}" destId="{110F79BE-B8CE-48C2-943A-1C7F5605B400}" srcOrd="0" destOrd="0" presId="urn:microsoft.com/office/officeart/2009/3/layout/HorizontalOrganizationChart"/>
    <dgm:cxn modelId="{E314F4B5-40B5-447A-B126-45A7D8D28ED6}" srcId="{7170B3D7-7385-4271-BFDD-77BDCB4B9D7D}" destId="{6D41F822-3F5E-498D-8427-D9976FC14949}" srcOrd="0" destOrd="0" parTransId="{B777D164-DD56-45DE-9496-BC18234B1690}" sibTransId="{C03D6BDD-B589-42C4-86BE-8B4E25D47F0C}"/>
    <dgm:cxn modelId="{C484FCB5-C3E5-4AE1-96C8-CD3EEE5E22F9}" type="presOf" srcId="{2637AE1D-117E-454F-9D3F-416D113148BB}" destId="{F4508D2D-CCAA-4B6E-AD9A-E2A8D4EBB379}" srcOrd="0" destOrd="0" presId="urn:microsoft.com/office/officeart/2009/3/layout/HorizontalOrganizationChart"/>
    <dgm:cxn modelId="{EA0A20B9-7706-4D3B-B258-8F7364AFE779}" type="presOf" srcId="{E13A3907-2F21-472C-B2F1-588C6FECF12C}" destId="{2C4198AB-26E0-4488-A949-AC34DCA3B154}" srcOrd="0" destOrd="0" presId="urn:microsoft.com/office/officeart/2009/3/layout/HorizontalOrganizationChart"/>
    <dgm:cxn modelId="{D9EC7BB9-9DB6-40F4-82BF-F8A158569AF7}" type="presOf" srcId="{4ECE59B8-536D-4DBD-9298-39EEE1A4E2F2}" destId="{171F98E8-7A93-4667-99EC-A67EE133F035}" srcOrd="0" destOrd="0" presId="urn:microsoft.com/office/officeart/2009/3/layout/HorizontalOrganizationChart"/>
    <dgm:cxn modelId="{6549D3BB-0639-400C-A8A3-061904E6724A}" type="presOf" srcId="{2053DD24-1A05-4174-B3A2-006AF3B872F4}" destId="{26D6FA4F-D6A5-4878-8B80-5B29006D93F2}" srcOrd="0" destOrd="0" presId="urn:microsoft.com/office/officeart/2009/3/layout/HorizontalOrganizationChart"/>
    <dgm:cxn modelId="{00B533BD-83A9-4644-B78B-524452BD5A5D}" type="presOf" srcId="{E0F095D0-0CDD-4899-95AE-C151B28DF4D1}" destId="{5ED98B15-1271-4C1B-BD70-D93D404A68CE}" srcOrd="0" destOrd="0" presId="urn:microsoft.com/office/officeart/2009/3/layout/HorizontalOrganizationChart"/>
    <dgm:cxn modelId="{46E15ABD-6C35-4CBC-A24F-D16416213C91}" type="presOf" srcId="{F7D84224-A973-485F-ADAD-95BF5231A40B}" destId="{B652EFB0-A88E-48A1-836A-A245919707FD}" srcOrd="0" destOrd="0" presId="urn:microsoft.com/office/officeart/2009/3/layout/HorizontalOrganizationChart"/>
    <dgm:cxn modelId="{EF826DC0-0B7C-45E1-B03F-FFC41BAF8AEE}" type="presOf" srcId="{7BFC5FFE-8955-4513-8485-C479782305F9}" destId="{B509227D-8391-4FEA-8798-380D7D9E41EE}" srcOrd="0" destOrd="0" presId="urn:microsoft.com/office/officeart/2009/3/layout/HorizontalOrganizationChart"/>
    <dgm:cxn modelId="{E1C898C0-295A-4819-AB09-30C1797AC1C3}" type="presOf" srcId="{23D84297-71D0-47C1-8874-FF344216EAC8}" destId="{8C63EC56-3637-4380-B189-D0B66ADCD3F7}" srcOrd="0" destOrd="0" presId="urn:microsoft.com/office/officeart/2009/3/layout/HorizontalOrganizationChart"/>
    <dgm:cxn modelId="{3CE795C1-3B44-4014-8D33-6CB1EEEB4FB8}" type="presOf" srcId="{B6EFE756-66AC-4682-AE3E-4E5A980226A5}" destId="{B62982CB-6890-46C2-886C-0FC435E2E88A}" srcOrd="0" destOrd="0" presId="urn:microsoft.com/office/officeart/2009/3/layout/HorizontalOrganizationChart"/>
    <dgm:cxn modelId="{D897B6C1-26D4-4EBF-9545-D4DF4EB294AC}" srcId="{D7660C3C-E08D-431C-8EE1-9AA78C89B4A5}" destId="{CD4954CC-F1E7-474A-9C14-897F60DC4DA4}" srcOrd="1" destOrd="0" parTransId="{45EF24BF-2957-4968-9E77-C679A38F2BE0}" sibTransId="{B9DFB9A1-FCC7-46AA-8558-BC4D60E4B362}"/>
    <dgm:cxn modelId="{760621C2-E86C-4607-A302-CD20979C09E9}" srcId="{C9E721F3-3509-40BA-945D-417CE334E5F2}" destId="{97A8E0E5-1256-46F5-BDCA-CBF242F3C57E}" srcOrd="0" destOrd="0" parTransId="{5CD82464-BD85-410D-9486-CDF630216295}" sibTransId="{F2FF7060-498E-4C33-B37F-3A4AE0EED5E3}"/>
    <dgm:cxn modelId="{AF3394C4-1CFA-4E46-BFEE-370F3CB40D69}" type="presOf" srcId="{9DFAA83C-0ED7-4C5D-908E-2A02657C3D57}" destId="{B8476156-8F22-41DE-9C5C-CDA42789A7C4}" srcOrd="1" destOrd="0" presId="urn:microsoft.com/office/officeart/2009/3/layout/HorizontalOrganizationChart"/>
    <dgm:cxn modelId="{F3C15CC5-B1A2-4922-A563-1B1E88CE4216}" type="presOf" srcId="{0C931ACA-CC53-4D97-9D61-C471A807C39D}" destId="{AD980698-3B39-4F03-BC7B-E6CC415D37FF}" srcOrd="0" destOrd="0" presId="urn:microsoft.com/office/officeart/2009/3/layout/HorizontalOrganizationChart"/>
    <dgm:cxn modelId="{17FA52C7-7A91-42DB-A217-2528E77D37EE}" type="presOf" srcId="{9A4F48F6-BCF9-4165-AF3C-7C7BA667FA27}" destId="{D46F3F0D-30A4-4DDE-884B-BD4A774332AE}" srcOrd="1" destOrd="0" presId="urn:microsoft.com/office/officeart/2009/3/layout/HorizontalOrganizationChart"/>
    <dgm:cxn modelId="{C88656C7-1465-47F7-B887-69C2D0E17EC9}" type="presOf" srcId="{454A2903-42E9-4AD4-B32C-56480B741CA4}" destId="{0C48BBF9-D61A-49C3-9C4A-9F8E897BC526}" srcOrd="0" destOrd="0" presId="urn:microsoft.com/office/officeart/2009/3/layout/HorizontalOrganizationChart"/>
    <dgm:cxn modelId="{77FDDBCA-03DD-4A95-96F4-7B9A8ADFB8F4}" type="presOf" srcId="{38A0B2E5-D90D-4428-806C-7CCE3CC93BD2}" destId="{2CFF43AD-E638-48CC-A1A6-213BB3000388}" srcOrd="0" destOrd="0" presId="urn:microsoft.com/office/officeart/2009/3/layout/HorizontalOrganizationChart"/>
    <dgm:cxn modelId="{DD8B5ECC-CFAA-4473-8AC7-B8620BFB8929}" type="presOf" srcId="{B0A38B96-90FF-402E-A24A-BEF06D54B9B6}" destId="{B53F97DA-CD42-477B-978A-645AB0B3B0D8}" srcOrd="0" destOrd="0" presId="urn:microsoft.com/office/officeart/2009/3/layout/HorizontalOrganizationChart"/>
    <dgm:cxn modelId="{00659ECF-D8C2-4D9B-A15F-648CBBC00FC8}" type="presOf" srcId="{D7660C3C-E08D-431C-8EE1-9AA78C89B4A5}" destId="{E3458C5F-4332-4439-96AF-FD966B7B137A}" srcOrd="0" destOrd="0" presId="urn:microsoft.com/office/officeart/2009/3/layout/HorizontalOrganizationChart"/>
    <dgm:cxn modelId="{F7EB54D0-8F39-4150-88B8-2DE2D401553E}" type="presOf" srcId="{E3AF1FB6-7793-4A4C-A846-4D8E2C079072}" destId="{23D4DC71-764D-47BE-982C-F5FC61CA73F7}" srcOrd="1" destOrd="0" presId="urn:microsoft.com/office/officeart/2009/3/layout/HorizontalOrganizationChart"/>
    <dgm:cxn modelId="{196D6ED2-D91E-482C-B59B-AD2FEC248E9A}" srcId="{3CBB9B95-F2DE-4200-8B3A-58D04CAEA47D}" destId="{23D84297-71D0-47C1-8874-FF344216EAC8}" srcOrd="1" destOrd="0" parTransId="{C4BC2D65-C06B-4D32-962C-942429050144}" sibTransId="{5E828AE2-BCBB-4D2E-B901-535C4EEBD24B}"/>
    <dgm:cxn modelId="{F159CDD2-8EC0-4BE1-9D7A-45331742F2A2}" type="presOf" srcId="{11D63282-5C42-403B-97BA-1AB59BBC2C41}" destId="{904226D0-5DE5-4039-A33D-3A3B483D2045}" srcOrd="0" destOrd="0" presId="urn:microsoft.com/office/officeart/2009/3/layout/HorizontalOrganizationChart"/>
    <dgm:cxn modelId="{BEB180D5-6221-42B6-AB3C-2662BC411331}" type="presOf" srcId="{97A8E0E5-1256-46F5-BDCA-CBF242F3C57E}" destId="{B70E4C0E-1521-4091-B753-26370D64F4FD}" srcOrd="1" destOrd="0" presId="urn:microsoft.com/office/officeart/2009/3/layout/HorizontalOrganizationChart"/>
    <dgm:cxn modelId="{BE6386D6-AE3E-4F0B-85A1-F180B6F5C202}" type="presOf" srcId="{A3638297-C98E-49B2-935E-46CEF1892D42}" destId="{51F75AAC-642B-48ED-B19B-2EA01A0D0209}" srcOrd="0" destOrd="0" presId="urn:microsoft.com/office/officeart/2009/3/layout/HorizontalOrganizationChart"/>
    <dgm:cxn modelId="{3A62B7D9-3C40-4560-A73C-D23AD318741D}" srcId="{3B3021F4-1B88-4824-8D12-7496727C461B}" destId="{6C8E784B-F666-494C-B943-E6FE294FAEB1}" srcOrd="1" destOrd="0" parTransId="{7607DCFD-2AEA-4454-AD75-99E4327A6DA2}" sibTransId="{2125BE52-3AA7-429B-8CE3-D4E62C9DFFAC}"/>
    <dgm:cxn modelId="{DB895BE1-C28C-41E8-B796-757FA9AAE687}" type="presOf" srcId="{9A5D99C4-3A63-4397-B386-EBF9464401C2}" destId="{3AAB2EC9-B2E4-493A-908E-ED4DAFB764DF}" srcOrd="0" destOrd="0" presId="urn:microsoft.com/office/officeart/2009/3/layout/HorizontalOrganizationChart"/>
    <dgm:cxn modelId="{66707CE1-6D61-42AF-B521-A67EE524ACF9}" type="presOf" srcId="{6A27566D-5E2B-4C81-8C09-639ED0AF984B}" destId="{7E303F30-9711-4703-9E93-53900C059588}" srcOrd="0" destOrd="0" presId="urn:microsoft.com/office/officeart/2009/3/layout/HorizontalOrganizationChart"/>
    <dgm:cxn modelId="{2C51EDE1-6CE8-4630-BABC-D0F8A19FB7D7}" srcId="{C9E721F3-3509-40BA-945D-417CE334E5F2}" destId="{35D396C7-832D-4310-9EFD-0CBA7534B49E}" srcOrd="1" destOrd="0" parTransId="{2053DD24-1A05-4174-B3A2-006AF3B872F4}" sibTransId="{0D904290-0D38-4707-88C1-2BE985B0DCCE}"/>
    <dgm:cxn modelId="{A015CFE3-8D7A-47C7-A649-92ADDAAC4F57}" type="presOf" srcId="{BCC45095-3A8B-4CB4-9AE4-6772688B37EF}" destId="{DF5FB862-76EA-4FBD-97DB-876FA1B4C7A5}" srcOrd="0" destOrd="0" presId="urn:microsoft.com/office/officeart/2009/3/layout/HorizontalOrganizationChart"/>
    <dgm:cxn modelId="{545AA9E8-7380-4B36-93B9-67A8FF3CAA69}" type="presOf" srcId="{4ECE59B8-536D-4DBD-9298-39EEE1A4E2F2}" destId="{B4B0D416-48DF-4327-B6CB-95B60821634B}" srcOrd="1" destOrd="0" presId="urn:microsoft.com/office/officeart/2009/3/layout/HorizontalOrganizationChart"/>
    <dgm:cxn modelId="{2C1374EA-220A-4E4F-B86A-BFB07851CD91}" type="presOf" srcId="{7F41646D-7809-44F5-B24B-6E191227AD5F}" destId="{0F92594C-0E70-43C7-B781-9ACAC2BFB8E4}" srcOrd="0" destOrd="0" presId="urn:microsoft.com/office/officeart/2009/3/layout/HorizontalOrganizationChart"/>
    <dgm:cxn modelId="{BCE029ED-898E-49BE-B72A-C48B1DEDE1C0}" type="presOf" srcId="{320AF489-F490-4FB9-A435-9E69697CB6A1}" destId="{D13F91A7-7FA0-4602-8F83-D5787EBFEB98}" srcOrd="0" destOrd="0" presId="urn:microsoft.com/office/officeart/2009/3/layout/HorizontalOrganizationChart"/>
    <dgm:cxn modelId="{C85A03EE-5338-4053-8F41-D62CC54E3549}" type="presOf" srcId="{764BB32F-0818-4190-8CBA-5BFD6043BFBC}" destId="{313097A2-C9D5-4518-B29A-5B216269D568}" srcOrd="1" destOrd="0" presId="urn:microsoft.com/office/officeart/2009/3/layout/HorizontalOrganizationChart"/>
    <dgm:cxn modelId="{30CCBCEE-6C5C-42DE-B1C3-C53210DE7090}" srcId="{3B3021F4-1B88-4824-8D12-7496727C461B}" destId="{C9E721F3-3509-40BA-945D-417CE334E5F2}" srcOrd="0" destOrd="0" parTransId="{ACF9E546-FC16-43CF-809C-930B68C88DB1}" sibTransId="{FEEFCB98-559B-4F6D-9142-483778425DB0}"/>
    <dgm:cxn modelId="{DD96F1EE-74A5-4137-A105-20003B9B3DC1}" type="presOf" srcId="{455048BF-88A9-42EC-8893-BB00D9AEA4E4}" destId="{C2E4F5E3-2A0B-42BD-8BFA-8E7CDCB5A754}" srcOrd="0" destOrd="0" presId="urn:microsoft.com/office/officeart/2009/3/layout/HorizontalOrganizationChart"/>
    <dgm:cxn modelId="{5C90DCEF-5ACC-4D4E-9056-410988D89BA0}" type="presOf" srcId="{C9E721F3-3509-40BA-945D-417CE334E5F2}" destId="{490BDFA8-D452-4BE4-9F81-245774E0D158}" srcOrd="0" destOrd="0" presId="urn:microsoft.com/office/officeart/2009/3/layout/HorizontalOrganizationChart"/>
    <dgm:cxn modelId="{1A18F2F1-5300-4DDC-ACB6-78382C818A45}" type="presOf" srcId="{04012DFC-77A8-4A46-B858-7332CB8C84A1}" destId="{CA242517-F53F-48F5-B2BD-3695E5DF74DD}" srcOrd="0" destOrd="0" presId="urn:microsoft.com/office/officeart/2009/3/layout/HorizontalOrganizationChart"/>
    <dgm:cxn modelId="{8A8C3FF3-A0C1-4EEA-98E5-737EA19B275E}" type="presOf" srcId="{7170B3D7-7385-4271-BFDD-77BDCB4B9D7D}" destId="{3D02A4C7-D3F8-46A9-BF13-B91E1207C679}" srcOrd="0" destOrd="0" presId="urn:microsoft.com/office/officeart/2009/3/layout/HorizontalOrganizationChart"/>
    <dgm:cxn modelId="{A52C6BF4-361F-4DAA-A860-69FA8C88171F}" type="presOf" srcId="{503A382B-1D5A-4546-833B-2164E945BC79}" destId="{B7E87C89-F2A3-40BE-A158-9348331D318D}" srcOrd="0" destOrd="0" presId="urn:microsoft.com/office/officeart/2009/3/layout/HorizontalOrganizationChart"/>
    <dgm:cxn modelId="{AD4C48F6-D1BF-454B-9E1C-9111D36AC05F}" srcId="{9A4F48F6-BCF9-4165-AF3C-7C7BA667FA27}" destId="{855297F2-A162-4EED-8FE7-B40916947E1F}" srcOrd="1" destOrd="0" parTransId="{83D18EB3-F613-46C2-86CF-CF849473A283}" sibTransId="{B3957AC8-05AC-4C73-A0A8-40D5AE41615E}"/>
    <dgm:cxn modelId="{7048C3F6-F911-4F22-80A5-5E8586894B9A}" type="presOf" srcId="{9A4F48F6-BCF9-4165-AF3C-7C7BA667FA27}" destId="{BAE31ACF-752D-4EA8-8B6E-54DBD06D21AE}" srcOrd="0" destOrd="0" presId="urn:microsoft.com/office/officeart/2009/3/layout/HorizontalOrganizationChart"/>
    <dgm:cxn modelId="{423FA7FB-73E0-4BCD-A13F-A99D2D9F6154}" srcId="{9DFAA83C-0ED7-4C5D-908E-2A02657C3D57}" destId="{503A382B-1D5A-4546-833B-2164E945BC79}" srcOrd="3" destOrd="0" parTransId="{A3638297-C98E-49B2-935E-46CEF1892D42}" sibTransId="{1D474A4F-185C-4214-81CF-5568DF079C10}"/>
    <dgm:cxn modelId="{94709FFC-0987-4299-88DF-D5D4835DA08F}" type="presOf" srcId="{F7D84224-A973-485F-ADAD-95BF5231A40B}" destId="{DC81B629-CD82-4B25-9F47-C4E4D420D1AE}" srcOrd="1" destOrd="0" presId="urn:microsoft.com/office/officeart/2009/3/layout/HorizontalOrganizationChart"/>
    <dgm:cxn modelId="{B1D3A3FD-088F-40F9-9B70-055A3F204E6B}" type="presOf" srcId="{E92EBC15-E9D8-4B5F-B808-E2AAF4F94361}" destId="{7EEBE634-507C-452D-8F74-93F7DA14811D}" srcOrd="0" destOrd="0" presId="urn:microsoft.com/office/officeart/2009/3/layout/HorizontalOrganizationChart"/>
    <dgm:cxn modelId="{2BCC2BFE-860D-4265-965F-546BC830656E}" type="presOf" srcId="{4F864848-EEBF-4930-A161-A4A71CAED760}" destId="{422596F1-C75B-45F9-BFD0-9951F8F32EFB}" srcOrd="0" destOrd="0" presId="urn:microsoft.com/office/officeart/2009/3/layout/HorizontalOrganizationChart"/>
    <dgm:cxn modelId="{64512EFF-FE16-4811-99ED-A308AC4F74E3}" srcId="{9A4F48F6-BCF9-4165-AF3C-7C7BA667FA27}" destId="{13719A43-B673-4C88-9D1E-16D752C05E25}" srcOrd="2" destOrd="0" parTransId="{A874BA0B-B7EF-479E-B1B8-17FB9E8D2868}" sibTransId="{212A347A-5399-4312-9400-C1BF5604C0A3}"/>
    <dgm:cxn modelId="{360BAAFF-63FD-43F2-9802-8A20EFFEA078}" srcId="{C9E721F3-3509-40BA-945D-417CE334E5F2}" destId="{73528B28-3862-4C56-BB94-20BFCA4D977C}" srcOrd="2" destOrd="0" parTransId="{320AF489-F490-4FB9-A435-9E69697CB6A1}" sibTransId="{D5F06BC4-1238-41A8-9412-D18B338823BA}"/>
    <dgm:cxn modelId="{2D84D5FF-4628-40FD-BC86-A836DF0A3B1C}" type="presOf" srcId="{6187C6C3-B996-4ED1-9E29-1993D45E2169}" destId="{FEF5E04A-D12E-4CCE-A14B-A308CB2E3CFB}" srcOrd="0" destOrd="0" presId="urn:microsoft.com/office/officeart/2009/3/layout/HorizontalOrganizationChart"/>
    <dgm:cxn modelId="{D0F0AE30-B487-482D-958C-B05B62F8E75C}" type="presParOf" srcId="{58CB3A1D-119E-4A17-8333-D813B10F6904}" destId="{B353C52D-BACF-435C-8EB5-9A8E19D70CDB}" srcOrd="0" destOrd="0" presId="urn:microsoft.com/office/officeart/2009/3/layout/HorizontalOrganizationChart"/>
    <dgm:cxn modelId="{7EF405FC-8C87-4B48-B62C-4FF5CD59F686}" type="presParOf" srcId="{B353C52D-BACF-435C-8EB5-9A8E19D70CDB}" destId="{0F0BA860-8E2C-436A-9AD6-9C25C962289A}" srcOrd="0" destOrd="0" presId="urn:microsoft.com/office/officeart/2009/3/layout/HorizontalOrganizationChart"/>
    <dgm:cxn modelId="{11840A0C-EF67-46C2-ACD1-FEF486D5E605}" type="presParOf" srcId="{0F0BA860-8E2C-436A-9AD6-9C25C962289A}" destId="{70046D02-65D6-40DB-ACBF-E73D76169B62}" srcOrd="0" destOrd="0" presId="urn:microsoft.com/office/officeart/2009/3/layout/HorizontalOrganizationChart"/>
    <dgm:cxn modelId="{AE83E9A2-10BF-4970-B906-462B1ED6EF95}" type="presParOf" srcId="{0F0BA860-8E2C-436A-9AD6-9C25C962289A}" destId="{1E04B9EB-E6E0-4CAA-B858-CAD2D06C5A89}" srcOrd="1" destOrd="0" presId="urn:microsoft.com/office/officeart/2009/3/layout/HorizontalOrganizationChart"/>
    <dgm:cxn modelId="{574F4F05-17C8-47D7-A280-19605D376DA6}" type="presParOf" srcId="{B353C52D-BACF-435C-8EB5-9A8E19D70CDB}" destId="{C516F576-9EA6-4A3E-BB9C-8700E1875F5A}" srcOrd="1" destOrd="0" presId="urn:microsoft.com/office/officeart/2009/3/layout/HorizontalOrganizationChart"/>
    <dgm:cxn modelId="{2F3AB473-AB9D-4316-B3BA-5D61C91D9F78}" type="presParOf" srcId="{C516F576-9EA6-4A3E-BB9C-8700E1875F5A}" destId="{3AAB2EC9-B2E4-493A-908E-ED4DAFB764DF}" srcOrd="0" destOrd="0" presId="urn:microsoft.com/office/officeart/2009/3/layout/HorizontalOrganizationChart"/>
    <dgm:cxn modelId="{720866D7-D3E8-437E-967A-A3754498ED35}" type="presParOf" srcId="{C516F576-9EA6-4A3E-BB9C-8700E1875F5A}" destId="{297A1475-871F-4B02-9E8C-FA3D011634A1}" srcOrd="1" destOrd="0" presId="urn:microsoft.com/office/officeart/2009/3/layout/HorizontalOrganizationChart"/>
    <dgm:cxn modelId="{D42EC87A-FCA7-4936-8A06-C8C4E442FA25}" type="presParOf" srcId="{297A1475-871F-4B02-9E8C-FA3D011634A1}" destId="{E0F525B7-9159-4C99-B924-C6F3E9886623}" srcOrd="0" destOrd="0" presId="urn:microsoft.com/office/officeart/2009/3/layout/HorizontalOrganizationChart"/>
    <dgm:cxn modelId="{6162D0B5-98E5-4D73-A38E-059226715AAD}" type="presParOf" srcId="{E0F525B7-9159-4C99-B924-C6F3E9886623}" destId="{BAE31ACF-752D-4EA8-8B6E-54DBD06D21AE}" srcOrd="0" destOrd="0" presId="urn:microsoft.com/office/officeart/2009/3/layout/HorizontalOrganizationChart"/>
    <dgm:cxn modelId="{3D8A2806-AAB6-4565-A7DF-14AB0D15596A}" type="presParOf" srcId="{E0F525B7-9159-4C99-B924-C6F3E9886623}" destId="{D46F3F0D-30A4-4DDE-884B-BD4A774332AE}" srcOrd="1" destOrd="0" presId="urn:microsoft.com/office/officeart/2009/3/layout/HorizontalOrganizationChart"/>
    <dgm:cxn modelId="{E3C34D93-435B-4E1F-A481-44375DDA5BCA}" type="presParOf" srcId="{297A1475-871F-4B02-9E8C-FA3D011634A1}" destId="{6322132C-78CD-43CA-BDB1-15934FC6847D}" srcOrd="1" destOrd="0" presId="urn:microsoft.com/office/officeart/2009/3/layout/HorizontalOrganizationChart"/>
    <dgm:cxn modelId="{475E9457-566A-4EF4-B7DE-E686001605CA}" type="presParOf" srcId="{6322132C-78CD-43CA-BDB1-15934FC6847D}" destId="{0AD372FC-0845-44C5-90A0-4A444CE67921}" srcOrd="0" destOrd="0" presId="urn:microsoft.com/office/officeart/2009/3/layout/HorizontalOrganizationChart"/>
    <dgm:cxn modelId="{D837FA63-E69C-4B0F-9AB0-18EF5AFF2078}" type="presParOf" srcId="{6322132C-78CD-43CA-BDB1-15934FC6847D}" destId="{2E752132-E630-4632-9600-9B043BD9E414}" srcOrd="1" destOrd="0" presId="urn:microsoft.com/office/officeart/2009/3/layout/HorizontalOrganizationChart"/>
    <dgm:cxn modelId="{740374AE-188A-49FD-B614-0F30BAF4CF31}" type="presParOf" srcId="{2E752132-E630-4632-9600-9B043BD9E414}" destId="{9118CF5F-B9CB-4640-BAA2-6FDCB656E312}" srcOrd="0" destOrd="0" presId="urn:microsoft.com/office/officeart/2009/3/layout/HorizontalOrganizationChart"/>
    <dgm:cxn modelId="{18B3C156-31D6-4E8F-B6E7-5009739C3E76}" type="presParOf" srcId="{9118CF5F-B9CB-4640-BAA2-6FDCB656E312}" destId="{171F98E8-7A93-4667-99EC-A67EE133F035}" srcOrd="0" destOrd="0" presId="urn:microsoft.com/office/officeart/2009/3/layout/HorizontalOrganizationChart"/>
    <dgm:cxn modelId="{29184962-0015-45C3-A3C8-65FFAD8CC74E}" type="presParOf" srcId="{9118CF5F-B9CB-4640-BAA2-6FDCB656E312}" destId="{B4B0D416-48DF-4327-B6CB-95B60821634B}" srcOrd="1" destOrd="0" presId="urn:microsoft.com/office/officeart/2009/3/layout/HorizontalOrganizationChart"/>
    <dgm:cxn modelId="{0A6D5094-8EB4-4253-8F5C-399D2E4839B7}" type="presParOf" srcId="{2E752132-E630-4632-9600-9B043BD9E414}" destId="{860F5D21-83EC-4D1B-83FE-010E6AAAD6E1}" srcOrd="1" destOrd="0" presId="urn:microsoft.com/office/officeart/2009/3/layout/HorizontalOrganizationChart"/>
    <dgm:cxn modelId="{4ED62B3A-FBDF-463A-BD74-E5002F0C21AC}" type="presParOf" srcId="{860F5D21-83EC-4D1B-83FE-010E6AAAD6E1}" destId="{0C48BBF9-D61A-49C3-9C4A-9F8E897BC526}" srcOrd="0" destOrd="0" presId="urn:microsoft.com/office/officeart/2009/3/layout/HorizontalOrganizationChart"/>
    <dgm:cxn modelId="{8CB81970-6D3B-4306-9301-9F5A8FC3267A}" type="presParOf" srcId="{860F5D21-83EC-4D1B-83FE-010E6AAAD6E1}" destId="{68B35679-26B2-422F-8E58-AD1E0E71C97A}" srcOrd="1" destOrd="0" presId="urn:microsoft.com/office/officeart/2009/3/layout/HorizontalOrganizationChart"/>
    <dgm:cxn modelId="{050838AD-A28C-4638-9DAA-DB3FDCB2E8D5}" type="presParOf" srcId="{68B35679-26B2-422F-8E58-AD1E0E71C97A}" destId="{283CF7F0-2C2A-4996-86E8-B99611999D67}" srcOrd="0" destOrd="0" presId="urn:microsoft.com/office/officeart/2009/3/layout/HorizontalOrganizationChart"/>
    <dgm:cxn modelId="{A6F722E6-9540-48C8-8EBA-1CDE9960A38D}" type="presParOf" srcId="{283CF7F0-2C2A-4996-86E8-B99611999D67}" destId="{4F157AFE-1A3E-4945-AFFE-3FBFDF773F45}" srcOrd="0" destOrd="0" presId="urn:microsoft.com/office/officeart/2009/3/layout/HorizontalOrganizationChart"/>
    <dgm:cxn modelId="{E4038A5D-84F0-4E65-BD43-28BEFE74C2A4}" type="presParOf" srcId="{283CF7F0-2C2A-4996-86E8-B99611999D67}" destId="{32B448BD-E161-46C8-A1F6-88A373738118}" srcOrd="1" destOrd="0" presId="urn:microsoft.com/office/officeart/2009/3/layout/HorizontalOrganizationChart"/>
    <dgm:cxn modelId="{793DD8D0-D22B-43A3-96B2-6A677F04E55B}" type="presParOf" srcId="{68B35679-26B2-422F-8E58-AD1E0E71C97A}" destId="{E336B98F-281B-4A8A-AE13-8063387C03E3}" srcOrd="1" destOrd="0" presId="urn:microsoft.com/office/officeart/2009/3/layout/HorizontalOrganizationChart"/>
    <dgm:cxn modelId="{22B30E04-52B2-4E30-91D4-BE11C2FB4CA9}" type="presParOf" srcId="{68B35679-26B2-422F-8E58-AD1E0E71C97A}" destId="{38ADAED9-8891-4C7D-8154-C0E5F1C45FFB}" srcOrd="2" destOrd="0" presId="urn:microsoft.com/office/officeart/2009/3/layout/HorizontalOrganizationChart"/>
    <dgm:cxn modelId="{28EF8893-5A72-4777-A41B-2A4339F2C1BD}" type="presParOf" srcId="{860F5D21-83EC-4D1B-83FE-010E6AAAD6E1}" destId="{FEF5E04A-D12E-4CCE-A14B-A308CB2E3CFB}" srcOrd="2" destOrd="0" presId="urn:microsoft.com/office/officeart/2009/3/layout/HorizontalOrganizationChart"/>
    <dgm:cxn modelId="{C792832D-5547-471B-A693-84B92FF8B02C}" type="presParOf" srcId="{860F5D21-83EC-4D1B-83FE-010E6AAAD6E1}" destId="{DF3A6B01-9AF0-47D5-B2C6-4767265990E0}" srcOrd="3" destOrd="0" presId="urn:microsoft.com/office/officeart/2009/3/layout/HorizontalOrganizationChart"/>
    <dgm:cxn modelId="{1DFAEBE0-850A-47BF-BA02-2AD290E394D4}" type="presParOf" srcId="{DF3A6B01-9AF0-47D5-B2C6-4767265990E0}" destId="{E0BBCED8-EF82-4B98-8005-DA81FE43F6E1}" srcOrd="0" destOrd="0" presId="urn:microsoft.com/office/officeart/2009/3/layout/HorizontalOrganizationChart"/>
    <dgm:cxn modelId="{E55FE56E-2D17-443A-9630-3DC7BEECD9FA}" type="presParOf" srcId="{E0BBCED8-EF82-4B98-8005-DA81FE43F6E1}" destId="{7EEBE634-507C-452D-8F74-93F7DA14811D}" srcOrd="0" destOrd="0" presId="urn:microsoft.com/office/officeart/2009/3/layout/HorizontalOrganizationChart"/>
    <dgm:cxn modelId="{DDF2C60B-4CDC-43A4-89AA-23ABBB6A8392}" type="presParOf" srcId="{E0BBCED8-EF82-4B98-8005-DA81FE43F6E1}" destId="{67AC6E1B-A339-4183-A794-6F8370D03B71}" srcOrd="1" destOrd="0" presId="urn:microsoft.com/office/officeart/2009/3/layout/HorizontalOrganizationChart"/>
    <dgm:cxn modelId="{42B51934-4E46-44A2-9F8B-504A55CC8B33}" type="presParOf" srcId="{DF3A6B01-9AF0-47D5-B2C6-4767265990E0}" destId="{ECA1E168-5C42-4AB6-9EB7-EB069D860EC3}" srcOrd="1" destOrd="0" presId="urn:microsoft.com/office/officeart/2009/3/layout/HorizontalOrganizationChart"/>
    <dgm:cxn modelId="{3C7B8D6B-5530-424F-A2C3-3C764AEAB871}" type="presParOf" srcId="{DF3A6B01-9AF0-47D5-B2C6-4767265990E0}" destId="{3EEBBF62-1428-45E5-AB17-40275F203E09}" srcOrd="2" destOrd="0" presId="urn:microsoft.com/office/officeart/2009/3/layout/HorizontalOrganizationChart"/>
    <dgm:cxn modelId="{4CD4D566-339B-47B1-B49B-EB651C090910}" type="presParOf" srcId="{2E752132-E630-4632-9600-9B043BD9E414}" destId="{8A3A4087-C2D1-4E88-BA2C-FF26690A6263}" srcOrd="2" destOrd="0" presId="urn:microsoft.com/office/officeart/2009/3/layout/HorizontalOrganizationChart"/>
    <dgm:cxn modelId="{898A9BA1-46D5-4815-917A-F75A223B63A5}" type="presParOf" srcId="{6322132C-78CD-43CA-BDB1-15934FC6847D}" destId="{37CB0559-0F9C-4E01-9395-9AF1D8335AB3}" srcOrd="2" destOrd="0" presId="urn:microsoft.com/office/officeart/2009/3/layout/HorizontalOrganizationChart"/>
    <dgm:cxn modelId="{1848672A-57ED-49AA-AC2C-78E427EC948B}" type="presParOf" srcId="{6322132C-78CD-43CA-BDB1-15934FC6847D}" destId="{CFDB63F1-940F-405A-A9B4-7DDC93AF5869}" srcOrd="3" destOrd="0" presId="urn:microsoft.com/office/officeart/2009/3/layout/HorizontalOrganizationChart"/>
    <dgm:cxn modelId="{49BFE3A6-6B5E-40FB-BDA3-4F097E24E2B4}" type="presParOf" srcId="{CFDB63F1-940F-405A-A9B4-7DDC93AF5869}" destId="{011E1183-F092-4EB8-9DFF-4332630ED2E5}" srcOrd="0" destOrd="0" presId="urn:microsoft.com/office/officeart/2009/3/layout/HorizontalOrganizationChart"/>
    <dgm:cxn modelId="{00BD9257-DBB2-4458-BDDF-BB55650A99E3}" type="presParOf" srcId="{011E1183-F092-4EB8-9DFF-4332630ED2E5}" destId="{E9A97367-2565-4CA7-B81D-4E147657D835}" srcOrd="0" destOrd="0" presId="urn:microsoft.com/office/officeart/2009/3/layout/HorizontalOrganizationChart"/>
    <dgm:cxn modelId="{8E90389A-6AF1-4B83-BF9C-3B8CFEB9B85E}" type="presParOf" srcId="{011E1183-F092-4EB8-9DFF-4332630ED2E5}" destId="{2846335E-09B8-4070-8AE1-F4A8659BD36F}" srcOrd="1" destOrd="0" presId="urn:microsoft.com/office/officeart/2009/3/layout/HorizontalOrganizationChart"/>
    <dgm:cxn modelId="{D34DE188-41FA-4C90-A77D-217AB8C4A889}" type="presParOf" srcId="{CFDB63F1-940F-405A-A9B4-7DDC93AF5869}" destId="{D98298B5-4B34-459A-BC81-9CF46F584A90}" srcOrd="1" destOrd="0" presId="urn:microsoft.com/office/officeart/2009/3/layout/HorizontalOrganizationChart"/>
    <dgm:cxn modelId="{148A9441-03DB-4A51-A1B3-9C7A5484B5DF}" type="presParOf" srcId="{D98298B5-4B34-459A-BC81-9CF46F584A90}" destId="{904226D0-5DE5-4039-A33D-3A3B483D2045}" srcOrd="0" destOrd="0" presId="urn:microsoft.com/office/officeart/2009/3/layout/HorizontalOrganizationChart"/>
    <dgm:cxn modelId="{9C8BEA9C-6319-4910-9ED5-38A1BF3F2614}" type="presParOf" srcId="{D98298B5-4B34-459A-BC81-9CF46F584A90}" destId="{CFDFF4EB-FEE9-4245-894A-89F788BCC283}" srcOrd="1" destOrd="0" presId="urn:microsoft.com/office/officeart/2009/3/layout/HorizontalOrganizationChart"/>
    <dgm:cxn modelId="{A6668BC7-2409-4B13-8DE8-B94AEAE55CE5}" type="presParOf" srcId="{CFDFF4EB-FEE9-4245-894A-89F788BCC283}" destId="{0C24B182-0E6A-4D77-80B6-2F0EFD2DF32A}" srcOrd="0" destOrd="0" presId="urn:microsoft.com/office/officeart/2009/3/layout/HorizontalOrganizationChart"/>
    <dgm:cxn modelId="{06E1DB82-A2BE-46CF-BF2F-A56694CA93EF}" type="presParOf" srcId="{0C24B182-0E6A-4D77-80B6-2F0EFD2DF32A}" destId="{CBCC7696-EFAB-4F9F-8C0A-720224B8DCB6}" srcOrd="0" destOrd="0" presId="urn:microsoft.com/office/officeart/2009/3/layout/HorizontalOrganizationChart"/>
    <dgm:cxn modelId="{8F60C674-865D-4DF7-AB83-18BC43A4585E}" type="presParOf" srcId="{0C24B182-0E6A-4D77-80B6-2F0EFD2DF32A}" destId="{23D4DC71-764D-47BE-982C-F5FC61CA73F7}" srcOrd="1" destOrd="0" presId="urn:microsoft.com/office/officeart/2009/3/layout/HorizontalOrganizationChart"/>
    <dgm:cxn modelId="{4256F62B-0C32-45DD-994C-22333356D590}" type="presParOf" srcId="{CFDFF4EB-FEE9-4245-894A-89F788BCC283}" destId="{3E27F26B-6132-4147-8863-74AD7D9AB567}" srcOrd="1" destOrd="0" presId="urn:microsoft.com/office/officeart/2009/3/layout/HorizontalOrganizationChart"/>
    <dgm:cxn modelId="{4DF371D3-2B66-4A75-A14A-2EDFD6FBB664}" type="presParOf" srcId="{3E27F26B-6132-4147-8863-74AD7D9AB567}" destId="{2C4198AB-26E0-4488-A949-AC34DCA3B154}" srcOrd="0" destOrd="0" presId="urn:microsoft.com/office/officeart/2009/3/layout/HorizontalOrganizationChart"/>
    <dgm:cxn modelId="{FB430513-8AE8-4239-A1E8-FA712AC3CDD0}" type="presParOf" srcId="{3E27F26B-6132-4147-8863-74AD7D9AB567}" destId="{D474E4AE-4358-419C-9225-BC9E6D566826}" srcOrd="1" destOrd="0" presId="urn:microsoft.com/office/officeart/2009/3/layout/HorizontalOrganizationChart"/>
    <dgm:cxn modelId="{C5A8369F-A3C9-497C-BCD6-E20571E8F5B5}" type="presParOf" srcId="{D474E4AE-4358-419C-9225-BC9E6D566826}" destId="{EF097900-7832-47D3-9D78-69FD0289B4AF}" srcOrd="0" destOrd="0" presId="urn:microsoft.com/office/officeart/2009/3/layout/HorizontalOrganizationChart"/>
    <dgm:cxn modelId="{C750CB0E-966E-47E1-B9DD-824740A882DE}" type="presParOf" srcId="{EF097900-7832-47D3-9D78-69FD0289B4AF}" destId="{AD980698-3B39-4F03-BC7B-E6CC415D37FF}" srcOrd="0" destOrd="0" presId="urn:microsoft.com/office/officeart/2009/3/layout/HorizontalOrganizationChart"/>
    <dgm:cxn modelId="{DC423352-1037-4D2D-A926-CE225B0E44F7}" type="presParOf" srcId="{EF097900-7832-47D3-9D78-69FD0289B4AF}" destId="{39661304-84F2-4510-A80A-0ED0BF9B0CEA}" srcOrd="1" destOrd="0" presId="urn:microsoft.com/office/officeart/2009/3/layout/HorizontalOrganizationChart"/>
    <dgm:cxn modelId="{4554AC3C-87FF-496E-8908-67F0F94805F8}" type="presParOf" srcId="{D474E4AE-4358-419C-9225-BC9E6D566826}" destId="{065A812D-ABB5-4FA3-8F10-23657A25B85B}" srcOrd="1" destOrd="0" presId="urn:microsoft.com/office/officeart/2009/3/layout/HorizontalOrganizationChart"/>
    <dgm:cxn modelId="{179AB93A-3D30-4408-A9A1-2121C25C9E15}" type="presParOf" srcId="{D474E4AE-4358-419C-9225-BC9E6D566826}" destId="{6942C355-73E2-4014-9379-D8E1C3BBB07F}" srcOrd="2" destOrd="0" presId="urn:microsoft.com/office/officeart/2009/3/layout/HorizontalOrganizationChart"/>
    <dgm:cxn modelId="{536A3584-EB29-4360-B268-90A829E41E95}" type="presParOf" srcId="{CFDFF4EB-FEE9-4245-894A-89F788BCC283}" destId="{C273ABF5-E08A-4BE7-A63B-1BF59E20ADD2}" srcOrd="2" destOrd="0" presId="urn:microsoft.com/office/officeart/2009/3/layout/HorizontalOrganizationChart"/>
    <dgm:cxn modelId="{7A38697E-8294-41FB-AC4C-FAA0933A7573}" type="presParOf" srcId="{CFDB63F1-940F-405A-A9B4-7DDC93AF5869}" destId="{51A25AF1-B8A8-40A6-BC8E-0E3A3D038724}" srcOrd="2" destOrd="0" presId="urn:microsoft.com/office/officeart/2009/3/layout/HorizontalOrganizationChart"/>
    <dgm:cxn modelId="{B6EDAD64-2FD2-4800-83A2-0F1A03CB2221}" type="presParOf" srcId="{6322132C-78CD-43CA-BDB1-15934FC6847D}" destId="{E4E142D8-98D9-4BB4-8826-8B27491F43B4}" srcOrd="4" destOrd="0" presId="urn:microsoft.com/office/officeart/2009/3/layout/HorizontalOrganizationChart"/>
    <dgm:cxn modelId="{D3EE0288-A168-439E-BB22-8CA8B86877DC}" type="presParOf" srcId="{6322132C-78CD-43CA-BDB1-15934FC6847D}" destId="{7D003827-466D-499B-9492-0D274854DE71}" srcOrd="5" destOrd="0" presId="urn:microsoft.com/office/officeart/2009/3/layout/HorizontalOrganizationChart"/>
    <dgm:cxn modelId="{51073387-26D6-4C6B-95E3-3216B4BC37C6}" type="presParOf" srcId="{7D003827-466D-499B-9492-0D274854DE71}" destId="{8321FBBC-0B02-4D6A-B292-31DB58261631}" srcOrd="0" destOrd="0" presId="urn:microsoft.com/office/officeart/2009/3/layout/HorizontalOrganizationChart"/>
    <dgm:cxn modelId="{A2354542-A03C-447E-A19D-6DAC3E6C4975}" type="presParOf" srcId="{8321FBBC-0B02-4D6A-B292-31DB58261631}" destId="{3E0FA384-F7A7-4EF5-BB6C-325C5B877E93}" srcOrd="0" destOrd="0" presId="urn:microsoft.com/office/officeart/2009/3/layout/HorizontalOrganizationChart"/>
    <dgm:cxn modelId="{A783F753-712E-469E-BB26-95558BFFDB55}" type="presParOf" srcId="{8321FBBC-0B02-4D6A-B292-31DB58261631}" destId="{039EE693-846A-452B-938C-A79863754B50}" srcOrd="1" destOrd="0" presId="urn:microsoft.com/office/officeart/2009/3/layout/HorizontalOrganizationChart"/>
    <dgm:cxn modelId="{CE49746A-E0DD-4440-9131-9D8D7FC69441}" type="presParOf" srcId="{7D003827-466D-499B-9492-0D274854DE71}" destId="{15438C47-FF5A-46A4-A923-94CF51153C82}" srcOrd="1" destOrd="0" presId="urn:microsoft.com/office/officeart/2009/3/layout/HorizontalOrganizationChart"/>
    <dgm:cxn modelId="{4FD3FC33-12DA-450D-AB5A-F7CE303890E2}" type="presParOf" srcId="{15438C47-FF5A-46A4-A923-94CF51153C82}" destId="{B53F97DA-CD42-477B-978A-645AB0B3B0D8}" srcOrd="0" destOrd="0" presId="urn:microsoft.com/office/officeart/2009/3/layout/HorizontalOrganizationChart"/>
    <dgm:cxn modelId="{FE82B32A-57B2-4E06-9AC1-08D0AA45FD47}" type="presParOf" srcId="{15438C47-FF5A-46A4-A923-94CF51153C82}" destId="{6D2D5EBF-D547-4528-A20C-8F5E2C9B880C}" srcOrd="1" destOrd="0" presId="urn:microsoft.com/office/officeart/2009/3/layout/HorizontalOrganizationChart"/>
    <dgm:cxn modelId="{398DF832-F059-4B25-A7EE-64B2FF5BB2AE}" type="presParOf" srcId="{6D2D5EBF-D547-4528-A20C-8F5E2C9B880C}" destId="{10C34B34-3590-46BB-B6F2-FDE6907AB634}" srcOrd="0" destOrd="0" presId="urn:microsoft.com/office/officeart/2009/3/layout/HorizontalOrganizationChart"/>
    <dgm:cxn modelId="{496DBB80-F609-4E87-9A6F-ED3296737E73}" type="presParOf" srcId="{10C34B34-3590-46BB-B6F2-FDE6907AB634}" destId="{5CE68631-E50F-4A7D-A78E-B9848249D5F3}" srcOrd="0" destOrd="0" presId="urn:microsoft.com/office/officeart/2009/3/layout/HorizontalOrganizationChart"/>
    <dgm:cxn modelId="{1ADBFF21-8D8B-4B39-BB62-57A667AA128C}" type="presParOf" srcId="{10C34B34-3590-46BB-B6F2-FDE6907AB634}" destId="{313097A2-C9D5-4518-B29A-5B216269D568}" srcOrd="1" destOrd="0" presId="urn:microsoft.com/office/officeart/2009/3/layout/HorizontalOrganizationChart"/>
    <dgm:cxn modelId="{25FF3E95-FBD3-462D-8977-8FCEB2C0CC96}" type="presParOf" srcId="{6D2D5EBF-D547-4528-A20C-8F5E2C9B880C}" destId="{23275A76-13D0-4464-8314-473BE340AD8F}" srcOrd="1" destOrd="0" presId="urn:microsoft.com/office/officeart/2009/3/layout/HorizontalOrganizationChart"/>
    <dgm:cxn modelId="{999498DA-A6A3-4EA6-B781-162C4C7EED52}" type="presParOf" srcId="{6D2D5EBF-D547-4528-A20C-8F5E2C9B880C}" destId="{DB679513-DBB0-4A13-8DD4-A35C9E981A94}" srcOrd="2" destOrd="0" presId="urn:microsoft.com/office/officeart/2009/3/layout/HorizontalOrganizationChart"/>
    <dgm:cxn modelId="{829A2BD7-E251-4766-9DA8-784E91CD6E94}" type="presParOf" srcId="{7D003827-466D-499B-9492-0D274854DE71}" destId="{0F2A9527-4341-4D91-B2A8-08268FCDC96C}" srcOrd="2" destOrd="0" presId="urn:microsoft.com/office/officeart/2009/3/layout/HorizontalOrganizationChart"/>
    <dgm:cxn modelId="{2A937E75-0203-4610-9CCD-026F2E373B16}" type="presParOf" srcId="{6322132C-78CD-43CA-BDB1-15934FC6847D}" destId="{422596F1-C75B-45F9-BFD0-9951F8F32EFB}" srcOrd="6" destOrd="0" presId="urn:microsoft.com/office/officeart/2009/3/layout/HorizontalOrganizationChart"/>
    <dgm:cxn modelId="{4A1813F7-362E-4DBC-87C9-E2E39D14ED30}" type="presParOf" srcId="{6322132C-78CD-43CA-BDB1-15934FC6847D}" destId="{2385C688-3F8F-43A2-A30A-2252C12C33E5}" srcOrd="7" destOrd="0" presId="urn:microsoft.com/office/officeart/2009/3/layout/HorizontalOrganizationChart"/>
    <dgm:cxn modelId="{43EBB597-D849-4DDA-9FB0-64C1DB699DA6}" type="presParOf" srcId="{2385C688-3F8F-43A2-A30A-2252C12C33E5}" destId="{581FB53A-4B2E-4286-B82E-94AEB51C2972}" srcOrd="0" destOrd="0" presId="urn:microsoft.com/office/officeart/2009/3/layout/HorizontalOrganizationChart"/>
    <dgm:cxn modelId="{0C7CCCBB-1727-4892-A665-9D93C5C89225}" type="presParOf" srcId="{581FB53A-4B2E-4286-B82E-94AEB51C2972}" destId="{9E916334-F27B-4E86-B949-E7079E77F959}" srcOrd="0" destOrd="0" presId="urn:microsoft.com/office/officeart/2009/3/layout/HorizontalOrganizationChart"/>
    <dgm:cxn modelId="{40942A2E-DE01-4D6A-BCAB-967F12FA573A}" type="presParOf" srcId="{581FB53A-4B2E-4286-B82E-94AEB51C2972}" destId="{49F9D926-559F-4648-BFF5-79BEBC70A452}" srcOrd="1" destOrd="0" presId="urn:microsoft.com/office/officeart/2009/3/layout/HorizontalOrganizationChart"/>
    <dgm:cxn modelId="{F3BC4C9C-DA44-488D-B40E-A2CFE3D00CB6}" type="presParOf" srcId="{2385C688-3F8F-43A2-A30A-2252C12C33E5}" destId="{16DEFBD3-D008-4B05-B2DD-39FF5F864F76}" srcOrd="1" destOrd="0" presId="urn:microsoft.com/office/officeart/2009/3/layout/HorizontalOrganizationChart"/>
    <dgm:cxn modelId="{5FC75F9F-A912-43DA-B667-FA09237A22A9}" type="presParOf" srcId="{16DEFBD3-D008-4B05-B2DD-39FF5F864F76}" destId="{137A950C-A2C9-4E92-AA44-CCBE0A4712D0}" srcOrd="0" destOrd="0" presId="urn:microsoft.com/office/officeart/2009/3/layout/HorizontalOrganizationChart"/>
    <dgm:cxn modelId="{C30C152A-2A62-40A6-8516-FB84E3690074}" type="presParOf" srcId="{16DEFBD3-D008-4B05-B2DD-39FF5F864F76}" destId="{642302D4-25F5-4191-A6BD-80A90EE256CB}" srcOrd="1" destOrd="0" presId="urn:microsoft.com/office/officeart/2009/3/layout/HorizontalOrganizationChart"/>
    <dgm:cxn modelId="{72360CC8-18D4-4FB1-950A-C06B2C3A3537}" type="presParOf" srcId="{642302D4-25F5-4191-A6BD-80A90EE256CB}" destId="{B324F531-5460-45CD-AD63-4E1D583EC186}" srcOrd="0" destOrd="0" presId="urn:microsoft.com/office/officeart/2009/3/layout/HorizontalOrganizationChart"/>
    <dgm:cxn modelId="{627854E0-630B-454B-98AC-8E602256C70C}" type="presParOf" srcId="{B324F531-5460-45CD-AD63-4E1D583EC186}" destId="{0BA28261-1ED3-47EB-A7EA-310484F5DF09}" srcOrd="0" destOrd="0" presId="urn:microsoft.com/office/officeart/2009/3/layout/HorizontalOrganizationChart"/>
    <dgm:cxn modelId="{214D3176-9843-4DD3-A71A-37A8D62BA030}" type="presParOf" srcId="{B324F531-5460-45CD-AD63-4E1D583EC186}" destId="{1F3D57A6-91D2-48AA-B105-E07306DABA2F}" srcOrd="1" destOrd="0" presId="urn:microsoft.com/office/officeart/2009/3/layout/HorizontalOrganizationChart"/>
    <dgm:cxn modelId="{47FABD7F-2B53-42F1-8E00-CBD27BAAA72C}" type="presParOf" srcId="{642302D4-25F5-4191-A6BD-80A90EE256CB}" destId="{E693CDA9-254D-4703-B79E-4F8CEA104BCE}" srcOrd="1" destOrd="0" presId="urn:microsoft.com/office/officeart/2009/3/layout/HorizontalOrganizationChart"/>
    <dgm:cxn modelId="{98324829-6436-4796-A1E8-787E4B5425B1}" type="presParOf" srcId="{E693CDA9-254D-4703-B79E-4F8CEA104BCE}" destId="{DF5FB862-76EA-4FBD-97DB-876FA1B4C7A5}" srcOrd="0" destOrd="0" presId="urn:microsoft.com/office/officeart/2009/3/layout/HorizontalOrganizationChart"/>
    <dgm:cxn modelId="{9D57E5B4-8D7C-45BE-B28D-2A906DA64A79}" type="presParOf" srcId="{E693CDA9-254D-4703-B79E-4F8CEA104BCE}" destId="{929D98B8-E1AF-4AB0-A72E-45EB1F9E4936}" srcOrd="1" destOrd="0" presId="urn:microsoft.com/office/officeart/2009/3/layout/HorizontalOrganizationChart"/>
    <dgm:cxn modelId="{56CF1F2C-6909-41C0-A46B-205FCEE9F4CB}" type="presParOf" srcId="{929D98B8-E1AF-4AB0-A72E-45EB1F9E4936}" destId="{94CE8272-7C92-4520-8B2F-7E2EACAF34CA}" srcOrd="0" destOrd="0" presId="urn:microsoft.com/office/officeart/2009/3/layout/HorizontalOrganizationChart"/>
    <dgm:cxn modelId="{C51CD23F-3098-4BCB-BDCB-473988463A21}" type="presParOf" srcId="{94CE8272-7C92-4520-8B2F-7E2EACAF34CA}" destId="{B509227D-8391-4FEA-8798-380D7D9E41EE}" srcOrd="0" destOrd="0" presId="urn:microsoft.com/office/officeart/2009/3/layout/HorizontalOrganizationChart"/>
    <dgm:cxn modelId="{13C4A915-1C80-4C35-9769-D9C2B2BFF256}" type="presParOf" srcId="{94CE8272-7C92-4520-8B2F-7E2EACAF34CA}" destId="{13AAB80B-89C4-451F-A39D-CC96E0BE201C}" srcOrd="1" destOrd="0" presId="urn:microsoft.com/office/officeart/2009/3/layout/HorizontalOrganizationChart"/>
    <dgm:cxn modelId="{15284E6A-78CE-4890-8648-44622BACBE91}" type="presParOf" srcId="{929D98B8-E1AF-4AB0-A72E-45EB1F9E4936}" destId="{037CCFC1-A766-48DA-8CDC-17C070D2D1E8}" srcOrd="1" destOrd="0" presId="urn:microsoft.com/office/officeart/2009/3/layout/HorizontalOrganizationChart"/>
    <dgm:cxn modelId="{2268357A-9D6A-43F7-B0A2-DA691E56AFB1}" type="presParOf" srcId="{929D98B8-E1AF-4AB0-A72E-45EB1F9E4936}" destId="{0637968F-433B-4694-843C-7733D3911379}" srcOrd="2" destOrd="0" presId="urn:microsoft.com/office/officeart/2009/3/layout/HorizontalOrganizationChart"/>
    <dgm:cxn modelId="{65CDDEC5-C79A-4ED2-8FB7-10F3E93D9CC9}" type="presParOf" srcId="{642302D4-25F5-4191-A6BD-80A90EE256CB}" destId="{2EBC82D9-8CA9-4573-B5A3-42C5FAEEF36B}" srcOrd="2" destOrd="0" presId="urn:microsoft.com/office/officeart/2009/3/layout/HorizontalOrganizationChart"/>
    <dgm:cxn modelId="{F8942A24-8804-4E94-96A5-044475CA7931}" type="presParOf" srcId="{2385C688-3F8F-43A2-A30A-2252C12C33E5}" destId="{7B4852E4-0821-4A98-95F4-9B67008C205D}" srcOrd="2" destOrd="0" presId="urn:microsoft.com/office/officeart/2009/3/layout/HorizontalOrganizationChart"/>
    <dgm:cxn modelId="{AF7DBD97-EAE1-403F-BCED-4A25FB51D390}" type="presParOf" srcId="{6322132C-78CD-43CA-BDB1-15934FC6847D}" destId="{259DBE4E-D122-4206-8EBC-C98CAAF97ECC}" srcOrd="8" destOrd="0" presId="urn:microsoft.com/office/officeart/2009/3/layout/HorizontalOrganizationChart"/>
    <dgm:cxn modelId="{732E2C46-D2A8-4384-8AC2-3164CA496681}" type="presParOf" srcId="{6322132C-78CD-43CA-BDB1-15934FC6847D}" destId="{2768B59B-453A-42A2-85F9-75C2F9E31EB2}" srcOrd="9" destOrd="0" presId="urn:microsoft.com/office/officeart/2009/3/layout/HorizontalOrganizationChart"/>
    <dgm:cxn modelId="{A6DEF01D-6051-4A29-AC74-985C274D6422}" type="presParOf" srcId="{2768B59B-453A-42A2-85F9-75C2F9E31EB2}" destId="{AA82314E-5F22-45DE-BE38-64D9F48D91DF}" srcOrd="0" destOrd="0" presId="urn:microsoft.com/office/officeart/2009/3/layout/HorizontalOrganizationChart"/>
    <dgm:cxn modelId="{F27E926E-5AEA-454B-B2AD-13C2305D30E2}" type="presParOf" srcId="{AA82314E-5F22-45DE-BE38-64D9F48D91DF}" destId="{7E303F30-9711-4703-9E93-53900C059588}" srcOrd="0" destOrd="0" presId="urn:microsoft.com/office/officeart/2009/3/layout/HorizontalOrganizationChart"/>
    <dgm:cxn modelId="{17CA64D8-7995-49A1-A8B9-F4D5519B8FE3}" type="presParOf" srcId="{AA82314E-5F22-45DE-BE38-64D9F48D91DF}" destId="{6B320540-8EFC-424C-87BB-7A322C848E8D}" srcOrd="1" destOrd="0" presId="urn:microsoft.com/office/officeart/2009/3/layout/HorizontalOrganizationChart"/>
    <dgm:cxn modelId="{BEC962E0-FCDC-4978-BC02-6CA41646D36A}" type="presParOf" srcId="{2768B59B-453A-42A2-85F9-75C2F9E31EB2}" destId="{3A41FAFC-2989-4EED-BB19-C23AE601C621}" srcOrd="1" destOrd="0" presId="urn:microsoft.com/office/officeart/2009/3/layout/HorizontalOrganizationChart"/>
    <dgm:cxn modelId="{D5E71807-DDCA-4727-B7FE-C503A4AB8E34}" type="presParOf" srcId="{3A41FAFC-2989-4EED-BB19-C23AE601C621}" destId="{95CF0774-536B-4F9D-A2E5-78BCC760D370}" srcOrd="0" destOrd="0" presId="urn:microsoft.com/office/officeart/2009/3/layout/HorizontalOrganizationChart"/>
    <dgm:cxn modelId="{075513B2-DBC6-4187-A731-004735B83F72}" type="presParOf" srcId="{3A41FAFC-2989-4EED-BB19-C23AE601C621}" destId="{ECC1C45E-B00C-4A59-AEB9-1F953F5C00A3}" srcOrd="1" destOrd="0" presId="urn:microsoft.com/office/officeart/2009/3/layout/HorizontalOrganizationChart"/>
    <dgm:cxn modelId="{F894AEC2-4A71-4658-BBDE-A5E4F24A3BF2}" type="presParOf" srcId="{ECC1C45E-B00C-4A59-AEB9-1F953F5C00A3}" destId="{08A8723F-9790-4D05-9A7F-A695DD54ADA0}" srcOrd="0" destOrd="0" presId="urn:microsoft.com/office/officeart/2009/3/layout/HorizontalOrganizationChart"/>
    <dgm:cxn modelId="{E241A8CF-5D75-443C-A151-C167AE8BEA03}" type="presParOf" srcId="{08A8723F-9790-4D05-9A7F-A695DD54ADA0}" destId="{2A231453-FF0D-443D-87E8-87257BA9B0EE}" srcOrd="0" destOrd="0" presId="urn:microsoft.com/office/officeart/2009/3/layout/HorizontalOrganizationChart"/>
    <dgm:cxn modelId="{591B32D6-798A-41A1-87C7-6A8154347DA5}" type="presParOf" srcId="{08A8723F-9790-4D05-9A7F-A695DD54ADA0}" destId="{0A0759F7-AEC9-45E6-B0C9-C7C1A3150A4F}" srcOrd="1" destOrd="0" presId="urn:microsoft.com/office/officeart/2009/3/layout/HorizontalOrganizationChart"/>
    <dgm:cxn modelId="{3811B4BB-FE7F-4045-A713-0A8040C8ABEB}" type="presParOf" srcId="{ECC1C45E-B00C-4A59-AEB9-1F953F5C00A3}" destId="{F155B652-50D0-4E33-B58C-7DC296E2D5F0}" srcOrd="1" destOrd="0" presId="urn:microsoft.com/office/officeart/2009/3/layout/HorizontalOrganizationChart"/>
    <dgm:cxn modelId="{65044E62-70FE-4995-9F41-CE3F53CFC7DD}" type="presParOf" srcId="{ECC1C45E-B00C-4A59-AEB9-1F953F5C00A3}" destId="{B3A37EE4-B0F0-4588-A807-3153A2E69F69}" srcOrd="2" destOrd="0" presId="urn:microsoft.com/office/officeart/2009/3/layout/HorizontalOrganizationChart"/>
    <dgm:cxn modelId="{79845A5F-A5D6-4C09-A5F9-9AE1B50234AC}" type="presParOf" srcId="{2768B59B-453A-42A2-85F9-75C2F9E31EB2}" destId="{485D3EB7-314F-4C91-B2D4-8AB5126CF5BB}" srcOrd="2" destOrd="0" presId="urn:microsoft.com/office/officeart/2009/3/layout/HorizontalOrganizationChart"/>
    <dgm:cxn modelId="{EF3FBCF5-038A-4EED-BFE5-6DEE43EBA214}" type="presParOf" srcId="{6322132C-78CD-43CA-BDB1-15934FC6847D}" destId="{5D734C8D-E40C-4BF2-A310-8A858AE1F314}" srcOrd="10" destOrd="0" presId="urn:microsoft.com/office/officeart/2009/3/layout/HorizontalOrganizationChart"/>
    <dgm:cxn modelId="{09AEF06C-7D5B-428C-A78B-15386C856682}" type="presParOf" srcId="{6322132C-78CD-43CA-BDB1-15934FC6847D}" destId="{A6B1FB9B-052B-489F-9CB1-187B6E579E3C}" srcOrd="11" destOrd="0" presId="urn:microsoft.com/office/officeart/2009/3/layout/HorizontalOrganizationChart"/>
    <dgm:cxn modelId="{1C4C06B1-B297-461A-8E87-B670796AA8DF}" type="presParOf" srcId="{A6B1FB9B-052B-489F-9CB1-187B6E579E3C}" destId="{FF477795-AE90-4627-9E54-30BBA876CAB3}" srcOrd="0" destOrd="0" presId="urn:microsoft.com/office/officeart/2009/3/layout/HorizontalOrganizationChart"/>
    <dgm:cxn modelId="{7B16D815-AE88-47F5-B0C0-0AA415A3A3C9}" type="presParOf" srcId="{FF477795-AE90-4627-9E54-30BBA876CAB3}" destId="{3D02A4C7-D3F8-46A9-BF13-B91E1207C679}" srcOrd="0" destOrd="0" presId="urn:microsoft.com/office/officeart/2009/3/layout/HorizontalOrganizationChart"/>
    <dgm:cxn modelId="{FFA9BDCC-7E4A-492E-A592-663B06C3AAE9}" type="presParOf" srcId="{FF477795-AE90-4627-9E54-30BBA876CAB3}" destId="{75AB063C-95C2-4D08-BD75-E990F011A243}" srcOrd="1" destOrd="0" presId="urn:microsoft.com/office/officeart/2009/3/layout/HorizontalOrganizationChart"/>
    <dgm:cxn modelId="{F2376F1A-9AE8-4B6D-BD56-E5439125F78A}" type="presParOf" srcId="{A6B1FB9B-052B-489F-9CB1-187B6E579E3C}" destId="{896FC98F-C18B-48B6-9368-6A4224F8D339}" srcOrd="1" destOrd="0" presId="urn:microsoft.com/office/officeart/2009/3/layout/HorizontalOrganizationChart"/>
    <dgm:cxn modelId="{AB4DD23D-CA6D-4E82-9827-B4F93690ABF1}" type="presParOf" srcId="{896FC98F-C18B-48B6-9368-6A4224F8D339}" destId="{DF3D6495-4140-4D40-8D35-ABD35584EF53}" srcOrd="0" destOrd="0" presId="urn:microsoft.com/office/officeart/2009/3/layout/HorizontalOrganizationChart"/>
    <dgm:cxn modelId="{9C4D168A-7F61-4272-B2AD-84DF6CDF69AC}" type="presParOf" srcId="{896FC98F-C18B-48B6-9368-6A4224F8D339}" destId="{D14D68CC-E066-4447-90AF-4E5C4D91C745}" srcOrd="1" destOrd="0" presId="urn:microsoft.com/office/officeart/2009/3/layout/HorizontalOrganizationChart"/>
    <dgm:cxn modelId="{D123A2FE-8A27-48DD-8B54-44FF2B2D56FC}" type="presParOf" srcId="{D14D68CC-E066-4447-90AF-4E5C4D91C745}" destId="{4CB1C44D-18C1-45B3-8B69-3E34236607C4}" srcOrd="0" destOrd="0" presId="urn:microsoft.com/office/officeart/2009/3/layout/HorizontalOrganizationChart"/>
    <dgm:cxn modelId="{94B093A2-DF64-4D51-A34A-D91AB50205A6}" type="presParOf" srcId="{4CB1C44D-18C1-45B3-8B69-3E34236607C4}" destId="{90D35EA2-A25D-449A-8C0B-91C81C67A50C}" srcOrd="0" destOrd="0" presId="urn:microsoft.com/office/officeart/2009/3/layout/HorizontalOrganizationChart"/>
    <dgm:cxn modelId="{6CB1B104-F3B1-458F-B77C-DDA0DC833AB3}" type="presParOf" srcId="{4CB1C44D-18C1-45B3-8B69-3E34236607C4}" destId="{89FD8EE9-AA60-48A6-9D40-0DBE92C02DE0}" srcOrd="1" destOrd="0" presId="urn:microsoft.com/office/officeart/2009/3/layout/HorizontalOrganizationChart"/>
    <dgm:cxn modelId="{985C0393-D5A2-4A10-B16F-6CD1A9BEA76F}" type="presParOf" srcId="{D14D68CC-E066-4447-90AF-4E5C4D91C745}" destId="{53B6FEF6-D5AE-485A-8D43-4347859156E9}" srcOrd="1" destOrd="0" presId="urn:microsoft.com/office/officeart/2009/3/layout/HorizontalOrganizationChart"/>
    <dgm:cxn modelId="{79B1761C-5E21-4C82-A4ED-E79D1C0DA8C5}" type="presParOf" srcId="{D14D68CC-E066-4447-90AF-4E5C4D91C745}" destId="{6077FBBF-C54E-456A-B261-7861B4F23FB0}" srcOrd="2" destOrd="0" presId="urn:microsoft.com/office/officeart/2009/3/layout/HorizontalOrganizationChart"/>
    <dgm:cxn modelId="{98DF071B-A0FE-42C8-B1F8-833FE700CEC1}" type="presParOf" srcId="{A6B1FB9B-052B-489F-9CB1-187B6E579E3C}" destId="{293C3232-9283-4A76-99D0-ACC9F33364EB}" srcOrd="2" destOrd="0" presId="urn:microsoft.com/office/officeart/2009/3/layout/HorizontalOrganizationChart"/>
    <dgm:cxn modelId="{697BED18-5E57-4C65-A43D-0DAAECFE687F}" type="presParOf" srcId="{297A1475-871F-4B02-9E8C-FA3D011634A1}" destId="{0B06169F-9F61-42D6-8ABC-16C0E3ADE867}" srcOrd="2" destOrd="0" presId="urn:microsoft.com/office/officeart/2009/3/layout/HorizontalOrganizationChart"/>
    <dgm:cxn modelId="{CFA5BCB7-A9DE-43C9-90E4-7189710CEA24}" type="presParOf" srcId="{C516F576-9EA6-4A3E-BB9C-8700E1875F5A}" destId="{87CE32BE-E790-4C1C-A724-8399427B532F}" srcOrd="2" destOrd="0" presId="urn:microsoft.com/office/officeart/2009/3/layout/HorizontalOrganizationChart"/>
    <dgm:cxn modelId="{F8B57E9E-ABFB-4FA2-B54E-2FE678E1065B}" type="presParOf" srcId="{C516F576-9EA6-4A3E-BB9C-8700E1875F5A}" destId="{DF6F6EFF-03DB-45D7-9A74-CFE192F02E5B}" srcOrd="3" destOrd="0" presId="urn:microsoft.com/office/officeart/2009/3/layout/HorizontalOrganizationChart"/>
    <dgm:cxn modelId="{6A71ACE6-2F3F-49BB-A64D-0CD0D3C9DA53}" type="presParOf" srcId="{DF6F6EFF-03DB-45D7-9A74-CFE192F02E5B}" destId="{88B72410-4735-4833-900A-AE12330D8502}" srcOrd="0" destOrd="0" presId="urn:microsoft.com/office/officeart/2009/3/layout/HorizontalOrganizationChart"/>
    <dgm:cxn modelId="{9F7B8210-BD3F-42D6-8E20-FF8D751D6952}" type="presParOf" srcId="{88B72410-4735-4833-900A-AE12330D8502}" destId="{8C63EC56-3637-4380-B189-D0B66ADCD3F7}" srcOrd="0" destOrd="0" presId="urn:microsoft.com/office/officeart/2009/3/layout/HorizontalOrganizationChart"/>
    <dgm:cxn modelId="{21FE0D79-03C1-45B0-A724-E361C7A1D04A}" type="presParOf" srcId="{88B72410-4735-4833-900A-AE12330D8502}" destId="{AC252788-612D-4E9E-AE60-64A72A6D6716}" srcOrd="1" destOrd="0" presId="urn:microsoft.com/office/officeart/2009/3/layout/HorizontalOrganizationChart"/>
    <dgm:cxn modelId="{C37BB0E4-D731-436D-AF49-E7E07A48EFB6}" type="presParOf" srcId="{DF6F6EFF-03DB-45D7-9A74-CFE192F02E5B}" destId="{7DC8C575-4697-4BB3-BD29-6296054E1F4E}" srcOrd="1" destOrd="0" presId="urn:microsoft.com/office/officeart/2009/3/layout/HorizontalOrganizationChart"/>
    <dgm:cxn modelId="{69657B30-1AF0-4444-82EF-98E7A5DF5A10}" type="presParOf" srcId="{DF6F6EFF-03DB-45D7-9A74-CFE192F02E5B}" destId="{AA35ED9B-1545-493D-AB5A-2EF477C71C83}" srcOrd="2" destOrd="0" presId="urn:microsoft.com/office/officeart/2009/3/layout/HorizontalOrganizationChart"/>
    <dgm:cxn modelId="{96DC796F-46CF-4902-9560-638FD4C47F70}" type="presParOf" srcId="{C516F576-9EA6-4A3E-BB9C-8700E1875F5A}" destId="{B62982CB-6890-46C2-886C-0FC435E2E88A}" srcOrd="4" destOrd="0" presId="urn:microsoft.com/office/officeart/2009/3/layout/HorizontalOrganizationChart"/>
    <dgm:cxn modelId="{CC3C7392-601D-4DDE-A1EF-8654A3EBDC59}" type="presParOf" srcId="{C516F576-9EA6-4A3E-BB9C-8700E1875F5A}" destId="{2B3438B6-C4AF-4776-9B02-580A7BE79A50}" srcOrd="5" destOrd="0" presId="urn:microsoft.com/office/officeart/2009/3/layout/HorizontalOrganizationChart"/>
    <dgm:cxn modelId="{57B06FF9-10A2-4B86-A9EB-9E3EBE9150B7}" type="presParOf" srcId="{2B3438B6-C4AF-4776-9B02-580A7BE79A50}" destId="{E7A4D92D-25D1-46AE-B1D5-E3B02045B764}" srcOrd="0" destOrd="0" presId="urn:microsoft.com/office/officeart/2009/3/layout/HorizontalOrganizationChart"/>
    <dgm:cxn modelId="{6D0455FC-FC29-4829-A426-322DAA9F6ED9}" type="presParOf" srcId="{E7A4D92D-25D1-46AE-B1D5-E3B02045B764}" destId="{110F79BE-B8CE-48C2-943A-1C7F5605B400}" srcOrd="0" destOrd="0" presId="urn:microsoft.com/office/officeart/2009/3/layout/HorizontalOrganizationChart"/>
    <dgm:cxn modelId="{A236AB38-C97C-418A-81C7-EB547D5CB14E}" type="presParOf" srcId="{E7A4D92D-25D1-46AE-B1D5-E3B02045B764}" destId="{B8476156-8F22-41DE-9C5C-CDA42789A7C4}" srcOrd="1" destOrd="0" presId="urn:microsoft.com/office/officeart/2009/3/layout/HorizontalOrganizationChart"/>
    <dgm:cxn modelId="{C6E564D3-0BFB-42DF-915C-BE664EF1E66D}" type="presParOf" srcId="{2B3438B6-C4AF-4776-9B02-580A7BE79A50}" destId="{E94EFD84-5C54-40D8-9A8F-C38CEAB04081}" srcOrd="1" destOrd="0" presId="urn:microsoft.com/office/officeart/2009/3/layout/HorizontalOrganizationChart"/>
    <dgm:cxn modelId="{D0D4A898-C56B-410F-B68A-42085BFAC185}" type="presParOf" srcId="{E94EFD84-5C54-40D8-9A8F-C38CEAB04081}" destId="{6B2D008C-CA97-4972-8B5B-45081F19E3EC}" srcOrd="0" destOrd="0" presId="urn:microsoft.com/office/officeart/2009/3/layout/HorizontalOrganizationChart"/>
    <dgm:cxn modelId="{D88D24CF-3397-4005-9306-00CF6BA49643}" type="presParOf" srcId="{E94EFD84-5C54-40D8-9A8F-C38CEAB04081}" destId="{7D941C44-EDB9-43A1-8B0D-A42E00E86928}" srcOrd="1" destOrd="0" presId="urn:microsoft.com/office/officeart/2009/3/layout/HorizontalOrganizationChart"/>
    <dgm:cxn modelId="{F6C6D1FD-AEEF-4F30-AE99-2BC7BF48FDBB}" type="presParOf" srcId="{7D941C44-EDB9-43A1-8B0D-A42E00E86928}" destId="{37131C8B-8B5A-45A5-BF77-ACCEECE3D803}" srcOrd="0" destOrd="0" presId="urn:microsoft.com/office/officeart/2009/3/layout/HorizontalOrganizationChart"/>
    <dgm:cxn modelId="{B89184A9-AC1D-440D-8AB2-8FA43EB63B4D}" type="presParOf" srcId="{37131C8B-8B5A-45A5-BF77-ACCEECE3D803}" destId="{5ED98B15-1271-4C1B-BD70-D93D404A68CE}" srcOrd="0" destOrd="0" presId="urn:microsoft.com/office/officeart/2009/3/layout/HorizontalOrganizationChart"/>
    <dgm:cxn modelId="{1370BC94-979D-4F7C-A4DB-78C16E8A9437}" type="presParOf" srcId="{37131C8B-8B5A-45A5-BF77-ACCEECE3D803}" destId="{32F9F6CA-A9C9-4EC0-B487-8A6B1DDEE396}" srcOrd="1" destOrd="0" presId="urn:microsoft.com/office/officeart/2009/3/layout/HorizontalOrganizationChart"/>
    <dgm:cxn modelId="{802BFCB4-26CA-4D9D-9E45-D07D1B934C83}" type="presParOf" srcId="{7D941C44-EDB9-43A1-8B0D-A42E00E86928}" destId="{6072350C-6373-4705-A9DC-82BB2DD64A3A}" srcOrd="1" destOrd="0" presId="urn:microsoft.com/office/officeart/2009/3/layout/HorizontalOrganizationChart"/>
    <dgm:cxn modelId="{1E1136A4-8FE1-4C63-ADF8-DA2B15A0FEB9}" type="presParOf" srcId="{7D941C44-EDB9-43A1-8B0D-A42E00E86928}" destId="{42B863AB-8FAF-4752-9099-E77932F0D395}" srcOrd="2" destOrd="0" presId="urn:microsoft.com/office/officeart/2009/3/layout/HorizontalOrganizationChart"/>
    <dgm:cxn modelId="{F949F0ED-CCA0-46EC-BB93-C1370748F2B8}" type="presParOf" srcId="{E94EFD84-5C54-40D8-9A8F-C38CEAB04081}" destId="{A9FBC398-F630-4DAD-8DDB-C584F376881B}" srcOrd="2" destOrd="0" presId="urn:microsoft.com/office/officeart/2009/3/layout/HorizontalOrganizationChart"/>
    <dgm:cxn modelId="{28B49D3F-3BE0-4568-844F-895DB49E9652}" type="presParOf" srcId="{E94EFD84-5C54-40D8-9A8F-C38CEAB04081}" destId="{CE404325-D390-4D1D-A6D6-0523ECB0D0C3}" srcOrd="3" destOrd="0" presId="urn:microsoft.com/office/officeart/2009/3/layout/HorizontalOrganizationChart"/>
    <dgm:cxn modelId="{62166F77-A8C6-4C4A-A842-84AF59750FE5}" type="presParOf" srcId="{CE404325-D390-4D1D-A6D6-0523ECB0D0C3}" destId="{6857FE5E-590C-4932-8F31-20B61F623BF8}" srcOrd="0" destOrd="0" presId="urn:microsoft.com/office/officeart/2009/3/layout/HorizontalOrganizationChart"/>
    <dgm:cxn modelId="{D6ECA9D9-D2B4-4633-A60D-EE4D870CC6D7}" type="presParOf" srcId="{6857FE5E-590C-4932-8F31-20B61F623BF8}" destId="{E3458C5F-4332-4439-96AF-FD966B7B137A}" srcOrd="0" destOrd="0" presId="urn:microsoft.com/office/officeart/2009/3/layout/HorizontalOrganizationChart"/>
    <dgm:cxn modelId="{BCAEBB89-B14B-4F37-9479-9091C47F8FFF}" type="presParOf" srcId="{6857FE5E-590C-4932-8F31-20B61F623BF8}" destId="{E64611E0-F76B-4B48-BD4A-3D9E4DE85202}" srcOrd="1" destOrd="0" presId="urn:microsoft.com/office/officeart/2009/3/layout/HorizontalOrganizationChart"/>
    <dgm:cxn modelId="{D5EAE7BC-A2AD-4D98-BB7E-1718D8B02E77}" type="presParOf" srcId="{CE404325-D390-4D1D-A6D6-0523ECB0D0C3}" destId="{178FB168-8EC0-4C39-B0F2-CBAC9954840C}" srcOrd="1" destOrd="0" presId="urn:microsoft.com/office/officeart/2009/3/layout/HorizontalOrganizationChart"/>
    <dgm:cxn modelId="{A1E53933-B80F-418D-A1C6-87F3716507A6}" type="presParOf" srcId="{178FB168-8EC0-4C39-B0F2-CBAC9954840C}" destId="{DB5E1FBB-4766-4187-B99E-821C906B52A9}" srcOrd="0" destOrd="0" presId="urn:microsoft.com/office/officeart/2009/3/layout/HorizontalOrganizationChart"/>
    <dgm:cxn modelId="{05ED4D5E-65DC-4D48-BFF7-F99EFC79B8FC}" type="presParOf" srcId="{178FB168-8EC0-4C39-B0F2-CBAC9954840C}" destId="{10C12785-5206-46A6-BA56-0F5E579E9E0C}" srcOrd="1" destOrd="0" presId="urn:microsoft.com/office/officeart/2009/3/layout/HorizontalOrganizationChart"/>
    <dgm:cxn modelId="{6D777EA0-366D-43C3-ACA1-52257AC84914}" type="presParOf" srcId="{10C12785-5206-46A6-BA56-0F5E579E9E0C}" destId="{B50E8FAC-15A9-4F01-9686-6AD3A2985F93}" srcOrd="0" destOrd="0" presId="urn:microsoft.com/office/officeart/2009/3/layout/HorizontalOrganizationChart"/>
    <dgm:cxn modelId="{A30EFCA1-894B-404E-B0DD-F4E48FAA96F3}" type="presParOf" srcId="{B50E8FAC-15A9-4F01-9686-6AD3A2985F93}" destId="{07CF39E6-9B2B-4A5F-B780-120DD8E62C9B}" srcOrd="0" destOrd="0" presId="urn:microsoft.com/office/officeart/2009/3/layout/HorizontalOrganizationChart"/>
    <dgm:cxn modelId="{EE5339E6-57C3-4E22-8E08-D6D4083C8FC5}" type="presParOf" srcId="{B50E8FAC-15A9-4F01-9686-6AD3A2985F93}" destId="{B2D69DCB-202B-46EC-819A-C954631D964B}" srcOrd="1" destOrd="0" presId="urn:microsoft.com/office/officeart/2009/3/layout/HorizontalOrganizationChart"/>
    <dgm:cxn modelId="{11A4F7B5-BCD6-470B-9366-AAF9E3145C66}" type="presParOf" srcId="{10C12785-5206-46A6-BA56-0F5E579E9E0C}" destId="{39477503-7022-4EFE-910A-4D9CD5006307}" srcOrd="1" destOrd="0" presId="urn:microsoft.com/office/officeart/2009/3/layout/HorizontalOrganizationChart"/>
    <dgm:cxn modelId="{304800B1-691E-4D15-93D3-2FAE8D9D4954}" type="presParOf" srcId="{39477503-7022-4EFE-910A-4D9CD5006307}" destId="{F4508D2D-CCAA-4B6E-AD9A-E2A8D4EBB379}" srcOrd="0" destOrd="0" presId="urn:microsoft.com/office/officeart/2009/3/layout/HorizontalOrganizationChart"/>
    <dgm:cxn modelId="{F735E35B-DD0B-49FB-BF2D-D7049308EE3D}" type="presParOf" srcId="{39477503-7022-4EFE-910A-4D9CD5006307}" destId="{A679DF6E-2E87-49EF-9331-294A3BA4327D}" srcOrd="1" destOrd="0" presId="urn:microsoft.com/office/officeart/2009/3/layout/HorizontalOrganizationChart"/>
    <dgm:cxn modelId="{65F01DC6-FEA8-4C99-9021-8E5B10983BA1}" type="presParOf" srcId="{A679DF6E-2E87-49EF-9331-294A3BA4327D}" destId="{F436D6A1-1ADA-4670-B90C-DCE011D93A3B}" srcOrd="0" destOrd="0" presId="urn:microsoft.com/office/officeart/2009/3/layout/HorizontalOrganizationChart"/>
    <dgm:cxn modelId="{3AAFCADA-9D86-4B4B-BF0B-7625C1B7E0D3}" type="presParOf" srcId="{F436D6A1-1ADA-4670-B90C-DCE011D93A3B}" destId="{B652EFB0-A88E-48A1-836A-A245919707FD}" srcOrd="0" destOrd="0" presId="urn:microsoft.com/office/officeart/2009/3/layout/HorizontalOrganizationChart"/>
    <dgm:cxn modelId="{DDA3EA29-19AF-4555-B0FA-45687795EAD8}" type="presParOf" srcId="{F436D6A1-1ADA-4670-B90C-DCE011D93A3B}" destId="{DC81B629-CD82-4B25-9F47-C4E4D420D1AE}" srcOrd="1" destOrd="0" presId="urn:microsoft.com/office/officeart/2009/3/layout/HorizontalOrganizationChart"/>
    <dgm:cxn modelId="{10E0F6E6-38B7-49DA-823B-9299BDAFDBF7}" type="presParOf" srcId="{A679DF6E-2E87-49EF-9331-294A3BA4327D}" destId="{6D88FD24-272B-4F88-85DA-3D20C3E257B3}" srcOrd="1" destOrd="0" presId="urn:microsoft.com/office/officeart/2009/3/layout/HorizontalOrganizationChart"/>
    <dgm:cxn modelId="{8F413038-D9CF-4DB1-AF36-57A317738D9C}" type="presParOf" srcId="{A679DF6E-2E87-49EF-9331-294A3BA4327D}" destId="{06F8F34C-15EC-4471-A6D4-438E4D10EB3A}" srcOrd="2" destOrd="0" presId="urn:microsoft.com/office/officeart/2009/3/layout/HorizontalOrganizationChart"/>
    <dgm:cxn modelId="{7C52C60C-DA55-4913-B28C-51D6B5BC6E1E}" type="presParOf" srcId="{10C12785-5206-46A6-BA56-0F5E579E9E0C}" destId="{B8B3B9BF-9701-4947-ACE9-1AEAD028B857}" srcOrd="2" destOrd="0" presId="urn:microsoft.com/office/officeart/2009/3/layout/HorizontalOrganizationChart"/>
    <dgm:cxn modelId="{FDA0A6B9-A987-444B-8E4A-60B0F20A3823}" type="presParOf" srcId="{178FB168-8EC0-4C39-B0F2-CBAC9954840C}" destId="{A70F5440-1532-4A1D-A6B4-AF69FBE58D12}" srcOrd="2" destOrd="0" presId="urn:microsoft.com/office/officeart/2009/3/layout/HorizontalOrganizationChart"/>
    <dgm:cxn modelId="{CD7548F7-1076-4C6C-8C34-70E5FA9F3F6C}" type="presParOf" srcId="{178FB168-8EC0-4C39-B0F2-CBAC9954840C}" destId="{EC40E019-0120-4F45-94FE-CCD6C60DCCFC}" srcOrd="3" destOrd="0" presId="urn:microsoft.com/office/officeart/2009/3/layout/HorizontalOrganizationChart"/>
    <dgm:cxn modelId="{5DAFC41E-CB8A-41B7-9889-631E0803FD35}" type="presParOf" srcId="{EC40E019-0120-4F45-94FE-CCD6C60DCCFC}" destId="{E12CBF1C-8ECA-451E-8BF7-19C54F17F51C}" srcOrd="0" destOrd="0" presId="urn:microsoft.com/office/officeart/2009/3/layout/HorizontalOrganizationChart"/>
    <dgm:cxn modelId="{43050EF7-F535-4876-868A-46C61EE1C102}" type="presParOf" srcId="{E12CBF1C-8ECA-451E-8BF7-19C54F17F51C}" destId="{1D1D8692-63AE-448E-8E39-430F6A4B46BF}" srcOrd="0" destOrd="0" presId="urn:microsoft.com/office/officeart/2009/3/layout/HorizontalOrganizationChart"/>
    <dgm:cxn modelId="{17EFFBE7-EAAD-4960-ABD8-2C5E261F637D}" type="presParOf" srcId="{E12CBF1C-8ECA-451E-8BF7-19C54F17F51C}" destId="{18E21695-07C6-4F19-99E8-D16CE3157C9B}" srcOrd="1" destOrd="0" presId="urn:microsoft.com/office/officeart/2009/3/layout/HorizontalOrganizationChart"/>
    <dgm:cxn modelId="{D9F6BF24-99ED-491F-92D1-E5545A09B034}" type="presParOf" srcId="{EC40E019-0120-4F45-94FE-CCD6C60DCCFC}" destId="{3BDF94F5-1D25-402E-8247-6F898723BBB9}" srcOrd="1" destOrd="0" presId="urn:microsoft.com/office/officeart/2009/3/layout/HorizontalOrganizationChart"/>
    <dgm:cxn modelId="{E8F2BAEA-E443-4681-88EF-8FE1B8D260BA}" type="presParOf" srcId="{3BDF94F5-1D25-402E-8247-6F898723BBB9}" destId="{CA242517-F53F-48F5-B2BD-3695E5DF74DD}" srcOrd="0" destOrd="0" presId="urn:microsoft.com/office/officeart/2009/3/layout/HorizontalOrganizationChart"/>
    <dgm:cxn modelId="{B687216E-36DE-4A44-A2BE-FAE8E5294314}" type="presParOf" srcId="{3BDF94F5-1D25-402E-8247-6F898723BBB9}" destId="{C4BC5194-FE1C-4020-9B78-BED164EFDC75}" srcOrd="1" destOrd="0" presId="urn:microsoft.com/office/officeart/2009/3/layout/HorizontalOrganizationChart"/>
    <dgm:cxn modelId="{CFEF2DD9-D7BD-44EB-A207-F72D212013D1}" type="presParOf" srcId="{C4BC5194-FE1C-4020-9B78-BED164EFDC75}" destId="{6F6AD7DC-1E5E-41D5-81EA-F136CC76DE3B}" srcOrd="0" destOrd="0" presId="urn:microsoft.com/office/officeart/2009/3/layout/HorizontalOrganizationChart"/>
    <dgm:cxn modelId="{E26FA173-E221-44A1-A1FF-DAD265886A17}" type="presParOf" srcId="{6F6AD7DC-1E5E-41D5-81EA-F136CC76DE3B}" destId="{CF184D97-6870-475F-82DD-C951C974B444}" srcOrd="0" destOrd="0" presId="urn:microsoft.com/office/officeart/2009/3/layout/HorizontalOrganizationChart"/>
    <dgm:cxn modelId="{DA5E6C06-6915-45BD-AD2E-06D8D0F68554}" type="presParOf" srcId="{6F6AD7DC-1E5E-41D5-81EA-F136CC76DE3B}" destId="{368DE4E4-C42A-435E-AD32-88164C04A62F}" srcOrd="1" destOrd="0" presId="urn:microsoft.com/office/officeart/2009/3/layout/HorizontalOrganizationChart"/>
    <dgm:cxn modelId="{4CE9A17A-C02F-4FD4-9AE3-BB4511C426D9}" type="presParOf" srcId="{C4BC5194-FE1C-4020-9B78-BED164EFDC75}" destId="{2F5EE40E-768E-468A-97CB-B7D089D3E5A6}" srcOrd="1" destOrd="0" presId="urn:microsoft.com/office/officeart/2009/3/layout/HorizontalOrganizationChart"/>
    <dgm:cxn modelId="{DC74FCAA-D238-423C-8E6C-C3A0CB44FF4B}" type="presParOf" srcId="{C4BC5194-FE1C-4020-9B78-BED164EFDC75}" destId="{3527D649-6D94-44F6-949B-641733A2557F}" srcOrd="2" destOrd="0" presId="urn:microsoft.com/office/officeart/2009/3/layout/HorizontalOrganizationChart"/>
    <dgm:cxn modelId="{EF15FA0C-66E2-408B-B409-B2481EEA2868}" type="presParOf" srcId="{EC40E019-0120-4F45-94FE-CCD6C60DCCFC}" destId="{A67D8E25-55D4-42F5-B7CB-B526BAD5CB0E}" srcOrd="2" destOrd="0" presId="urn:microsoft.com/office/officeart/2009/3/layout/HorizontalOrganizationChart"/>
    <dgm:cxn modelId="{D9D097DD-5CAC-4AD8-9032-F542E483C70D}" type="presParOf" srcId="{CE404325-D390-4D1D-A6D6-0523ECB0D0C3}" destId="{D097B0BF-81C7-4309-9852-2E865B8B14EA}" srcOrd="2" destOrd="0" presId="urn:microsoft.com/office/officeart/2009/3/layout/HorizontalOrganizationChart"/>
    <dgm:cxn modelId="{ED068D5C-FA4A-48BB-930C-B264463A0675}" type="presParOf" srcId="{E94EFD84-5C54-40D8-9A8F-C38CEAB04081}" destId="{0F92594C-0E70-43C7-B781-9ACAC2BFB8E4}" srcOrd="4" destOrd="0" presId="urn:microsoft.com/office/officeart/2009/3/layout/HorizontalOrganizationChart"/>
    <dgm:cxn modelId="{42D52576-21B4-4C13-B9F8-700EAA61D673}" type="presParOf" srcId="{E94EFD84-5C54-40D8-9A8F-C38CEAB04081}" destId="{F49CA836-44E5-4C40-8AC4-2AE0EF430965}" srcOrd="5" destOrd="0" presId="urn:microsoft.com/office/officeart/2009/3/layout/HorizontalOrganizationChart"/>
    <dgm:cxn modelId="{E86BCFB8-EFBE-4F2F-AED1-9F17E61CE3A4}" type="presParOf" srcId="{F49CA836-44E5-4C40-8AC4-2AE0EF430965}" destId="{FDE5C0D2-1D67-4212-86C6-397D790596CF}" srcOrd="0" destOrd="0" presId="urn:microsoft.com/office/officeart/2009/3/layout/HorizontalOrganizationChart"/>
    <dgm:cxn modelId="{D542A836-3B00-43AA-A5A0-ECDD4698D82F}" type="presParOf" srcId="{FDE5C0D2-1D67-4212-86C6-397D790596CF}" destId="{FD314EC3-FAF3-42D4-B72F-81E23652E3D9}" srcOrd="0" destOrd="0" presId="urn:microsoft.com/office/officeart/2009/3/layout/HorizontalOrganizationChart"/>
    <dgm:cxn modelId="{80FD769E-356C-4A57-A74C-6CA27AB1FDF2}" type="presParOf" srcId="{FDE5C0D2-1D67-4212-86C6-397D790596CF}" destId="{3FD13D51-28CB-4ACA-8CF5-784F6B0C3075}" srcOrd="1" destOrd="0" presId="urn:microsoft.com/office/officeart/2009/3/layout/HorizontalOrganizationChart"/>
    <dgm:cxn modelId="{A9D22EF8-CA71-4C52-A610-227AEC5CF072}" type="presParOf" srcId="{F49CA836-44E5-4C40-8AC4-2AE0EF430965}" destId="{16EE9FFA-E407-4775-9823-E76B3F7213DD}" srcOrd="1" destOrd="0" presId="urn:microsoft.com/office/officeart/2009/3/layout/HorizontalOrganizationChart"/>
    <dgm:cxn modelId="{6565E233-DB45-4BCB-B3BA-B9A7DF49D8A5}" type="presParOf" srcId="{16EE9FFA-E407-4775-9823-E76B3F7213DD}" destId="{7E682426-9DD9-499F-8054-AD080EABE950}" srcOrd="0" destOrd="0" presId="urn:microsoft.com/office/officeart/2009/3/layout/HorizontalOrganizationChart"/>
    <dgm:cxn modelId="{4341A7C5-BF10-4824-80B1-467A59A447E2}" type="presParOf" srcId="{16EE9FFA-E407-4775-9823-E76B3F7213DD}" destId="{9AE62F2E-6CB3-4473-B405-A3BA1D9BFA8A}" srcOrd="1" destOrd="0" presId="urn:microsoft.com/office/officeart/2009/3/layout/HorizontalOrganizationChart"/>
    <dgm:cxn modelId="{C17DEA8D-D3B3-4942-8367-7D852CAC6ECE}" type="presParOf" srcId="{9AE62F2E-6CB3-4473-B405-A3BA1D9BFA8A}" destId="{2D6DC72C-5D67-49D0-B044-6D2B7E2D9CA6}" srcOrd="0" destOrd="0" presId="urn:microsoft.com/office/officeart/2009/3/layout/HorizontalOrganizationChart"/>
    <dgm:cxn modelId="{F477EE7F-0E5E-4A3E-8B05-F8CB832C9546}" type="presParOf" srcId="{2D6DC72C-5D67-49D0-B044-6D2B7E2D9CA6}" destId="{2CFF43AD-E638-48CC-A1A6-213BB3000388}" srcOrd="0" destOrd="0" presId="urn:microsoft.com/office/officeart/2009/3/layout/HorizontalOrganizationChart"/>
    <dgm:cxn modelId="{91380170-D5BA-4CC7-81ED-49F9A089C88D}" type="presParOf" srcId="{2D6DC72C-5D67-49D0-B044-6D2B7E2D9CA6}" destId="{47B80075-7A99-4CC4-8E04-7AE4D94B5491}" srcOrd="1" destOrd="0" presId="urn:microsoft.com/office/officeart/2009/3/layout/HorizontalOrganizationChart"/>
    <dgm:cxn modelId="{FF13077C-DF95-42B1-934C-F89B6E35A399}" type="presParOf" srcId="{9AE62F2E-6CB3-4473-B405-A3BA1D9BFA8A}" destId="{2B1F2EC5-D922-47CB-9075-5C58620A91A3}" srcOrd="1" destOrd="0" presId="urn:microsoft.com/office/officeart/2009/3/layout/HorizontalOrganizationChart"/>
    <dgm:cxn modelId="{5DB3022A-52C4-4EAD-A7DE-CE92AEA34FD2}" type="presParOf" srcId="{9AE62F2E-6CB3-4473-B405-A3BA1D9BFA8A}" destId="{3CAB886C-4BD0-4321-8ECB-8E4B5608D104}" srcOrd="2" destOrd="0" presId="urn:microsoft.com/office/officeart/2009/3/layout/HorizontalOrganizationChart"/>
    <dgm:cxn modelId="{A1A88FFE-39C1-4FC0-BC5C-FA1465803CA1}" type="presParOf" srcId="{F49CA836-44E5-4C40-8AC4-2AE0EF430965}" destId="{51EA36A6-1667-467C-86F8-B276FBB41886}" srcOrd="2" destOrd="0" presId="urn:microsoft.com/office/officeart/2009/3/layout/HorizontalOrganizationChart"/>
    <dgm:cxn modelId="{FBC4A003-E192-414F-91DD-1C1975C07CA3}" type="presParOf" srcId="{E94EFD84-5C54-40D8-9A8F-C38CEAB04081}" destId="{51F75AAC-642B-48ED-B19B-2EA01A0D0209}" srcOrd="6" destOrd="0" presId="urn:microsoft.com/office/officeart/2009/3/layout/HorizontalOrganizationChart"/>
    <dgm:cxn modelId="{A4539D51-1F0B-4C21-97E4-9E0A358A57F7}" type="presParOf" srcId="{E94EFD84-5C54-40D8-9A8F-C38CEAB04081}" destId="{BA8D7E82-10E0-4B5D-A7A8-5B403C181AAD}" srcOrd="7" destOrd="0" presId="urn:microsoft.com/office/officeart/2009/3/layout/HorizontalOrganizationChart"/>
    <dgm:cxn modelId="{70C1E6AF-9A7C-4B9F-8596-C10CEE49F797}" type="presParOf" srcId="{BA8D7E82-10E0-4B5D-A7A8-5B403C181AAD}" destId="{ECA125E0-FC36-4EDC-B5F3-63E1C3C35BB0}" srcOrd="0" destOrd="0" presId="urn:microsoft.com/office/officeart/2009/3/layout/HorizontalOrganizationChart"/>
    <dgm:cxn modelId="{E2558CFC-DEDF-43DB-84DC-ED60DBE49690}" type="presParOf" srcId="{ECA125E0-FC36-4EDC-B5F3-63E1C3C35BB0}" destId="{B7E87C89-F2A3-40BE-A158-9348331D318D}" srcOrd="0" destOrd="0" presId="urn:microsoft.com/office/officeart/2009/3/layout/HorizontalOrganizationChart"/>
    <dgm:cxn modelId="{603F718B-DD20-40A6-A116-0A3F96347375}" type="presParOf" srcId="{ECA125E0-FC36-4EDC-B5F3-63E1C3C35BB0}" destId="{F4F402F9-353D-4DAF-A0B3-B8E72F14207C}" srcOrd="1" destOrd="0" presId="urn:microsoft.com/office/officeart/2009/3/layout/HorizontalOrganizationChart"/>
    <dgm:cxn modelId="{2D281D45-165D-4061-83F3-0CAFBE964199}" type="presParOf" srcId="{BA8D7E82-10E0-4B5D-A7A8-5B403C181AAD}" destId="{75DC4A39-6C23-4835-9E4D-4BC7EA472591}" srcOrd="1" destOrd="0" presId="urn:microsoft.com/office/officeart/2009/3/layout/HorizontalOrganizationChart"/>
    <dgm:cxn modelId="{0AD74773-7F03-47DB-AFFB-3F878213C23B}" type="presParOf" srcId="{75DC4A39-6C23-4835-9E4D-4BC7EA472591}" destId="{893463AD-E827-4ADB-B408-E38128099076}" srcOrd="0" destOrd="0" presId="urn:microsoft.com/office/officeart/2009/3/layout/HorizontalOrganizationChart"/>
    <dgm:cxn modelId="{D8F6DDEB-15E4-49F7-B29C-43EA2A8F319D}" type="presParOf" srcId="{75DC4A39-6C23-4835-9E4D-4BC7EA472591}" destId="{34334FEB-0A74-4945-9E06-62902E13F72D}" srcOrd="1" destOrd="0" presId="urn:microsoft.com/office/officeart/2009/3/layout/HorizontalOrganizationChart"/>
    <dgm:cxn modelId="{8C7E8574-73CB-4B3F-8C40-FB760C78ED80}" type="presParOf" srcId="{34334FEB-0A74-4945-9E06-62902E13F72D}" destId="{0A75E738-A60A-41CD-B3C2-B6F965160774}" srcOrd="0" destOrd="0" presId="urn:microsoft.com/office/officeart/2009/3/layout/HorizontalOrganizationChart"/>
    <dgm:cxn modelId="{58D1B64F-61FD-4965-8A1E-B845279752A7}" type="presParOf" srcId="{0A75E738-A60A-41CD-B3C2-B6F965160774}" destId="{FD27C63C-53AB-4EF5-B065-A5CCC6683CBC}" srcOrd="0" destOrd="0" presId="urn:microsoft.com/office/officeart/2009/3/layout/HorizontalOrganizationChart"/>
    <dgm:cxn modelId="{F84C77C3-87CF-40F2-B616-EA09F55B1C03}" type="presParOf" srcId="{0A75E738-A60A-41CD-B3C2-B6F965160774}" destId="{B81833A2-355D-431A-B42B-FFB97F5DED7E}" srcOrd="1" destOrd="0" presId="urn:microsoft.com/office/officeart/2009/3/layout/HorizontalOrganizationChart"/>
    <dgm:cxn modelId="{981AC564-FD1E-4727-96D1-8A5089DCA584}" type="presParOf" srcId="{34334FEB-0A74-4945-9E06-62902E13F72D}" destId="{B75101D1-41FE-4F79-AE84-A03090A9821A}" srcOrd="1" destOrd="0" presId="urn:microsoft.com/office/officeart/2009/3/layout/HorizontalOrganizationChart"/>
    <dgm:cxn modelId="{DEC6D3F0-B6C1-4ECE-B7D6-CA7374CFB8F0}" type="presParOf" srcId="{34334FEB-0A74-4945-9E06-62902E13F72D}" destId="{E2141735-2F07-4BB8-BD72-01BC72AD7827}" srcOrd="2" destOrd="0" presId="urn:microsoft.com/office/officeart/2009/3/layout/HorizontalOrganizationChart"/>
    <dgm:cxn modelId="{FFC0EEFC-CA0A-47B5-9245-CF3686268A76}" type="presParOf" srcId="{BA8D7E82-10E0-4B5D-A7A8-5B403C181AAD}" destId="{F121FC04-6ABC-4471-9661-93ED72B93D39}" srcOrd="2" destOrd="0" presId="urn:microsoft.com/office/officeart/2009/3/layout/HorizontalOrganizationChart"/>
    <dgm:cxn modelId="{E46B135D-65A9-4736-9ED0-84D671ED49C6}" type="presParOf" srcId="{E94EFD84-5C54-40D8-9A8F-C38CEAB04081}" destId="{8B19CEE5-FC4A-40A5-A7B6-1FB7479BBBE5}" srcOrd="8" destOrd="0" presId="urn:microsoft.com/office/officeart/2009/3/layout/HorizontalOrganizationChart"/>
    <dgm:cxn modelId="{55A8B774-D64D-47CA-B16F-8DE456E2E66B}" type="presParOf" srcId="{E94EFD84-5C54-40D8-9A8F-C38CEAB04081}" destId="{44A8D897-8291-4E69-A253-691929D80E5E}" srcOrd="9" destOrd="0" presId="urn:microsoft.com/office/officeart/2009/3/layout/HorizontalOrganizationChart"/>
    <dgm:cxn modelId="{B9E470B6-F09A-4C54-929D-EC120A1D65A9}" type="presParOf" srcId="{44A8D897-8291-4E69-A253-691929D80E5E}" destId="{B29E445C-130D-466D-9BC6-3401B845091F}" srcOrd="0" destOrd="0" presId="urn:microsoft.com/office/officeart/2009/3/layout/HorizontalOrganizationChart"/>
    <dgm:cxn modelId="{1EAD8737-D571-4B48-A2A3-2F3219A59946}" type="presParOf" srcId="{B29E445C-130D-466D-9BC6-3401B845091F}" destId="{77267FA6-0CDF-4F47-97BA-153747EF1791}" srcOrd="0" destOrd="0" presId="urn:microsoft.com/office/officeart/2009/3/layout/HorizontalOrganizationChart"/>
    <dgm:cxn modelId="{6DE5CAAB-30A4-48A2-91D4-A1DE30D7BD5F}" type="presParOf" srcId="{B29E445C-130D-466D-9BC6-3401B845091F}" destId="{213124F1-A749-4DBC-85FE-5AC202AF5919}" srcOrd="1" destOrd="0" presId="urn:microsoft.com/office/officeart/2009/3/layout/HorizontalOrganizationChart"/>
    <dgm:cxn modelId="{26F18204-D2A7-48F0-8FD7-62CE39A4E079}" type="presParOf" srcId="{44A8D897-8291-4E69-A253-691929D80E5E}" destId="{6F0A908E-CE1D-48B7-9FC6-B9C6A134D0D8}" srcOrd="1" destOrd="0" presId="urn:microsoft.com/office/officeart/2009/3/layout/HorizontalOrganizationChart"/>
    <dgm:cxn modelId="{47E66A5A-B631-4777-8301-B8D7712A6AB3}" type="presParOf" srcId="{44A8D897-8291-4E69-A253-691929D80E5E}" destId="{980D180F-0C13-4DC6-B9DC-1434889638D1}" srcOrd="2" destOrd="0" presId="urn:microsoft.com/office/officeart/2009/3/layout/HorizontalOrganizationChart"/>
    <dgm:cxn modelId="{95F8F229-C057-47C3-9462-C82AE008CF58}" type="presParOf" srcId="{2B3438B6-C4AF-4776-9B02-580A7BE79A50}" destId="{0388B9DF-2E42-4F52-A48F-58CC2C71E622}" srcOrd="2" destOrd="0" presId="urn:microsoft.com/office/officeart/2009/3/layout/HorizontalOrganizationChart"/>
    <dgm:cxn modelId="{D8641003-36BC-4919-B045-3B3C4CE79E5F}" type="presParOf" srcId="{C516F576-9EA6-4A3E-BB9C-8700E1875F5A}" destId="{68ED52F3-D00D-4FBA-A7F0-19107FBE0261}" srcOrd="6" destOrd="0" presId="urn:microsoft.com/office/officeart/2009/3/layout/HorizontalOrganizationChart"/>
    <dgm:cxn modelId="{8F33EEED-C95C-413E-8722-CD964AE52562}" type="presParOf" srcId="{C516F576-9EA6-4A3E-BB9C-8700E1875F5A}" destId="{64BE223F-5889-4D6D-A0F4-BB63E949CCCB}" srcOrd="7" destOrd="0" presId="urn:microsoft.com/office/officeart/2009/3/layout/HorizontalOrganizationChart"/>
    <dgm:cxn modelId="{66351CC2-9A6C-47AD-B52A-10B4878BF518}" type="presParOf" srcId="{64BE223F-5889-4D6D-A0F4-BB63E949CCCB}" destId="{0650E139-1253-4EAC-B9BF-AAABDAC4C50A}" srcOrd="0" destOrd="0" presId="urn:microsoft.com/office/officeart/2009/3/layout/HorizontalOrganizationChart"/>
    <dgm:cxn modelId="{BF006590-131E-43D8-AF65-A61DC16276AC}" type="presParOf" srcId="{0650E139-1253-4EAC-B9BF-AAABDAC4C50A}" destId="{F727FD69-DA36-400A-9A17-E435D30B6294}" srcOrd="0" destOrd="0" presId="urn:microsoft.com/office/officeart/2009/3/layout/HorizontalOrganizationChart"/>
    <dgm:cxn modelId="{3A0BDB2A-652B-4A32-815C-4389D322B97F}" type="presParOf" srcId="{0650E139-1253-4EAC-B9BF-AAABDAC4C50A}" destId="{2CB5E2D1-00D5-4B61-9756-D570A792B6B1}" srcOrd="1" destOrd="0" presId="urn:microsoft.com/office/officeart/2009/3/layout/HorizontalOrganizationChart"/>
    <dgm:cxn modelId="{A234D6E1-352C-4191-BAEF-473D996A121F}" type="presParOf" srcId="{64BE223F-5889-4D6D-A0F4-BB63E949CCCB}" destId="{8C32301D-5FB8-498A-9CA5-A658480BBA39}" srcOrd="1" destOrd="0" presId="urn:microsoft.com/office/officeart/2009/3/layout/HorizontalOrganizationChart"/>
    <dgm:cxn modelId="{CAD259C4-A393-40EA-BE65-14B216C3907C}" type="presParOf" srcId="{64BE223F-5889-4D6D-A0F4-BB63E949CCCB}" destId="{A267EB81-E463-4D76-BE76-C7894AF884CA}" srcOrd="2" destOrd="0" presId="urn:microsoft.com/office/officeart/2009/3/layout/HorizontalOrganizationChart"/>
    <dgm:cxn modelId="{70F0BFC5-A577-4BCC-A9E5-B3143972A295}" type="presParOf" srcId="{C516F576-9EA6-4A3E-BB9C-8700E1875F5A}" destId="{C051B183-B590-41B4-8423-18A273DCC6CE}" srcOrd="8" destOrd="0" presId="urn:microsoft.com/office/officeart/2009/3/layout/HorizontalOrganizationChart"/>
    <dgm:cxn modelId="{E58A7337-EBB2-40E3-98DB-CE054E9A77E0}" type="presParOf" srcId="{C516F576-9EA6-4A3E-BB9C-8700E1875F5A}" destId="{EF252ADE-8F24-4923-893F-2FEA501546F0}" srcOrd="9" destOrd="0" presId="urn:microsoft.com/office/officeart/2009/3/layout/HorizontalOrganizationChart"/>
    <dgm:cxn modelId="{CCB5902E-E2F7-4D87-A8E6-0D64E40068B9}" type="presParOf" srcId="{EF252ADE-8F24-4923-893F-2FEA501546F0}" destId="{05D653B7-2F99-4133-A805-BCCCAE3E9BE3}" srcOrd="0" destOrd="0" presId="urn:microsoft.com/office/officeart/2009/3/layout/HorizontalOrganizationChart"/>
    <dgm:cxn modelId="{5F535024-CAAE-47CE-95FD-275D8467E17F}" type="presParOf" srcId="{05D653B7-2F99-4133-A805-BCCCAE3E9BE3}" destId="{B027295A-93BB-4C19-A90B-553BB78E8D73}" srcOrd="0" destOrd="0" presId="urn:microsoft.com/office/officeart/2009/3/layout/HorizontalOrganizationChart"/>
    <dgm:cxn modelId="{F60F04FA-DDDD-495F-B1F7-49C4EF68503F}" type="presParOf" srcId="{05D653B7-2F99-4133-A805-BCCCAE3E9BE3}" destId="{15203896-4C7D-488D-B574-8B2BB4AE209F}" srcOrd="1" destOrd="0" presId="urn:microsoft.com/office/officeart/2009/3/layout/HorizontalOrganizationChart"/>
    <dgm:cxn modelId="{2B6E8BC1-530E-411D-AF16-48BA5F8E53F7}" type="presParOf" srcId="{EF252ADE-8F24-4923-893F-2FEA501546F0}" destId="{FC909073-6875-437B-8301-7329DF9D877D}" srcOrd="1" destOrd="0" presId="urn:microsoft.com/office/officeart/2009/3/layout/HorizontalOrganizationChart"/>
    <dgm:cxn modelId="{8E25837F-9FBC-43D4-B2B5-FE3F9FAB4EA7}" type="presParOf" srcId="{FC909073-6875-437B-8301-7329DF9D877D}" destId="{10EB81BB-2FAE-4863-8B61-F4C17BFFA6D6}" srcOrd="0" destOrd="0" presId="urn:microsoft.com/office/officeart/2009/3/layout/HorizontalOrganizationChart"/>
    <dgm:cxn modelId="{20F4D35F-91B5-46ED-8560-51C84B8F2C8B}" type="presParOf" srcId="{FC909073-6875-437B-8301-7329DF9D877D}" destId="{C46F1EF1-B875-4283-8030-8CE5A965CE21}" srcOrd="1" destOrd="0" presId="urn:microsoft.com/office/officeart/2009/3/layout/HorizontalOrganizationChart"/>
    <dgm:cxn modelId="{00FEFC7E-DA61-4CAE-B050-A77CED513DD9}" type="presParOf" srcId="{C46F1EF1-B875-4283-8030-8CE5A965CE21}" destId="{CB9C4A04-7D15-4A43-8BA5-EB32A8B11500}" srcOrd="0" destOrd="0" presId="urn:microsoft.com/office/officeart/2009/3/layout/HorizontalOrganizationChart"/>
    <dgm:cxn modelId="{00C8860F-C286-4C2B-8409-8FDE8AA4EA60}" type="presParOf" srcId="{CB9C4A04-7D15-4A43-8BA5-EB32A8B11500}" destId="{490BDFA8-D452-4BE4-9F81-245774E0D158}" srcOrd="0" destOrd="0" presId="urn:microsoft.com/office/officeart/2009/3/layout/HorizontalOrganizationChart"/>
    <dgm:cxn modelId="{B982121A-FF24-4CE1-A032-3DB36733ACE2}" type="presParOf" srcId="{CB9C4A04-7D15-4A43-8BA5-EB32A8B11500}" destId="{D1162B1B-B769-48DB-B85B-AF3C1F73D58F}" srcOrd="1" destOrd="0" presId="urn:microsoft.com/office/officeart/2009/3/layout/HorizontalOrganizationChart"/>
    <dgm:cxn modelId="{F6376106-EBB3-41A8-B453-DA3E33C5C192}" type="presParOf" srcId="{C46F1EF1-B875-4283-8030-8CE5A965CE21}" destId="{DF467D77-B7F9-4F62-89A6-51F4A7058AA6}" srcOrd="1" destOrd="0" presId="urn:microsoft.com/office/officeart/2009/3/layout/HorizontalOrganizationChart"/>
    <dgm:cxn modelId="{C9245DE0-ED9D-41D0-84FD-C7992807FE08}" type="presParOf" srcId="{DF467D77-B7F9-4F62-89A6-51F4A7058AA6}" destId="{E53C180E-99C8-4878-A5D0-A54393670C21}" srcOrd="0" destOrd="0" presId="urn:microsoft.com/office/officeart/2009/3/layout/HorizontalOrganizationChart"/>
    <dgm:cxn modelId="{B85B81A0-5803-477E-9D4E-8A9AC3332746}" type="presParOf" srcId="{DF467D77-B7F9-4F62-89A6-51F4A7058AA6}" destId="{2042EA74-39A6-4A01-BBF1-F23AE808212A}" srcOrd="1" destOrd="0" presId="urn:microsoft.com/office/officeart/2009/3/layout/HorizontalOrganizationChart"/>
    <dgm:cxn modelId="{7E7F1373-DA71-47C3-81BE-D4A6ABDDF970}" type="presParOf" srcId="{2042EA74-39A6-4A01-BBF1-F23AE808212A}" destId="{5147FB01-2857-4113-ABC7-32880B1752A1}" srcOrd="0" destOrd="0" presId="urn:microsoft.com/office/officeart/2009/3/layout/HorizontalOrganizationChart"/>
    <dgm:cxn modelId="{07A76F4E-4953-47E0-ABF6-6B2F7E6161C5}" type="presParOf" srcId="{5147FB01-2857-4113-ABC7-32880B1752A1}" destId="{BEB5F23A-260D-4EA4-9C52-D29289AE19DF}" srcOrd="0" destOrd="0" presId="urn:microsoft.com/office/officeart/2009/3/layout/HorizontalOrganizationChart"/>
    <dgm:cxn modelId="{B7F99D6B-B37D-4591-BBE8-25B0E4A6E2BD}" type="presParOf" srcId="{5147FB01-2857-4113-ABC7-32880B1752A1}" destId="{B70E4C0E-1521-4091-B753-26370D64F4FD}" srcOrd="1" destOrd="0" presId="urn:microsoft.com/office/officeart/2009/3/layout/HorizontalOrganizationChart"/>
    <dgm:cxn modelId="{CA16BC0A-CF12-4CEA-9192-E66990DFCF88}" type="presParOf" srcId="{2042EA74-39A6-4A01-BBF1-F23AE808212A}" destId="{59A16828-9F48-4DC0-B6AB-56DC66C5C14A}" srcOrd="1" destOrd="0" presId="urn:microsoft.com/office/officeart/2009/3/layout/HorizontalOrganizationChart"/>
    <dgm:cxn modelId="{E10CF9BB-033C-40BF-9041-1F817AB41538}" type="presParOf" srcId="{2042EA74-39A6-4A01-BBF1-F23AE808212A}" destId="{64DA6633-6213-4B4C-9040-F2F6E0E07A92}" srcOrd="2" destOrd="0" presId="urn:microsoft.com/office/officeart/2009/3/layout/HorizontalOrganizationChart"/>
    <dgm:cxn modelId="{B1128DFA-B716-402D-AB82-90A7A1B06906}" type="presParOf" srcId="{DF467D77-B7F9-4F62-89A6-51F4A7058AA6}" destId="{26D6FA4F-D6A5-4878-8B80-5B29006D93F2}" srcOrd="2" destOrd="0" presId="urn:microsoft.com/office/officeart/2009/3/layout/HorizontalOrganizationChart"/>
    <dgm:cxn modelId="{F4542E52-9615-482F-98FA-3DBE40CB3953}" type="presParOf" srcId="{DF467D77-B7F9-4F62-89A6-51F4A7058AA6}" destId="{E5641DC2-99FE-4CFE-BBC9-8BC561313068}" srcOrd="3" destOrd="0" presId="urn:microsoft.com/office/officeart/2009/3/layout/HorizontalOrganizationChart"/>
    <dgm:cxn modelId="{B9D472DE-DDB6-402E-833C-80043111D5A6}" type="presParOf" srcId="{E5641DC2-99FE-4CFE-BBC9-8BC561313068}" destId="{5C7EC92A-C4CB-4B99-BB1E-AAEF0913B482}" srcOrd="0" destOrd="0" presId="urn:microsoft.com/office/officeart/2009/3/layout/HorizontalOrganizationChart"/>
    <dgm:cxn modelId="{8DAD8C84-60BD-4519-AF67-52ACFCD2ABC2}" type="presParOf" srcId="{5C7EC92A-C4CB-4B99-BB1E-AAEF0913B482}" destId="{15470CCD-2DC4-4446-952E-0EA1F9168293}" srcOrd="0" destOrd="0" presId="urn:microsoft.com/office/officeart/2009/3/layout/HorizontalOrganizationChart"/>
    <dgm:cxn modelId="{1EE809B2-870D-492C-A6E6-2C5440FFD4A3}" type="presParOf" srcId="{5C7EC92A-C4CB-4B99-BB1E-AAEF0913B482}" destId="{C1FA8641-48D3-43B7-8727-7E323B1B501C}" srcOrd="1" destOrd="0" presId="urn:microsoft.com/office/officeart/2009/3/layout/HorizontalOrganizationChart"/>
    <dgm:cxn modelId="{C1A7CEBB-3742-4D23-8DAA-F534D80CE96A}" type="presParOf" srcId="{E5641DC2-99FE-4CFE-BBC9-8BC561313068}" destId="{C6CE1518-27B6-404B-99E1-54C509EB30D2}" srcOrd="1" destOrd="0" presId="urn:microsoft.com/office/officeart/2009/3/layout/HorizontalOrganizationChart"/>
    <dgm:cxn modelId="{2C0AAB28-7D8D-48D6-9668-9F82FCF5CC0C}" type="presParOf" srcId="{C6CE1518-27B6-404B-99E1-54C509EB30D2}" destId="{C2E4F5E3-2A0B-42BD-8BFA-8E7CDCB5A754}" srcOrd="0" destOrd="0" presId="urn:microsoft.com/office/officeart/2009/3/layout/HorizontalOrganizationChart"/>
    <dgm:cxn modelId="{AD89C54D-122E-464B-A24F-82936DB58B3A}" type="presParOf" srcId="{C6CE1518-27B6-404B-99E1-54C509EB30D2}" destId="{ABFA4637-8EA1-4BB9-A524-2A1FE95E5257}" srcOrd="1" destOrd="0" presId="urn:microsoft.com/office/officeart/2009/3/layout/HorizontalOrganizationChart"/>
    <dgm:cxn modelId="{307E966A-E53B-4AE3-A3AD-C1A1558ACB90}" type="presParOf" srcId="{ABFA4637-8EA1-4BB9-A524-2A1FE95E5257}" destId="{A6FDC029-0113-4C4A-9136-B1F1B01F0754}" srcOrd="0" destOrd="0" presId="urn:microsoft.com/office/officeart/2009/3/layout/HorizontalOrganizationChart"/>
    <dgm:cxn modelId="{9B4ABD2C-7A1C-41D1-86EA-B8E55096F3A1}" type="presParOf" srcId="{A6FDC029-0113-4C4A-9136-B1F1B01F0754}" destId="{9921040E-A9AE-4E20-B3A7-1033725EAB32}" srcOrd="0" destOrd="0" presId="urn:microsoft.com/office/officeart/2009/3/layout/HorizontalOrganizationChart"/>
    <dgm:cxn modelId="{2FE40C25-2110-4375-9ABC-05E0C7B7DF1F}" type="presParOf" srcId="{A6FDC029-0113-4C4A-9136-B1F1B01F0754}" destId="{3374B034-7516-421E-BD23-9C0F9E320F00}" srcOrd="1" destOrd="0" presId="urn:microsoft.com/office/officeart/2009/3/layout/HorizontalOrganizationChart"/>
    <dgm:cxn modelId="{78A890D5-A2AC-450E-BBC9-885772A76946}" type="presParOf" srcId="{ABFA4637-8EA1-4BB9-A524-2A1FE95E5257}" destId="{33F80BDE-DC97-4638-BCF9-8B0A5C5B0084}" srcOrd="1" destOrd="0" presId="urn:microsoft.com/office/officeart/2009/3/layout/HorizontalOrganizationChart"/>
    <dgm:cxn modelId="{A56BAE85-A213-4E1E-98D9-DD4F11BE8E44}" type="presParOf" srcId="{ABFA4637-8EA1-4BB9-A524-2A1FE95E5257}" destId="{D52B820B-8882-45A0-9A47-4DF787F724FF}" srcOrd="2" destOrd="0" presId="urn:microsoft.com/office/officeart/2009/3/layout/HorizontalOrganizationChart"/>
    <dgm:cxn modelId="{891FD7BC-0621-4E09-832A-F5B75014638E}" type="presParOf" srcId="{C6CE1518-27B6-404B-99E1-54C509EB30D2}" destId="{C23208CB-8112-4EC1-8E1A-4AE7807BED36}" srcOrd="2" destOrd="0" presId="urn:microsoft.com/office/officeart/2009/3/layout/HorizontalOrganizationChart"/>
    <dgm:cxn modelId="{C98B6873-ED9D-475E-8CD3-0AC5C27FF12E}" type="presParOf" srcId="{C6CE1518-27B6-404B-99E1-54C509EB30D2}" destId="{2644546B-EA91-4559-89A5-D9CC3F2967A0}" srcOrd="3" destOrd="0" presId="urn:microsoft.com/office/officeart/2009/3/layout/HorizontalOrganizationChart"/>
    <dgm:cxn modelId="{A53CB60D-30B3-4EA8-971C-4A8FC84E3EA9}" type="presParOf" srcId="{2644546B-EA91-4559-89A5-D9CC3F2967A0}" destId="{289E3FC7-5A7E-4052-A541-0F4DFDE43E38}" srcOrd="0" destOrd="0" presId="urn:microsoft.com/office/officeart/2009/3/layout/HorizontalOrganizationChart"/>
    <dgm:cxn modelId="{1960A25C-423E-4831-A3D9-A0B3DCDE9717}" type="presParOf" srcId="{289E3FC7-5A7E-4052-A541-0F4DFDE43E38}" destId="{4C50E7F0-CBE9-462F-A0E5-5FFE1AE84F4E}" srcOrd="0" destOrd="0" presId="urn:microsoft.com/office/officeart/2009/3/layout/HorizontalOrganizationChart"/>
    <dgm:cxn modelId="{0C0F0F70-F32C-4786-9433-685C7573EF58}" type="presParOf" srcId="{289E3FC7-5A7E-4052-A541-0F4DFDE43E38}" destId="{86FF5A9C-E5F2-4B8C-83BD-290D4D4AB6AC}" srcOrd="1" destOrd="0" presId="urn:microsoft.com/office/officeart/2009/3/layout/HorizontalOrganizationChart"/>
    <dgm:cxn modelId="{906F53BD-336C-40AF-A4ED-8CD81E120A69}" type="presParOf" srcId="{2644546B-EA91-4559-89A5-D9CC3F2967A0}" destId="{4816209B-7B93-4538-AC6F-995B7E78A1F7}" srcOrd="1" destOrd="0" presId="urn:microsoft.com/office/officeart/2009/3/layout/HorizontalOrganizationChart"/>
    <dgm:cxn modelId="{23F40962-EE57-4DF0-A9A3-7B8EA9BCE8DF}" type="presParOf" srcId="{2644546B-EA91-4559-89A5-D9CC3F2967A0}" destId="{D1E7CE6F-9E8B-40AB-83D4-2BDDA3AAD06B}" srcOrd="2" destOrd="0" presId="urn:microsoft.com/office/officeart/2009/3/layout/HorizontalOrganizationChart"/>
    <dgm:cxn modelId="{E9D3DA1A-3177-4CC5-8A97-0DBB6C0A9F73}" type="presParOf" srcId="{E5641DC2-99FE-4CFE-BBC9-8BC561313068}" destId="{57E71043-9BEF-45AB-827F-B88C2C0B8C64}" srcOrd="2" destOrd="0" presId="urn:microsoft.com/office/officeart/2009/3/layout/HorizontalOrganizationChart"/>
    <dgm:cxn modelId="{8C2C6FD1-7FCD-4B57-B724-16C6E5B2BF28}" type="presParOf" srcId="{DF467D77-B7F9-4F62-89A6-51F4A7058AA6}" destId="{D13F91A7-7FA0-4602-8F83-D5787EBFEB98}" srcOrd="4" destOrd="0" presId="urn:microsoft.com/office/officeart/2009/3/layout/HorizontalOrganizationChart"/>
    <dgm:cxn modelId="{CE40B6F7-668E-4D24-9953-0B239A13A370}" type="presParOf" srcId="{DF467D77-B7F9-4F62-89A6-51F4A7058AA6}" destId="{B5E7DA6C-2B95-499E-967F-1829236E4839}" srcOrd="5" destOrd="0" presId="urn:microsoft.com/office/officeart/2009/3/layout/HorizontalOrganizationChart"/>
    <dgm:cxn modelId="{DD7FAFED-955E-4042-A46F-9AA3F2A4DBB7}" type="presParOf" srcId="{B5E7DA6C-2B95-499E-967F-1829236E4839}" destId="{28F73B73-C4A9-4875-95EE-9F6ED06FA340}" srcOrd="0" destOrd="0" presId="urn:microsoft.com/office/officeart/2009/3/layout/HorizontalOrganizationChart"/>
    <dgm:cxn modelId="{D1A55854-C172-4A8C-95CE-DA3456FD2B2B}" type="presParOf" srcId="{28F73B73-C4A9-4875-95EE-9F6ED06FA340}" destId="{E142E4F7-A4D2-449F-AA7F-C04C088A3C1F}" srcOrd="0" destOrd="0" presId="urn:microsoft.com/office/officeart/2009/3/layout/HorizontalOrganizationChart"/>
    <dgm:cxn modelId="{A24617F9-209A-4124-A3C2-FBC06AB727B9}" type="presParOf" srcId="{28F73B73-C4A9-4875-95EE-9F6ED06FA340}" destId="{74B77C7E-36E3-406E-BAC0-4831F4BABB3C}" srcOrd="1" destOrd="0" presId="urn:microsoft.com/office/officeart/2009/3/layout/HorizontalOrganizationChart"/>
    <dgm:cxn modelId="{8439ECF1-0F75-4D0E-8039-A37D439EEF7A}" type="presParOf" srcId="{B5E7DA6C-2B95-499E-967F-1829236E4839}" destId="{13C0BE53-A6FB-4FC3-BE13-CB6347CDFEC7}" srcOrd="1" destOrd="0" presId="urn:microsoft.com/office/officeart/2009/3/layout/HorizontalOrganizationChart"/>
    <dgm:cxn modelId="{126E752B-5D16-4268-8A1E-A0005B4A6DBD}" type="presParOf" srcId="{B5E7DA6C-2B95-499E-967F-1829236E4839}" destId="{AC1F50A9-4FB7-4695-9A1B-7F88EE7E2895}" srcOrd="2" destOrd="0" presId="urn:microsoft.com/office/officeart/2009/3/layout/HorizontalOrganizationChart"/>
    <dgm:cxn modelId="{0315F5AD-9115-4FA2-BB24-94DAAFDA7618}" type="presParOf" srcId="{C46F1EF1-B875-4283-8030-8CE5A965CE21}" destId="{A5C0843B-BF8C-4CD8-BFB8-B34ABB30BC41}" srcOrd="2" destOrd="0" presId="urn:microsoft.com/office/officeart/2009/3/layout/HorizontalOrganizationChart"/>
    <dgm:cxn modelId="{249C1950-1360-451C-8A14-ADD8FF834C91}" type="presParOf" srcId="{FC909073-6875-437B-8301-7329DF9D877D}" destId="{2CDAEA21-DCC4-4575-A028-8E48B86095C3}" srcOrd="2" destOrd="0" presId="urn:microsoft.com/office/officeart/2009/3/layout/HorizontalOrganizationChart"/>
    <dgm:cxn modelId="{ADD43B81-E84E-4223-9BA0-60A5CF69B37D}" type="presParOf" srcId="{FC909073-6875-437B-8301-7329DF9D877D}" destId="{B39B5A8D-FDDB-4B5F-9592-FCF82ABC3E36}" srcOrd="3" destOrd="0" presId="urn:microsoft.com/office/officeart/2009/3/layout/HorizontalOrganizationChart"/>
    <dgm:cxn modelId="{0F6D503E-6053-4C5F-92FC-E6A1D0D5B2B8}" type="presParOf" srcId="{B39B5A8D-FDDB-4B5F-9592-FCF82ABC3E36}" destId="{868FD3F8-36C2-40B9-A0C9-19560145CFAD}" srcOrd="0" destOrd="0" presId="urn:microsoft.com/office/officeart/2009/3/layout/HorizontalOrganizationChart"/>
    <dgm:cxn modelId="{A5F7AA00-87C7-404C-B051-F839982965A3}" type="presParOf" srcId="{868FD3F8-36C2-40B9-A0C9-19560145CFAD}" destId="{E4AFD26B-C7BB-41CA-A59C-D4C3576380A8}" srcOrd="0" destOrd="0" presId="urn:microsoft.com/office/officeart/2009/3/layout/HorizontalOrganizationChart"/>
    <dgm:cxn modelId="{494863F3-5749-44EB-9BFC-5184B7866B4D}" type="presParOf" srcId="{868FD3F8-36C2-40B9-A0C9-19560145CFAD}" destId="{8700B5FB-1AEC-447F-A85A-B23DFECB41F1}" srcOrd="1" destOrd="0" presId="urn:microsoft.com/office/officeart/2009/3/layout/HorizontalOrganizationChart"/>
    <dgm:cxn modelId="{3589B936-59DD-4F99-BCB2-2B9AA85BCE47}" type="presParOf" srcId="{B39B5A8D-FDDB-4B5F-9592-FCF82ABC3E36}" destId="{035F8A94-9F71-4AA7-84F8-CC97894A38B2}" srcOrd="1" destOrd="0" presId="urn:microsoft.com/office/officeart/2009/3/layout/HorizontalOrganizationChart"/>
    <dgm:cxn modelId="{E1ACCA55-999A-4BA4-8151-85A48A5C3CB1}" type="presParOf" srcId="{B39B5A8D-FDDB-4B5F-9592-FCF82ABC3E36}" destId="{D4F07FEA-5316-4290-9236-A3D544D64BD8}" srcOrd="2" destOrd="0" presId="urn:microsoft.com/office/officeart/2009/3/layout/HorizontalOrganizationChart"/>
    <dgm:cxn modelId="{5DC74204-FDA8-48F4-B248-F27379BD7F0B}" type="presParOf" srcId="{EF252ADE-8F24-4923-893F-2FEA501546F0}" destId="{ECAD961D-EB82-4766-8C96-2C7D3A9B8785}" srcOrd="2" destOrd="0" presId="urn:microsoft.com/office/officeart/2009/3/layout/HorizontalOrganizationChart"/>
    <dgm:cxn modelId="{F8BAEC23-B4BF-46B3-B525-804C316988D2}" type="presParOf" srcId="{B353C52D-BACF-435C-8EB5-9A8E19D70CDB}" destId="{7E677738-27E4-4BF5-B256-03F9FCCC2BC4}" srcOrd="2" destOrd="0" presId="urn:microsoft.com/office/officeart/2009/3/layout/Horizontal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DAEA21-DCC4-4575-A028-8E48B86095C3}">
      <dsp:nvSpPr>
        <dsp:cNvPr id="0" name=""/>
        <dsp:cNvSpPr/>
      </dsp:nvSpPr>
      <dsp:spPr>
        <a:xfrm>
          <a:off x="5078903" y="5769952"/>
          <a:ext cx="200791" cy="21585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00395" y="0"/>
              </a:lnTo>
              <a:lnTo>
                <a:pt x="100395" y="215851"/>
              </a:lnTo>
              <a:lnTo>
                <a:pt x="200791" y="21585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13F91A7-7FA0-4602-8F83-D5787EBFEB98}">
      <dsp:nvSpPr>
        <dsp:cNvPr id="0" name=""/>
        <dsp:cNvSpPr/>
      </dsp:nvSpPr>
      <dsp:spPr>
        <a:xfrm>
          <a:off x="6283654" y="5554101"/>
          <a:ext cx="200791" cy="43170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00395" y="0"/>
              </a:lnTo>
              <a:lnTo>
                <a:pt x="100395" y="431702"/>
              </a:lnTo>
              <a:lnTo>
                <a:pt x="200791" y="431702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23208CB-8112-4EC1-8E1A-4AE7807BED36}">
      <dsp:nvSpPr>
        <dsp:cNvPr id="0" name=""/>
        <dsp:cNvSpPr/>
      </dsp:nvSpPr>
      <dsp:spPr>
        <a:xfrm>
          <a:off x="7488405" y="5554101"/>
          <a:ext cx="200791" cy="21585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00395" y="0"/>
              </a:lnTo>
              <a:lnTo>
                <a:pt x="100395" y="215851"/>
              </a:lnTo>
              <a:lnTo>
                <a:pt x="200791" y="21585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2E4F5E3-2A0B-42BD-8BFA-8E7CDCB5A754}">
      <dsp:nvSpPr>
        <dsp:cNvPr id="0" name=""/>
        <dsp:cNvSpPr/>
      </dsp:nvSpPr>
      <dsp:spPr>
        <a:xfrm>
          <a:off x="7488405" y="5338250"/>
          <a:ext cx="200791" cy="215851"/>
        </a:xfrm>
        <a:custGeom>
          <a:avLst/>
          <a:gdLst/>
          <a:ahLst/>
          <a:cxnLst/>
          <a:rect l="0" t="0" r="0" b="0"/>
          <a:pathLst>
            <a:path>
              <a:moveTo>
                <a:pt x="0" y="215851"/>
              </a:moveTo>
              <a:lnTo>
                <a:pt x="100395" y="215851"/>
              </a:lnTo>
              <a:lnTo>
                <a:pt x="100395" y="0"/>
              </a:lnTo>
              <a:lnTo>
                <a:pt x="200791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6D6FA4F-D6A5-4878-8B80-5B29006D93F2}">
      <dsp:nvSpPr>
        <dsp:cNvPr id="0" name=""/>
        <dsp:cNvSpPr/>
      </dsp:nvSpPr>
      <dsp:spPr>
        <a:xfrm>
          <a:off x="6283654" y="5508381"/>
          <a:ext cx="20079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0079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53C180E-99C8-4878-A5D0-A54393670C21}">
      <dsp:nvSpPr>
        <dsp:cNvPr id="0" name=""/>
        <dsp:cNvSpPr/>
      </dsp:nvSpPr>
      <dsp:spPr>
        <a:xfrm>
          <a:off x="6283654" y="5122399"/>
          <a:ext cx="200791" cy="431702"/>
        </a:xfrm>
        <a:custGeom>
          <a:avLst/>
          <a:gdLst/>
          <a:ahLst/>
          <a:cxnLst/>
          <a:rect l="0" t="0" r="0" b="0"/>
          <a:pathLst>
            <a:path>
              <a:moveTo>
                <a:pt x="0" y="431702"/>
              </a:moveTo>
              <a:lnTo>
                <a:pt x="100395" y="431702"/>
              </a:lnTo>
              <a:lnTo>
                <a:pt x="100395" y="0"/>
              </a:lnTo>
              <a:lnTo>
                <a:pt x="200791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0EB81BB-2FAE-4863-8B61-F4C17BFFA6D6}">
      <dsp:nvSpPr>
        <dsp:cNvPr id="0" name=""/>
        <dsp:cNvSpPr/>
      </dsp:nvSpPr>
      <dsp:spPr>
        <a:xfrm>
          <a:off x="5078903" y="5554101"/>
          <a:ext cx="200791" cy="215851"/>
        </a:xfrm>
        <a:custGeom>
          <a:avLst/>
          <a:gdLst/>
          <a:ahLst/>
          <a:cxnLst/>
          <a:rect l="0" t="0" r="0" b="0"/>
          <a:pathLst>
            <a:path>
              <a:moveTo>
                <a:pt x="0" y="215851"/>
              </a:moveTo>
              <a:lnTo>
                <a:pt x="100395" y="215851"/>
              </a:lnTo>
              <a:lnTo>
                <a:pt x="100395" y="0"/>
              </a:lnTo>
              <a:lnTo>
                <a:pt x="200791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51B183-B590-41B4-8423-18A273DCC6CE}">
      <dsp:nvSpPr>
        <dsp:cNvPr id="0" name=""/>
        <dsp:cNvSpPr/>
      </dsp:nvSpPr>
      <dsp:spPr>
        <a:xfrm>
          <a:off x="3874152" y="3665403"/>
          <a:ext cx="200791" cy="21045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00395" y="0"/>
              </a:lnTo>
              <a:lnTo>
                <a:pt x="100395" y="2104549"/>
              </a:lnTo>
              <a:lnTo>
                <a:pt x="200791" y="210454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8ED52F3-D00D-4FBA-A7F0-19107FBE0261}">
      <dsp:nvSpPr>
        <dsp:cNvPr id="0" name=""/>
        <dsp:cNvSpPr/>
      </dsp:nvSpPr>
      <dsp:spPr>
        <a:xfrm>
          <a:off x="3874152" y="3665403"/>
          <a:ext cx="200791" cy="91736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00395" y="0"/>
              </a:lnTo>
              <a:lnTo>
                <a:pt x="100395" y="917367"/>
              </a:lnTo>
              <a:lnTo>
                <a:pt x="200791" y="91736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B19CEE5-FC4A-40A5-A7B6-1FB7479BBBE5}">
      <dsp:nvSpPr>
        <dsp:cNvPr id="0" name=""/>
        <dsp:cNvSpPr/>
      </dsp:nvSpPr>
      <dsp:spPr>
        <a:xfrm>
          <a:off x="5078903" y="4151068"/>
          <a:ext cx="200791" cy="97133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00395" y="0"/>
              </a:lnTo>
              <a:lnTo>
                <a:pt x="100395" y="971330"/>
              </a:lnTo>
              <a:lnTo>
                <a:pt x="200791" y="97133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93463AD-E827-4ADB-B408-E38128099076}">
      <dsp:nvSpPr>
        <dsp:cNvPr id="0" name=""/>
        <dsp:cNvSpPr/>
      </dsp:nvSpPr>
      <dsp:spPr>
        <a:xfrm>
          <a:off x="6283654" y="4644976"/>
          <a:ext cx="20079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0079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1F75AAC-642B-48ED-B19B-2EA01A0D0209}">
      <dsp:nvSpPr>
        <dsp:cNvPr id="0" name=""/>
        <dsp:cNvSpPr/>
      </dsp:nvSpPr>
      <dsp:spPr>
        <a:xfrm>
          <a:off x="5078903" y="4151068"/>
          <a:ext cx="200791" cy="53962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00395" y="0"/>
              </a:lnTo>
              <a:lnTo>
                <a:pt x="100395" y="539627"/>
              </a:lnTo>
              <a:lnTo>
                <a:pt x="200791" y="539627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E682426-9DD9-499F-8054-AD080EABE950}">
      <dsp:nvSpPr>
        <dsp:cNvPr id="0" name=""/>
        <dsp:cNvSpPr/>
      </dsp:nvSpPr>
      <dsp:spPr>
        <a:xfrm>
          <a:off x="6283654" y="4213274"/>
          <a:ext cx="20079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0079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F92594C-0E70-43C7-B781-9ACAC2BFB8E4}">
      <dsp:nvSpPr>
        <dsp:cNvPr id="0" name=""/>
        <dsp:cNvSpPr/>
      </dsp:nvSpPr>
      <dsp:spPr>
        <a:xfrm>
          <a:off x="5078903" y="4151068"/>
          <a:ext cx="200791" cy="10792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00395" y="0"/>
              </a:lnTo>
              <a:lnTo>
                <a:pt x="100395" y="107925"/>
              </a:lnTo>
              <a:lnTo>
                <a:pt x="200791" y="10792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A242517-F53F-48F5-B2BD-3695E5DF74DD}">
      <dsp:nvSpPr>
        <dsp:cNvPr id="0" name=""/>
        <dsp:cNvSpPr/>
      </dsp:nvSpPr>
      <dsp:spPr>
        <a:xfrm>
          <a:off x="7488405" y="3781572"/>
          <a:ext cx="20079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0079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70F5440-1532-4A1D-A6B4-AF69FBE58D12}">
      <dsp:nvSpPr>
        <dsp:cNvPr id="0" name=""/>
        <dsp:cNvSpPr/>
      </dsp:nvSpPr>
      <dsp:spPr>
        <a:xfrm>
          <a:off x="6283654" y="3611440"/>
          <a:ext cx="200791" cy="21585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00395" y="0"/>
              </a:lnTo>
              <a:lnTo>
                <a:pt x="100395" y="215851"/>
              </a:lnTo>
              <a:lnTo>
                <a:pt x="200791" y="21585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508D2D-CCAA-4B6E-AD9A-E2A8D4EBB379}">
      <dsp:nvSpPr>
        <dsp:cNvPr id="0" name=""/>
        <dsp:cNvSpPr/>
      </dsp:nvSpPr>
      <dsp:spPr>
        <a:xfrm>
          <a:off x="7488405" y="3349869"/>
          <a:ext cx="20079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0079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B5E1FBB-4766-4187-B99E-821C906B52A9}">
      <dsp:nvSpPr>
        <dsp:cNvPr id="0" name=""/>
        <dsp:cNvSpPr/>
      </dsp:nvSpPr>
      <dsp:spPr>
        <a:xfrm>
          <a:off x="6283654" y="3395589"/>
          <a:ext cx="200791" cy="215851"/>
        </a:xfrm>
        <a:custGeom>
          <a:avLst/>
          <a:gdLst/>
          <a:ahLst/>
          <a:cxnLst/>
          <a:rect l="0" t="0" r="0" b="0"/>
          <a:pathLst>
            <a:path>
              <a:moveTo>
                <a:pt x="0" y="215851"/>
              </a:moveTo>
              <a:lnTo>
                <a:pt x="100395" y="215851"/>
              </a:lnTo>
              <a:lnTo>
                <a:pt x="100395" y="0"/>
              </a:lnTo>
              <a:lnTo>
                <a:pt x="200791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9FBC398-F630-4DAD-8DDB-C584F376881B}">
      <dsp:nvSpPr>
        <dsp:cNvPr id="0" name=""/>
        <dsp:cNvSpPr/>
      </dsp:nvSpPr>
      <dsp:spPr>
        <a:xfrm>
          <a:off x="5078903" y="3611440"/>
          <a:ext cx="200791" cy="539627"/>
        </a:xfrm>
        <a:custGeom>
          <a:avLst/>
          <a:gdLst/>
          <a:ahLst/>
          <a:cxnLst/>
          <a:rect l="0" t="0" r="0" b="0"/>
          <a:pathLst>
            <a:path>
              <a:moveTo>
                <a:pt x="0" y="539627"/>
              </a:moveTo>
              <a:lnTo>
                <a:pt x="100395" y="539627"/>
              </a:lnTo>
              <a:lnTo>
                <a:pt x="100395" y="0"/>
              </a:lnTo>
              <a:lnTo>
                <a:pt x="200791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B2D008C-CA97-4972-8B5B-45081F19E3EC}">
      <dsp:nvSpPr>
        <dsp:cNvPr id="0" name=""/>
        <dsp:cNvSpPr/>
      </dsp:nvSpPr>
      <dsp:spPr>
        <a:xfrm>
          <a:off x="5078903" y="3179738"/>
          <a:ext cx="200791" cy="971330"/>
        </a:xfrm>
        <a:custGeom>
          <a:avLst/>
          <a:gdLst/>
          <a:ahLst/>
          <a:cxnLst/>
          <a:rect l="0" t="0" r="0" b="0"/>
          <a:pathLst>
            <a:path>
              <a:moveTo>
                <a:pt x="0" y="971330"/>
              </a:moveTo>
              <a:lnTo>
                <a:pt x="100395" y="971330"/>
              </a:lnTo>
              <a:lnTo>
                <a:pt x="100395" y="0"/>
              </a:lnTo>
              <a:lnTo>
                <a:pt x="200791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62982CB-6890-46C2-886C-0FC435E2E88A}">
      <dsp:nvSpPr>
        <dsp:cNvPr id="0" name=""/>
        <dsp:cNvSpPr/>
      </dsp:nvSpPr>
      <dsp:spPr>
        <a:xfrm>
          <a:off x="3874152" y="3665403"/>
          <a:ext cx="200791" cy="4856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00395" y="0"/>
              </a:lnTo>
              <a:lnTo>
                <a:pt x="100395" y="485665"/>
              </a:lnTo>
              <a:lnTo>
                <a:pt x="200791" y="485665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7CE32BE-E790-4C1C-A724-8399427B532F}">
      <dsp:nvSpPr>
        <dsp:cNvPr id="0" name=""/>
        <dsp:cNvSpPr/>
      </dsp:nvSpPr>
      <dsp:spPr>
        <a:xfrm>
          <a:off x="3874152" y="1992557"/>
          <a:ext cx="200791" cy="1672846"/>
        </a:xfrm>
        <a:custGeom>
          <a:avLst/>
          <a:gdLst/>
          <a:ahLst/>
          <a:cxnLst/>
          <a:rect l="0" t="0" r="0" b="0"/>
          <a:pathLst>
            <a:path>
              <a:moveTo>
                <a:pt x="0" y="1672846"/>
              </a:moveTo>
              <a:lnTo>
                <a:pt x="100395" y="1672846"/>
              </a:lnTo>
              <a:lnTo>
                <a:pt x="100395" y="0"/>
              </a:lnTo>
              <a:lnTo>
                <a:pt x="200791" y="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F3D6495-4140-4D40-8D35-ABD35584EF53}">
      <dsp:nvSpPr>
        <dsp:cNvPr id="0" name=""/>
        <dsp:cNvSpPr/>
      </dsp:nvSpPr>
      <dsp:spPr>
        <a:xfrm>
          <a:off x="6283654" y="2702316"/>
          <a:ext cx="20079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0079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D734C8D-E40C-4BF2-A310-8A858AE1F314}">
      <dsp:nvSpPr>
        <dsp:cNvPr id="0" name=""/>
        <dsp:cNvSpPr/>
      </dsp:nvSpPr>
      <dsp:spPr>
        <a:xfrm>
          <a:off x="5078903" y="1560854"/>
          <a:ext cx="200791" cy="118718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00395" y="0"/>
              </a:lnTo>
              <a:lnTo>
                <a:pt x="100395" y="1187181"/>
              </a:lnTo>
              <a:lnTo>
                <a:pt x="200791" y="118718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5CF0774-536B-4F9D-A2E5-78BCC760D370}">
      <dsp:nvSpPr>
        <dsp:cNvPr id="0" name=""/>
        <dsp:cNvSpPr/>
      </dsp:nvSpPr>
      <dsp:spPr>
        <a:xfrm>
          <a:off x="6283654" y="2270613"/>
          <a:ext cx="20079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0079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59DBE4E-D122-4206-8EBC-C98CAAF97ECC}">
      <dsp:nvSpPr>
        <dsp:cNvPr id="0" name=""/>
        <dsp:cNvSpPr/>
      </dsp:nvSpPr>
      <dsp:spPr>
        <a:xfrm>
          <a:off x="5078903" y="1560854"/>
          <a:ext cx="200791" cy="75547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00395" y="0"/>
              </a:lnTo>
              <a:lnTo>
                <a:pt x="100395" y="755479"/>
              </a:lnTo>
              <a:lnTo>
                <a:pt x="200791" y="75547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F5FB862-76EA-4FBD-97DB-876FA1B4C7A5}">
      <dsp:nvSpPr>
        <dsp:cNvPr id="0" name=""/>
        <dsp:cNvSpPr/>
      </dsp:nvSpPr>
      <dsp:spPr>
        <a:xfrm>
          <a:off x="7488405" y="1838911"/>
          <a:ext cx="20079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0079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37A950C-A2C9-4E92-AA44-CCBE0A4712D0}">
      <dsp:nvSpPr>
        <dsp:cNvPr id="0" name=""/>
        <dsp:cNvSpPr/>
      </dsp:nvSpPr>
      <dsp:spPr>
        <a:xfrm>
          <a:off x="6283654" y="1838911"/>
          <a:ext cx="20079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0079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2596F1-C75B-45F9-BFD0-9951F8F32EFB}">
      <dsp:nvSpPr>
        <dsp:cNvPr id="0" name=""/>
        <dsp:cNvSpPr/>
      </dsp:nvSpPr>
      <dsp:spPr>
        <a:xfrm>
          <a:off x="5078903" y="1560854"/>
          <a:ext cx="200791" cy="3237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00395" y="0"/>
              </a:lnTo>
              <a:lnTo>
                <a:pt x="100395" y="323776"/>
              </a:lnTo>
              <a:lnTo>
                <a:pt x="200791" y="32377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53F97DA-CD42-477B-978A-645AB0B3B0D8}">
      <dsp:nvSpPr>
        <dsp:cNvPr id="0" name=""/>
        <dsp:cNvSpPr/>
      </dsp:nvSpPr>
      <dsp:spPr>
        <a:xfrm>
          <a:off x="6283654" y="1407209"/>
          <a:ext cx="20079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0079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E142D8-98D9-4BB4-8826-8B27491F43B4}">
      <dsp:nvSpPr>
        <dsp:cNvPr id="0" name=""/>
        <dsp:cNvSpPr/>
      </dsp:nvSpPr>
      <dsp:spPr>
        <a:xfrm>
          <a:off x="5078903" y="1452929"/>
          <a:ext cx="200791" cy="107925"/>
        </a:xfrm>
        <a:custGeom>
          <a:avLst/>
          <a:gdLst/>
          <a:ahLst/>
          <a:cxnLst/>
          <a:rect l="0" t="0" r="0" b="0"/>
          <a:pathLst>
            <a:path>
              <a:moveTo>
                <a:pt x="0" y="107925"/>
              </a:moveTo>
              <a:lnTo>
                <a:pt x="100395" y="107925"/>
              </a:lnTo>
              <a:lnTo>
                <a:pt x="100395" y="0"/>
              </a:lnTo>
              <a:lnTo>
                <a:pt x="200791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C4198AB-26E0-4488-A949-AC34DCA3B154}">
      <dsp:nvSpPr>
        <dsp:cNvPr id="0" name=""/>
        <dsp:cNvSpPr/>
      </dsp:nvSpPr>
      <dsp:spPr>
        <a:xfrm>
          <a:off x="7488405" y="975506"/>
          <a:ext cx="20079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0079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04226D0-5DE5-4039-A33D-3A3B483D2045}">
      <dsp:nvSpPr>
        <dsp:cNvPr id="0" name=""/>
        <dsp:cNvSpPr/>
      </dsp:nvSpPr>
      <dsp:spPr>
        <a:xfrm>
          <a:off x="6283654" y="975506"/>
          <a:ext cx="20079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0079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7CB0559-0F9C-4E01-9395-9AF1D8335AB3}">
      <dsp:nvSpPr>
        <dsp:cNvPr id="0" name=""/>
        <dsp:cNvSpPr/>
      </dsp:nvSpPr>
      <dsp:spPr>
        <a:xfrm>
          <a:off x="5078903" y="1021226"/>
          <a:ext cx="200791" cy="539627"/>
        </a:xfrm>
        <a:custGeom>
          <a:avLst/>
          <a:gdLst/>
          <a:ahLst/>
          <a:cxnLst/>
          <a:rect l="0" t="0" r="0" b="0"/>
          <a:pathLst>
            <a:path>
              <a:moveTo>
                <a:pt x="0" y="539627"/>
              </a:moveTo>
              <a:lnTo>
                <a:pt x="100395" y="539627"/>
              </a:lnTo>
              <a:lnTo>
                <a:pt x="100395" y="0"/>
              </a:lnTo>
              <a:lnTo>
                <a:pt x="200791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EF5E04A-D12E-4CCE-A14B-A308CB2E3CFB}">
      <dsp:nvSpPr>
        <dsp:cNvPr id="0" name=""/>
        <dsp:cNvSpPr/>
      </dsp:nvSpPr>
      <dsp:spPr>
        <a:xfrm>
          <a:off x="6283654" y="373673"/>
          <a:ext cx="200791" cy="21585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00395" y="0"/>
              </a:lnTo>
              <a:lnTo>
                <a:pt x="100395" y="215851"/>
              </a:lnTo>
              <a:lnTo>
                <a:pt x="200791" y="21585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C48BBF9-D61A-49C3-9C4A-9F8E897BC526}">
      <dsp:nvSpPr>
        <dsp:cNvPr id="0" name=""/>
        <dsp:cNvSpPr/>
      </dsp:nvSpPr>
      <dsp:spPr>
        <a:xfrm>
          <a:off x="6283654" y="157821"/>
          <a:ext cx="200791" cy="215851"/>
        </a:xfrm>
        <a:custGeom>
          <a:avLst/>
          <a:gdLst/>
          <a:ahLst/>
          <a:cxnLst/>
          <a:rect l="0" t="0" r="0" b="0"/>
          <a:pathLst>
            <a:path>
              <a:moveTo>
                <a:pt x="0" y="215851"/>
              </a:moveTo>
              <a:lnTo>
                <a:pt x="100395" y="215851"/>
              </a:lnTo>
              <a:lnTo>
                <a:pt x="100395" y="0"/>
              </a:lnTo>
              <a:lnTo>
                <a:pt x="200791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AD372FC-0845-44C5-90A0-4A444CE67921}">
      <dsp:nvSpPr>
        <dsp:cNvPr id="0" name=""/>
        <dsp:cNvSpPr/>
      </dsp:nvSpPr>
      <dsp:spPr>
        <a:xfrm>
          <a:off x="5078903" y="373673"/>
          <a:ext cx="200791" cy="1187181"/>
        </a:xfrm>
        <a:custGeom>
          <a:avLst/>
          <a:gdLst/>
          <a:ahLst/>
          <a:cxnLst/>
          <a:rect l="0" t="0" r="0" b="0"/>
          <a:pathLst>
            <a:path>
              <a:moveTo>
                <a:pt x="0" y="1187181"/>
              </a:moveTo>
              <a:lnTo>
                <a:pt x="100395" y="1187181"/>
              </a:lnTo>
              <a:lnTo>
                <a:pt x="100395" y="0"/>
              </a:lnTo>
              <a:lnTo>
                <a:pt x="200791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AAB2EC9-B2E4-493A-908E-ED4DAFB764DF}">
      <dsp:nvSpPr>
        <dsp:cNvPr id="0" name=""/>
        <dsp:cNvSpPr/>
      </dsp:nvSpPr>
      <dsp:spPr>
        <a:xfrm>
          <a:off x="3874152" y="1560854"/>
          <a:ext cx="200791" cy="2104549"/>
        </a:xfrm>
        <a:custGeom>
          <a:avLst/>
          <a:gdLst/>
          <a:ahLst/>
          <a:cxnLst/>
          <a:rect l="0" t="0" r="0" b="0"/>
          <a:pathLst>
            <a:path>
              <a:moveTo>
                <a:pt x="0" y="2104549"/>
              </a:moveTo>
              <a:lnTo>
                <a:pt x="100395" y="2104549"/>
              </a:lnTo>
              <a:lnTo>
                <a:pt x="100395" y="0"/>
              </a:lnTo>
              <a:lnTo>
                <a:pt x="200791" y="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0046D02-65D6-40DB-ACBF-E73D76169B62}">
      <dsp:nvSpPr>
        <dsp:cNvPr id="0" name=""/>
        <dsp:cNvSpPr/>
      </dsp:nvSpPr>
      <dsp:spPr>
        <a:xfrm>
          <a:off x="2870193" y="3512300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Museum</a:t>
          </a:r>
        </a:p>
      </dsp:txBody>
      <dsp:txXfrm>
        <a:off x="2870193" y="3512300"/>
        <a:ext cx="1003959" cy="306207"/>
      </dsp:txXfrm>
    </dsp:sp>
    <dsp:sp modelId="{BAE31ACF-752D-4EA8-8B6E-54DBD06D21AE}">
      <dsp:nvSpPr>
        <dsp:cNvPr id="0" name=""/>
        <dsp:cNvSpPr/>
      </dsp:nvSpPr>
      <dsp:spPr>
        <a:xfrm>
          <a:off x="4074944" y="1407750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Artifact Id#1</a:t>
          </a:r>
        </a:p>
      </dsp:txBody>
      <dsp:txXfrm>
        <a:off x="4074944" y="1407750"/>
        <a:ext cx="1003959" cy="306207"/>
      </dsp:txXfrm>
    </dsp:sp>
    <dsp:sp modelId="{171F98E8-7A93-4667-99EC-A67EE133F035}">
      <dsp:nvSpPr>
        <dsp:cNvPr id="0" name=""/>
        <dsp:cNvSpPr/>
      </dsp:nvSpPr>
      <dsp:spPr>
        <a:xfrm>
          <a:off x="5279695" y="220569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Description</a:t>
          </a:r>
        </a:p>
      </dsp:txBody>
      <dsp:txXfrm>
        <a:off x="5279695" y="220569"/>
        <a:ext cx="1003959" cy="306207"/>
      </dsp:txXfrm>
    </dsp:sp>
    <dsp:sp modelId="{4F157AFE-1A3E-4945-AFFE-3FBFDF773F45}">
      <dsp:nvSpPr>
        <dsp:cNvPr id="0" name=""/>
        <dsp:cNvSpPr/>
      </dsp:nvSpPr>
      <dsp:spPr>
        <a:xfrm>
          <a:off x="6484446" y="4718"/>
          <a:ext cx="1003959" cy="306207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Roaring Lion Bust</a:t>
          </a:r>
        </a:p>
      </dsp:txBody>
      <dsp:txXfrm>
        <a:off x="6484446" y="4718"/>
        <a:ext cx="1003959" cy="306207"/>
      </dsp:txXfrm>
    </dsp:sp>
    <dsp:sp modelId="{7EEBE634-507C-452D-8F74-93F7DA14811D}">
      <dsp:nvSpPr>
        <dsp:cNvPr id="0" name=""/>
        <dsp:cNvSpPr/>
      </dsp:nvSpPr>
      <dsp:spPr>
        <a:xfrm>
          <a:off x="6484446" y="436420"/>
          <a:ext cx="1003959" cy="306207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Limestone</a:t>
          </a:r>
        </a:p>
      </dsp:txBody>
      <dsp:txXfrm>
        <a:off x="6484446" y="436420"/>
        <a:ext cx="1003959" cy="306207"/>
      </dsp:txXfrm>
    </dsp:sp>
    <dsp:sp modelId="{E9A97367-2565-4CA7-B81D-4E147657D835}">
      <dsp:nvSpPr>
        <dsp:cNvPr id="0" name=""/>
        <dsp:cNvSpPr/>
      </dsp:nvSpPr>
      <dsp:spPr>
        <a:xfrm>
          <a:off x="5279695" y="868122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Collection Id#1</a:t>
          </a:r>
        </a:p>
      </dsp:txBody>
      <dsp:txXfrm>
        <a:off x="5279695" y="868122"/>
        <a:ext cx="1003959" cy="306207"/>
      </dsp:txXfrm>
    </dsp:sp>
    <dsp:sp modelId="{CBCC7696-EFAB-4F9F-8C0A-720224B8DCB6}">
      <dsp:nvSpPr>
        <dsp:cNvPr id="0" name=""/>
        <dsp:cNvSpPr/>
      </dsp:nvSpPr>
      <dsp:spPr>
        <a:xfrm>
          <a:off x="6484446" y="868122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Sculpture</a:t>
          </a:r>
        </a:p>
      </dsp:txBody>
      <dsp:txXfrm>
        <a:off x="6484446" y="868122"/>
        <a:ext cx="1003959" cy="306207"/>
      </dsp:txXfrm>
    </dsp:sp>
    <dsp:sp modelId="{AD980698-3B39-4F03-BC7B-E6CC415D37FF}">
      <dsp:nvSpPr>
        <dsp:cNvPr id="0" name=""/>
        <dsp:cNvSpPr/>
      </dsp:nvSpPr>
      <dsp:spPr>
        <a:xfrm>
          <a:off x="7689197" y="868122"/>
          <a:ext cx="1003959" cy="306207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/>
            <a:t>Bust</a:t>
          </a:r>
          <a:endParaRPr lang="en-US" sz="900" kern="1200" dirty="0"/>
        </a:p>
      </dsp:txBody>
      <dsp:txXfrm>
        <a:off x="7689197" y="868122"/>
        <a:ext cx="1003959" cy="306207"/>
      </dsp:txXfrm>
    </dsp:sp>
    <dsp:sp modelId="{3E0FA384-F7A7-4EF5-BB6C-325C5B877E93}">
      <dsp:nvSpPr>
        <dsp:cNvPr id="0" name=""/>
        <dsp:cNvSpPr/>
      </dsp:nvSpPr>
      <dsp:spPr>
        <a:xfrm>
          <a:off x="5279695" y="1299825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Provenance</a:t>
          </a:r>
        </a:p>
      </dsp:txBody>
      <dsp:txXfrm>
        <a:off x="5279695" y="1299825"/>
        <a:ext cx="1003959" cy="306207"/>
      </dsp:txXfrm>
    </dsp:sp>
    <dsp:sp modelId="{5CE68631-E50F-4A7D-A78E-B9848249D5F3}">
      <dsp:nvSpPr>
        <dsp:cNvPr id="0" name=""/>
        <dsp:cNvSpPr/>
      </dsp:nvSpPr>
      <dsp:spPr>
        <a:xfrm>
          <a:off x="6484446" y="1299825"/>
          <a:ext cx="1003959" cy="306207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Persepolis</a:t>
          </a:r>
        </a:p>
      </dsp:txBody>
      <dsp:txXfrm>
        <a:off x="6484446" y="1299825"/>
        <a:ext cx="1003959" cy="306207"/>
      </dsp:txXfrm>
    </dsp:sp>
    <dsp:sp modelId="{9E916334-F27B-4E86-B949-E7079E77F959}">
      <dsp:nvSpPr>
        <dsp:cNvPr id="0" name=""/>
        <dsp:cNvSpPr/>
      </dsp:nvSpPr>
      <dsp:spPr>
        <a:xfrm>
          <a:off x="5279695" y="1731527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Restoration history</a:t>
          </a:r>
        </a:p>
      </dsp:txBody>
      <dsp:txXfrm>
        <a:off x="5279695" y="1731527"/>
        <a:ext cx="1003959" cy="306207"/>
      </dsp:txXfrm>
    </dsp:sp>
    <dsp:sp modelId="{0BA28261-1ED3-47EB-A7EA-310484F5DF09}">
      <dsp:nvSpPr>
        <dsp:cNvPr id="0" name=""/>
        <dsp:cNvSpPr/>
      </dsp:nvSpPr>
      <dsp:spPr>
        <a:xfrm>
          <a:off x="6484446" y="1731527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Restored 3 times</a:t>
          </a:r>
        </a:p>
      </dsp:txBody>
      <dsp:txXfrm>
        <a:off x="6484446" y="1731527"/>
        <a:ext cx="1003959" cy="306207"/>
      </dsp:txXfrm>
    </dsp:sp>
    <dsp:sp modelId="{B509227D-8391-4FEA-8798-380D7D9E41EE}">
      <dsp:nvSpPr>
        <dsp:cNvPr id="0" name=""/>
        <dsp:cNvSpPr/>
      </dsp:nvSpPr>
      <dsp:spPr>
        <a:xfrm>
          <a:off x="7689197" y="1731527"/>
          <a:ext cx="1003959" cy="306207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Broken ear</a:t>
          </a:r>
        </a:p>
      </dsp:txBody>
      <dsp:txXfrm>
        <a:off x="7689197" y="1731527"/>
        <a:ext cx="1003959" cy="306207"/>
      </dsp:txXfrm>
    </dsp:sp>
    <dsp:sp modelId="{7E303F30-9711-4703-9E93-53900C059588}">
      <dsp:nvSpPr>
        <dsp:cNvPr id="0" name=""/>
        <dsp:cNvSpPr/>
      </dsp:nvSpPr>
      <dsp:spPr>
        <a:xfrm>
          <a:off x="5279695" y="2163230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Cultural heritage</a:t>
          </a:r>
        </a:p>
      </dsp:txBody>
      <dsp:txXfrm>
        <a:off x="5279695" y="2163230"/>
        <a:ext cx="1003959" cy="306207"/>
      </dsp:txXfrm>
    </dsp:sp>
    <dsp:sp modelId="{2A231453-FF0D-443D-87E8-87257BA9B0EE}">
      <dsp:nvSpPr>
        <dsp:cNvPr id="0" name=""/>
        <dsp:cNvSpPr/>
      </dsp:nvSpPr>
      <dsp:spPr>
        <a:xfrm>
          <a:off x="6484446" y="2163230"/>
          <a:ext cx="1003959" cy="306207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Persian (Achaemenid)</a:t>
          </a:r>
        </a:p>
      </dsp:txBody>
      <dsp:txXfrm>
        <a:off x="6484446" y="2163230"/>
        <a:ext cx="1003959" cy="306207"/>
      </dsp:txXfrm>
    </dsp:sp>
    <dsp:sp modelId="{3D02A4C7-D3F8-46A9-BF13-B91E1207C679}">
      <dsp:nvSpPr>
        <dsp:cNvPr id="0" name=""/>
        <dsp:cNvSpPr/>
      </dsp:nvSpPr>
      <dsp:spPr>
        <a:xfrm>
          <a:off x="5279695" y="2594932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Historical period</a:t>
          </a:r>
        </a:p>
      </dsp:txBody>
      <dsp:txXfrm>
        <a:off x="5279695" y="2594932"/>
        <a:ext cx="1003959" cy="306207"/>
      </dsp:txXfrm>
    </dsp:sp>
    <dsp:sp modelId="{90D35EA2-A25D-449A-8C0B-91C81C67A50C}">
      <dsp:nvSpPr>
        <dsp:cNvPr id="0" name=""/>
        <dsp:cNvSpPr/>
      </dsp:nvSpPr>
      <dsp:spPr>
        <a:xfrm>
          <a:off x="6484446" y="2594932"/>
          <a:ext cx="1003959" cy="306207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5</a:t>
          </a:r>
          <a:r>
            <a:rPr lang="en-US" sz="900" kern="1200" baseline="30000" dirty="0"/>
            <a:t>th</a:t>
          </a:r>
          <a:r>
            <a:rPr lang="en-US" sz="900" kern="1200" dirty="0"/>
            <a:t> Century BC</a:t>
          </a:r>
        </a:p>
      </dsp:txBody>
      <dsp:txXfrm>
        <a:off x="6484446" y="2594932"/>
        <a:ext cx="1003959" cy="306207"/>
      </dsp:txXfrm>
    </dsp:sp>
    <dsp:sp modelId="{8C63EC56-3637-4380-B189-D0B66ADCD3F7}">
      <dsp:nvSpPr>
        <dsp:cNvPr id="0" name=""/>
        <dsp:cNvSpPr/>
      </dsp:nvSpPr>
      <dsp:spPr>
        <a:xfrm>
          <a:off x="4074944" y="1839453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Artifact Id#2</a:t>
          </a:r>
        </a:p>
      </dsp:txBody>
      <dsp:txXfrm>
        <a:off x="4074944" y="1839453"/>
        <a:ext cx="1003959" cy="306207"/>
      </dsp:txXfrm>
    </dsp:sp>
    <dsp:sp modelId="{110F79BE-B8CE-48C2-943A-1C7F5605B400}">
      <dsp:nvSpPr>
        <dsp:cNvPr id="0" name=""/>
        <dsp:cNvSpPr/>
      </dsp:nvSpPr>
      <dsp:spPr>
        <a:xfrm>
          <a:off x="4074944" y="3997965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Exhibition Id#1</a:t>
          </a:r>
        </a:p>
      </dsp:txBody>
      <dsp:txXfrm>
        <a:off x="4074944" y="3997965"/>
        <a:ext cx="1003959" cy="306207"/>
      </dsp:txXfrm>
    </dsp:sp>
    <dsp:sp modelId="{5ED98B15-1271-4C1B-BD70-D93D404A68CE}">
      <dsp:nvSpPr>
        <dsp:cNvPr id="0" name=""/>
        <dsp:cNvSpPr/>
      </dsp:nvSpPr>
      <dsp:spPr>
        <a:xfrm>
          <a:off x="5279695" y="3026634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Schedule</a:t>
          </a:r>
        </a:p>
      </dsp:txBody>
      <dsp:txXfrm>
        <a:off x="5279695" y="3026634"/>
        <a:ext cx="1003959" cy="306207"/>
      </dsp:txXfrm>
    </dsp:sp>
    <dsp:sp modelId="{E3458C5F-4332-4439-96AF-FD966B7B137A}">
      <dsp:nvSpPr>
        <dsp:cNvPr id="0" name=""/>
        <dsp:cNvSpPr/>
      </dsp:nvSpPr>
      <dsp:spPr>
        <a:xfrm>
          <a:off x="5279695" y="3458337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Visitors per day</a:t>
          </a:r>
        </a:p>
      </dsp:txBody>
      <dsp:txXfrm>
        <a:off x="5279695" y="3458337"/>
        <a:ext cx="1003959" cy="306207"/>
      </dsp:txXfrm>
    </dsp:sp>
    <dsp:sp modelId="{07CF39E6-9B2B-4A5F-B780-120DD8E62C9B}">
      <dsp:nvSpPr>
        <dsp:cNvPr id="0" name=""/>
        <dsp:cNvSpPr/>
      </dsp:nvSpPr>
      <dsp:spPr>
        <a:xfrm>
          <a:off x="6484446" y="3242486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Adult</a:t>
          </a:r>
        </a:p>
      </dsp:txBody>
      <dsp:txXfrm>
        <a:off x="6484446" y="3242486"/>
        <a:ext cx="1003959" cy="306207"/>
      </dsp:txXfrm>
    </dsp:sp>
    <dsp:sp modelId="{B652EFB0-A88E-48A1-836A-A245919707FD}">
      <dsp:nvSpPr>
        <dsp:cNvPr id="0" name=""/>
        <dsp:cNvSpPr/>
      </dsp:nvSpPr>
      <dsp:spPr>
        <a:xfrm>
          <a:off x="7689197" y="3242486"/>
          <a:ext cx="1003959" cy="306207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345 visitors/day</a:t>
          </a:r>
        </a:p>
      </dsp:txBody>
      <dsp:txXfrm>
        <a:off x="7689197" y="3242486"/>
        <a:ext cx="1003959" cy="306207"/>
      </dsp:txXfrm>
    </dsp:sp>
    <dsp:sp modelId="{1D1D8692-63AE-448E-8E39-430F6A4B46BF}">
      <dsp:nvSpPr>
        <dsp:cNvPr id="0" name=""/>
        <dsp:cNvSpPr/>
      </dsp:nvSpPr>
      <dsp:spPr>
        <a:xfrm>
          <a:off x="6484446" y="3674188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Under 12</a:t>
          </a:r>
        </a:p>
      </dsp:txBody>
      <dsp:txXfrm>
        <a:off x="6484446" y="3674188"/>
        <a:ext cx="1003959" cy="306207"/>
      </dsp:txXfrm>
    </dsp:sp>
    <dsp:sp modelId="{CF184D97-6870-475F-82DD-C951C974B444}">
      <dsp:nvSpPr>
        <dsp:cNvPr id="0" name=""/>
        <dsp:cNvSpPr/>
      </dsp:nvSpPr>
      <dsp:spPr>
        <a:xfrm>
          <a:off x="7689197" y="3674188"/>
          <a:ext cx="1003959" cy="306207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120 visitors/day</a:t>
          </a:r>
        </a:p>
      </dsp:txBody>
      <dsp:txXfrm>
        <a:off x="7689197" y="3674188"/>
        <a:ext cx="1003959" cy="306207"/>
      </dsp:txXfrm>
    </dsp:sp>
    <dsp:sp modelId="{FD314EC3-FAF3-42D4-B72F-81E23652E3D9}">
      <dsp:nvSpPr>
        <dsp:cNvPr id="0" name=""/>
        <dsp:cNvSpPr/>
      </dsp:nvSpPr>
      <dsp:spPr>
        <a:xfrm>
          <a:off x="5279695" y="4105890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Artist</a:t>
          </a:r>
        </a:p>
      </dsp:txBody>
      <dsp:txXfrm>
        <a:off x="5279695" y="4105890"/>
        <a:ext cx="1003959" cy="306207"/>
      </dsp:txXfrm>
    </dsp:sp>
    <dsp:sp modelId="{2CFF43AD-E638-48CC-A1A6-213BB3000388}">
      <dsp:nvSpPr>
        <dsp:cNvPr id="0" name=""/>
        <dsp:cNvSpPr/>
      </dsp:nvSpPr>
      <dsp:spPr>
        <a:xfrm>
          <a:off x="6484446" y="4105890"/>
          <a:ext cx="1003959" cy="306207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Sound and Light Engineer</a:t>
          </a:r>
        </a:p>
      </dsp:txBody>
      <dsp:txXfrm>
        <a:off x="6484446" y="4105890"/>
        <a:ext cx="1003959" cy="306207"/>
      </dsp:txXfrm>
    </dsp:sp>
    <dsp:sp modelId="{B7E87C89-F2A3-40BE-A158-9348331D318D}">
      <dsp:nvSpPr>
        <dsp:cNvPr id="0" name=""/>
        <dsp:cNvSpPr/>
      </dsp:nvSpPr>
      <dsp:spPr>
        <a:xfrm>
          <a:off x="5279695" y="4537593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Theme/Culture</a:t>
          </a:r>
        </a:p>
      </dsp:txBody>
      <dsp:txXfrm>
        <a:off x="5279695" y="4537593"/>
        <a:ext cx="1003959" cy="306207"/>
      </dsp:txXfrm>
    </dsp:sp>
    <dsp:sp modelId="{FD27C63C-53AB-4EF5-B065-A5CCC6683CBC}">
      <dsp:nvSpPr>
        <dsp:cNvPr id="0" name=""/>
        <dsp:cNvSpPr/>
      </dsp:nvSpPr>
      <dsp:spPr>
        <a:xfrm>
          <a:off x="6484446" y="4537593"/>
          <a:ext cx="1003959" cy="306207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Ancient Egypt</a:t>
          </a:r>
        </a:p>
      </dsp:txBody>
      <dsp:txXfrm>
        <a:off x="6484446" y="4537593"/>
        <a:ext cx="1003959" cy="306207"/>
      </dsp:txXfrm>
    </dsp:sp>
    <dsp:sp modelId="{77267FA6-0CDF-4F47-97BA-153747EF1791}">
      <dsp:nvSpPr>
        <dsp:cNvPr id="0" name=""/>
        <dsp:cNvSpPr/>
      </dsp:nvSpPr>
      <dsp:spPr>
        <a:xfrm>
          <a:off x="5279695" y="4969295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Historical Period</a:t>
          </a:r>
        </a:p>
      </dsp:txBody>
      <dsp:txXfrm>
        <a:off x="5279695" y="4969295"/>
        <a:ext cx="1003959" cy="306207"/>
      </dsp:txXfrm>
    </dsp:sp>
    <dsp:sp modelId="{F727FD69-DA36-400A-9A17-E435D30B6294}">
      <dsp:nvSpPr>
        <dsp:cNvPr id="0" name=""/>
        <dsp:cNvSpPr/>
      </dsp:nvSpPr>
      <dsp:spPr>
        <a:xfrm>
          <a:off x="4074944" y="4429667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Exhibition Id#2</a:t>
          </a:r>
        </a:p>
      </dsp:txBody>
      <dsp:txXfrm>
        <a:off x="4074944" y="4429667"/>
        <a:ext cx="1003959" cy="306207"/>
      </dsp:txXfrm>
    </dsp:sp>
    <dsp:sp modelId="{B027295A-93BB-4C19-A90B-553BB78E8D73}">
      <dsp:nvSpPr>
        <dsp:cNvPr id="0" name=""/>
        <dsp:cNvSpPr/>
      </dsp:nvSpPr>
      <dsp:spPr>
        <a:xfrm>
          <a:off x="4074944" y="5616849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Restoration</a:t>
          </a:r>
        </a:p>
      </dsp:txBody>
      <dsp:txXfrm>
        <a:off x="4074944" y="5616849"/>
        <a:ext cx="1003959" cy="306207"/>
      </dsp:txXfrm>
    </dsp:sp>
    <dsp:sp modelId="{490BDFA8-D452-4BE4-9F81-245774E0D158}">
      <dsp:nvSpPr>
        <dsp:cNvPr id="0" name=""/>
        <dsp:cNvSpPr/>
      </dsp:nvSpPr>
      <dsp:spPr>
        <a:xfrm>
          <a:off x="5279695" y="5400998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Project #1</a:t>
          </a:r>
        </a:p>
      </dsp:txBody>
      <dsp:txXfrm>
        <a:off x="5279695" y="5400998"/>
        <a:ext cx="1003959" cy="306207"/>
      </dsp:txXfrm>
    </dsp:sp>
    <dsp:sp modelId="{BEB5F23A-260D-4EA4-9C52-D29289AE19DF}">
      <dsp:nvSpPr>
        <dsp:cNvPr id="0" name=""/>
        <dsp:cNvSpPr/>
      </dsp:nvSpPr>
      <dsp:spPr>
        <a:xfrm>
          <a:off x="6484446" y="4969295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Loan</a:t>
          </a:r>
        </a:p>
      </dsp:txBody>
      <dsp:txXfrm>
        <a:off x="6484446" y="4969295"/>
        <a:ext cx="1003959" cy="306207"/>
      </dsp:txXfrm>
    </dsp:sp>
    <dsp:sp modelId="{15470CCD-2DC4-4446-952E-0EA1F9168293}">
      <dsp:nvSpPr>
        <dsp:cNvPr id="0" name=""/>
        <dsp:cNvSpPr/>
      </dsp:nvSpPr>
      <dsp:spPr>
        <a:xfrm>
          <a:off x="6484446" y="5400998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Collection/Artifacts</a:t>
          </a:r>
        </a:p>
      </dsp:txBody>
      <dsp:txXfrm>
        <a:off x="6484446" y="5400998"/>
        <a:ext cx="1003959" cy="306207"/>
      </dsp:txXfrm>
    </dsp:sp>
    <dsp:sp modelId="{9921040E-A9AE-4E20-B3A7-1033725EAB32}">
      <dsp:nvSpPr>
        <dsp:cNvPr id="0" name=""/>
        <dsp:cNvSpPr/>
      </dsp:nvSpPr>
      <dsp:spPr>
        <a:xfrm>
          <a:off x="7689197" y="5185146"/>
          <a:ext cx="1003959" cy="306207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Collection Id#1</a:t>
          </a:r>
        </a:p>
      </dsp:txBody>
      <dsp:txXfrm>
        <a:off x="7689197" y="5185146"/>
        <a:ext cx="1003959" cy="306207"/>
      </dsp:txXfrm>
    </dsp:sp>
    <dsp:sp modelId="{4C50E7F0-CBE9-462F-A0E5-5FFE1AE84F4E}">
      <dsp:nvSpPr>
        <dsp:cNvPr id="0" name=""/>
        <dsp:cNvSpPr/>
      </dsp:nvSpPr>
      <dsp:spPr>
        <a:xfrm>
          <a:off x="7689197" y="5616849"/>
          <a:ext cx="1003959" cy="306207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Artifact #1</a:t>
          </a:r>
        </a:p>
      </dsp:txBody>
      <dsp:txXfrm>
        <a:off x="7689197" y="5616849"/>
        <a:ext cx="1003959" cy="306207"/>
      </dsp:txXfrm>
    </dsp:sp>
    <dsp:sp modelId="{E142E4F7-A4D2-449F-AA7F-C04C088A3C1F}">
      <dsp:nvSpPr>
        <dsp:cNvPr id="0" name=""/>
        <dsp:cNvSpPr/>
      </dsp:nvSpPr>
      <dsp:spPr>
        <a:xfrm>
          <a:off x="6484446" y="5832700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Responsible / Team</a:t>
          </a:r>
        </a:p>
      </dsp:txBody>
      <dsp:txXfrm>
        <a:off x="6484446" y="5832700"/>
        <a:ext cx="1003959" cy="306207"/>
      </dsp:txXfrm>
    </dsp:sp>
    <dsp:sp modelId="{E4AFD26B-C7BB-41CA-A59C-D4C3576380A8}">
      <dsp:nvSpPr>
        <dsp:cNvPr id="0" name=""/>
        <dsp:cNvSpPr/>
      </dsp:nvSpPr>
      <dsp:spPr>
        <a:xfrm>
          <a:off x="5279695" y="5832700"/>
          <a:ext cx="1003959" cy="3062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Project #2</a:t>
          </a:r>
        </a:p>
      </dsp:txBody>
      <dsp:txXfrm>
        <a:off x="5279695" y="5832700"/>
        <a:ext cx="1003959" cy="30620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3/layout/HorizontalOrganizationChart">
  <dgm:title val=""/>
  <dgm:desc val=""/>
  <dgm:catLst>
    <dgm:cat type="hierarchy" pri="43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305"/>
      <dgm:constr type="w" for="des" forName="rootComposite" refType="w" fact="10"/>
      <dgm:constr type="h" for="des" forName="rootComposite" refType="w" refFor="des" refForName="rootComposite1" fact="0.305"/>
      <dgm:constr type="w" for="des" forName="rootComposite3" refType="w" fact="10"/>
      <dgm:constr type="h" for="des" forName="rootComposite3" refType="w" refFor="des" refForName="rootComposite1" fact="0.305"/>
      <dgm:constr type="primFontSz" for="des" ptType="node" op="equ"/>
      <dgm:constr type="sp" for="des" op="equ"/>
      <dgm:constr type="sp" for="des" forName="hierRoot1" refType="w" refFor="des" refForName="rootComposite1" fact="0.2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125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125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func="var" arg="dir" op="equ" val="norm">
                  <dgm:alg type="hierRoot">
                    <dgm:param type="hierAlign" val="lT"/>
                  </dgm:alg>
                  <dgm:constrLst>
                    <dgm:constr type="alignOff" val="0.75"/>
                  </dgm:constrLst>
                </dgm:if>
                <dgm:else name="Name9">
                  <dgm:alg type="hierRoot">
                    <dgm:param type="hierAlign" val="rT"/>
                  </dgm:alg>
                  <dgm:constrLst>
                    <dgm:constr type="alignOff" val="0.75"/>
                  </dgm:constrLst>
                </dgm:else>
              </dgm:choose>
            </dgm:if>
            <dgm:if name="Name10" func="var" arg="hierBranch" op="equ" val="r">
              <dgm:choose name="Name11">
                <dgm:if name="Name12" func="var" arg="dir" op="equ" val="norm">
                  <dgm:alg type="hierRoot">
                    <dgm:param type="hierAlign" val="lB"/>
                  </dgm:alg>
                  <dgm:constrLst>
                    <dgm:constr type="alignOff" val="0.75"/>
                  </dgm:constrLst>
                </dgm:if>
                <dgm:else name="Name13">
                  <dgm:alg type="hierRoot">
                    <dgm:param type="hierAlign" val="rB"/>
                  </dgm:alg>
                  <dgm:constrLst>
                    <dgm:constr type="alignOff" val="0.75"/>
                  </dgm:constrLst>
                </dgm:else>
              </dgm:choose>
            </dgm:if>
            <dgm:if name="Name14" func="var" arg="hierBranch" op="equ" val="hang">
              <dgm:choose name="Name15">
                <dgm:if name="Name16" func="var" arg="dir" op="equ" val="norm">
                  <dgm:alg type="hierRoot">
                    <dgm:param type="hierAlign" val="lCtrCh"/>
                  </dgm:alg>
                  <dgm:constrLst>
                    <dgm:constr type="alignOff" val="0.65"/>
                  </dgm:constrLst>
                </dgm:if>
                <dgm:else name="Name17">
                  <dgm:alg type="hierRoot">
                    <dgm:param type="hierAlign" val="rCtrCh"/>
                  </dgm:alg>
                  <dgm:constrLst>
                    <dgm:constr type="alignOff" val="0.65"/>
                  </dgm:constrLst>
                </dgm:else>
              </dgm:choose>
            </dgm:if>
            <dgm:else name="Name18">
              <dgm:choose name="Name19">
                <dgm:if name="Name20" func="var" arg="dir" op="equ" val="norm">
                  <dgm:alg type="hierRoot">
                    <dgm:param type="hierAlign" val="l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if>
                <dgm:else name="Name21">
                  <dgm:alg type="hierRoot">
                    <dgm:param type="hierAlign" val="r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else>
              </dgm:choose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22">
              <dgm:if name="Name23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4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5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6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7">
              <dgm:if name="Name28" func="var" arg="hierBranch" op="equ" val="l">
                <dgm:choose name="Name29">
                  <dgm:if name="Name30" func="var" arg="dir" op="equ" val="norm">
                    <dgm:alg type="hierChild">
                      <dgm:param type="chAlign" val="t"/>
                      <dgm:param type="linDir" val="fromL"/>
                    </dgm:alg>
                  </dgm:if>
                  <dgm:else name="Name31">
                    <dgm:alg type="hierChild">
                      <dgm:param type="chAlign" val="t"/>
                      <dgm:param type="linDir" val="fromR"/>
                    </dgm:alg>
                  </dgm:else>
                </dgm:choose>
              </dgm:if>
              <dgm:if name="Name32" func="var" arg="hierBranch" op="equ" val="r">
                <dgm:choose name="Name33">
                  <dgm:if name="Name34" func="var" arg="dir" op="equ" val="norm">
                    <dgm:alg type="hierChild">
                      <dgm:param type="chAlign" val="b"/>
                      <dgm:param type="linDir" val="fromL"/>
                    </dgm:alg>
                  </dgm:if>
                  <dgm:else name="Name35">
                    <dgm:alg type="hierChild">
                      <dgm:param type="chAlign" val="b"/>
                      <dgm:param type="linDir" val="fromR"/>
                    </dgm:alg>
                  </dgm:else>
                </dgm:choose>
              </dgm:if>
              <dgm:if name="Name36" func="var" arg="hierBranch" op="equ" val="hang">
                <dgm:choose name="Name37">
                  <dgm:if name="Name38" func="var" arg="dir" op="equ" val="norm">
                    <dgm:alg type="hierChild">
                      <dgm:param type="chAlign" val="l"/>
                      <dgm:param type="linDir" val="fromT"/>
                      <dgm:param type="secChAlign" val="t"/>
                      <dgm:param type="secLinDir" val="fromL"/>
                    </dgm:alg>
                  </dgm:if>
                  <dgm:else name="Name39">
                    <dgm:alg type="hierChild">
                      <dgm:param type="chAlign" val="r"/>
                      <dgm:param type="linDir" val="fromT"/>
                      <dgm:param type="secChAlign" val="t"/>
                      <dgm:param type="secLinDir" val="fromR"/>
                    </dgm:alg>
                  </dgm:else>
                </dgm:choose>
              </dgm:if>
              <dgm:else name="Name40">
                <dgm:choose name="Name41">
                  <dgm:if name="Name4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43">
                    <dgm:alg type="hierChild">
                      <dgm:param type="linDir" val="fromT"/>
                      <dgm:param type="ch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44" axis="precedSib" ptType="parTrans" st="-1" cnt="1">
                <dgm:choose name="Name45">
                  <dgm:if name="Name46" func="var" arg="hierBranch" op="equ" val="hang">
                    <dgm:layoutNode name="Name47">
                      <dgm:choose name="Name48">
                        <dgm:if name="Name4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 tCtr"/>
                          </dgm:alg>
                        </dgm:if>
                        <dgm:else name="Name5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 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1" func="var" arg="hierBranch" op="equ" val="l">
                    <dgm:layoutNode name="Name52">
                      <dgm:choose name="Name53">
                        <dgm:if name="Name54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tCtr"/>
                          </dgm:alg>
                        </dgm:if>
                        <dgm:else name="Name55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6" func="var" arg="hierBranch" op="equ" val="r">
                    <dgm:layoutNode name="Name57">
                      <dgm:choose name="Name58">
                        <dgm:if name="Name5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"/>
                          </dgm:alg>
                        </dgm:if>
                        <dgm:else name="Name6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61">
                    <dgm:choose name="Name62">
                      <dgm:if name="Name63" func="var" arg="dir" op="equ" val="norm">
                        <dgm:layoutNode name="Name6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midL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if>
                      <dgm:else name="Name65">
                        <dgm:layoutNode name="Name66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midR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else>
                    </dgm:choos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7">
                  <dgm:if name="Name68" func="var" arg="hierBranch" op="equ" val="l">
                    <dgm:choose name="Name69">
                      <dgm:if name="Name70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71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2" func="var" arg="hierBranch" op="equ" val="r">
                    <dgm:choose name="Name73">
                      <dgm:if name="Name74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75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6" func="var" arg="hierBranch" op="equ" val="hang">
                    <dgm:choose name="Name77">
                      <dgm:if name="Name78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79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80">
                    <dgm:choose name="Name81">
                      <dgm:if name="Name82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83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84">
                    <dgm:if name="Name85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6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7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8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9">
                    <dgm:if name="Name90" func="var" arg="hierBranch" op="equ" val="l">
                      <dgm:choose name="Name91">
                        <dgm:if name="Name92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93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r">
                      <dgm:choose name="Name95">
                        <dgm:if name="Name96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97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98" func="var" arg="hierBranch" op="equ" val="hang">
                      <dgm:choose name="Name99">
                        <dgm:if name="Name100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01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05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a"/>
                </dgm:layoutNode>
                <dgm:layoutNode name="hierChild5">
                  <dgm:choose name="Name107">
                    <dgm:if name="Name108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09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10" ref="rep2b"/>
                </dgm:layoutNode>
              </dgm:layoutNode>
            </dgm:forEach>
          </dgm:layoutNode>
          <dgm:layoutNode name="hierChild3">
            <dgm:choose name="Name111">
              <dgm:if name="Name112" func="var" arg="dir" op="equ" val="norm">
                <dgm:alg type="hierChild">
                  <dgm:param type="chAlign" val="l"/>
                  <dgm:param type="linDir" val="fromT"/>
                  <dgm:param type="secChAlign" val="t"/>
                  <dgm:param type="secLinDir" val="fromL"/>
                </dgm:alg>
              </dgm:if>
              <dgm:else name="Name113">
                <dgm:alg type="hierChild">
                  <dgm:param type="chAlign" val="r"/>
                  <dgm:param type="linDir" val="fromT"/>
                  <dgm:param type="secChAlign" val="t"/>
                  <dgm:param type="sec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4" axis="precedSib" ptType="parTrans" st="-1" cnt="1">
                <dgm:layoutNode name="Name115">
                  <dgm:choose name="Name116">
                    <dgm:if name="Name117" func="var" arg="dir" op="equ" val="norm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R"/>
                        <dgm:param type="endPts" val="bCtr tCtr"/>
                      </dgm:alg>
                    </dgm:if>
                    <dgm:else name="Name11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L"/>
                        <dgm:param type="endPts" val="bCtr tCtr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9">
                  <dgm:if name="Name120" func="var" arg="hierBranch" op="equ" val="l">
                    <dgm:choose name="Name121">
                      <dgm:if name="Name122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123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4" func="var" arg="hierBranch" op="equ" val="r">
                    <dgm:choose name="Name125">
                      <dgm:if name="Name126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127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8" func="var" arg="hierBranch" op="equ" val="hang">
                    <dgm:choose name="Name129">
                      <dgm:if name="Name130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131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132">
                    <dgm:choose name="Name133">
                      <dgm:if name="Name134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135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36">
                    <dgm:if name="Name137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8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9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40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41">
                    <dgm:if name="Name142" func="var" arg="hierBranch" op="equ" val="l">
                      <dgm:choose name="Name143">
                        <dgm:if name="Name144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145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146" func="var" arg="hierBranch" op="equ" val="r">
                      <dgm:choose name="Name147">
                        <dgm:if name="Name148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149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150" func="var" arg="hierBranch" op="equ" val="hang">
                      <dgm:choose name="Name151">
                        <dgm:if name="Name152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53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54">
                      <dgm:choose name="Name155">
                        <dgm:if name="Name156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57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58" ref="rep2a"/>
                </dgm:layoutNode>
                <dgm:layoutNode name="hierChild7">
                  <dgm:choose name="Name159">
                    <dgm:if name="Name160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61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62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0B9D9-9F54-8C36-5C6B-6C0D49AFE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AD5FEF-7250-7E5E-8853-F50EC8FF8F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9EEE8-61BA-0625-1837-A39A381E7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9BEB76-4880-A7ED-C3F4-D70441F4B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CB99A-6A4E-9DAB-3B96-0DD48D17F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25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873AB-0B6A-FC31-155D-3A5BA48E0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207C4-4084-EDFE-00B2-7A2E115610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E819A-0E0D-B967-C39D-333D06EB0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22BC2-605D-13BF-4D79-64ECC9C35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0117DE-32D4-9EE1-7DDB-FF86876F0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10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CA3C3-E625-EE0D-9DD9-8AC7205D6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19788-0C9B-97DA-A36B-903E436666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B132C4-7435-5234-8197-92DDBE903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48B99-3831-23B7-1339-FB510B9FA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673F31-8623-99B3-4087-8C82608C4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7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9BEA5-CD1C-AEAC-D986-CE846E0B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B64773-7FE1-A88C-2928-569F193CE7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577F77-E636-FB77-D053-D1FF75AB2A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B905C9-0A09-14C6-0678-AEB44C906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65740A-7084-3EA4-38E3-1D95B22A1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D5679F-842E-F4F8-288D-33F9765FB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019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ABBDA-3B58-4446-6428-B2C0D088F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83C1E8-BBFE-2F4A-94DD-5A29475E0F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DF9264-02A7-A989-FCD5-D18AAC917A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DF47AC-F331-C82F-F82D-F2A5B73DA2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5412E3-D5CA-C8AF-0595-276F3B8455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864C4E-ACC1-E3A8-CBB3-591EB9F7C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5D466A-5A30-A839-A1E1-EA628F777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9DB4FC-530B-F42F-0C65-0E9E4BD27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2301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3A648-C65E-084A-051E-5B11C9037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CCF6A6-8EF8-20DA-F829-6011B02A0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51D9FD-80C7-2BED-28A0-04B154F35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B0231F-9254-1DAE-8A89-2269C0351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337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CC99BA-1261-84FD-5F75-E812923AF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007371-1BFB-232D-10B3-B143C8144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EF3C3-D0B3-1AD6-8CDE-999309C53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382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9347-EF91-39D6-688B-4CBD92FFB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94793-9B6B-4355-FD1D-8B6ACB6B40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98F216-798F-351C-942E-B2C1D54980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E1E784-62B3-2D4F-CD3F-E85BCF32A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3948A8-816B-619D-89CF-1FC1767FA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254FDA-228A-F145-F5C8-909CA83CA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39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A62C1-4D9C-5F34-30F7-DF97BCE2A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4725C8-B4E0-36CE-F0C3-EE3B9A1E57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D0F157-C09A-D149-0D06-3E3F8695FD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A786BB-03B8-3AD7-9866-C9F803496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F7D518-25DB-F798-A52B-7D8EA70CF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796324-7941-FC03-F927-2E151B67D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154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36572-D5AC-B13C-718F-91A564356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7B6083-2611-6C79-6F76-2B3CC6860C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00EAB-7E1D-54DA-3EF6-72947C939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2A1B89-CA1F-78CF-9C08-F6D7ACC87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FFDF6-7AD8-92A2-1C30-90A41053B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9309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E887F8-5975-E857-2DC6-961AEFEA7B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D8AF15-7DB9-18BD-6034-2A6C9010D0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4D6E5-4A08-9D68-C19F-F8398A409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F9719C-FF17-FBD1-FBB1-8469C96C3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9B1553-BD0D-0691-EFFD-0E415F7D0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4707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018ABB-1F4E-D3D9-F2A8-5E7F9FAA2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F83431-040A-032C-D38C-585548139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7B6AD-6128-BAFA-89E2-7ADBA6A1FC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69702F-6818-46E6-8DD7-EE5C5CC7738E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279C1A-E6B6-41B7-08FA-F14327AB80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85EF2-544A-BD0E-919E-22FC7B87DF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282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604B356B-4058-AA4F-FB51-42637D41F6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76202343"/>
              </p:ext>
            </p:extLst>
          </p:nvPr>
        </p:nvGraphicFramePr>
        <p:xfrm>
          <a:off x="304800" y="714374"/>
          <a:ext cx="11563350" cy="61436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8AA8EEE-BED4-A647-1D9F-FBA5E63F07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87" y="114788"/>
            <a:ext cx="5457825" cy="465983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Data Pipeline - XML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6D1AF8-7723-37CF-48C2-C2A6857A3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72112" y="114788"/>
            <a:ext cx="2721864" cy="39389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Graph model</a:t>
            </a:r>
          </a:p>
        </p:txBody>
      </p:sp>
    </p:spTree>
    <p:extLst>
      <p:ext uri="{BB962C8B-B14F-4D97-AF65-F5344CB8AC3E}">
        <p14:creationId xmlns:p14="http://schemas.microsoft.com/office/powerpoint/2010/main" val="2942727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103</Words>
  <Application>Microsoft Office PowerPoint</Application>
  <PresentationFormat>Widescreen</PresentationFormat>
  <Paragraphs>41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Data Pipeline - XML Project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Elias El Ferkh</dc:creator>
  <cp:lastModifiedBy>Elias El Ferkh</cp:lastModifiedBy>
  <cp:revision>6</cp:revision>
  <dcterms:created xsi:type="dcterms:W3CDTF">2026-06-27T10:16:36Z</dcterms:created>
  <dcterms:modified xsi:type="dcterms:W3CDTF">2026-06-27T11:07:07Z</dcterms:modified>
</cp:coreProperties>
</file>