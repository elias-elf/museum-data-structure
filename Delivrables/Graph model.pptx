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809694-423C-4057-A791-AE12D92AEFEC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CBB9B95-F2DE-4200-8B3A-58D04CAEA47D}">
      <dgm:prSet phldrT="[Text]" phldr="0"/>
      <dgm:spPr/>
      <dgm:t>
        <a:bodyPr/>
        <a:lstStyle/>
        <a:p>
          <a:r>
            <a:rPr lang="en-US" dirty="0"/>
            <a:t>Artifacts</a:t>
          </a:r>
        </a:p>
      </dgm:t>
    </dgm:pt>
    <dgm:pt modelId="{9242D754-7730-4B78-AB9C-A02DFB9723F4}" type="parTrans" cxnId="{D71C7287-F713-4C75-87F8-22ED08C8637E}">
      <dgm:prSet/>
      <dgm:spPr/>
      <dgm:t>
        <a:bodyPr/>
        <a:lstStyle/>
        <a:p>
          <a:endParaRPr lang="en-US"/>
        </a:p>
      </dgm:t>
    </dgm:pt>
    <dgm:pt modelId="{66961319-D3B5-4BBF-B054-793B033D15B6}" type="sibTrans" cxnId="{D71C7287-F713-4C75-87F8-22ED08C8637E}">
      <dgm:prSet/>
      <dgm:spPr/>
      <dgm:t>
        <a:bodyPr/>
        <a:lstStyle/>
        <a:p>
          <a:endParaRPr lang="en-US"/>
        </a:p>
      </dgm:t>
    </dgm:pt>
    <dgm:pt modelId="{9A4F48F6-BCF9-4165-AF3C-7C7BA667FA27}">
      <dgm:prSet phldrT="[Text]" phldr="0"/>
      <dgm:spPr/>
      <dgm:t>
        <a:bodyPr/>
        <a:lstStyle/>
        <a:p>
          <a:r>
            <a:rPr lang="en-US" dirty="0"/>
            <a:t>Artifact Id#1</a:t>
          </a:r>
        </a:p>
      </dgm:t>
    </dgm:pt>
    <dgm:pt modelId="{9A5D99C4-3A63-4397-B386-EBF9464401C2}" type="parTrans" cxnId="{099CBF7E-623A-4E34-A8A8-237B6F145EF1}">
      <dgm:prSet/>
      <dgm:spPr/>
      <dgm:t>
        <a:bodyPr/>
        <a:lstStyle/>
        <a:p>
          <a:endParaRPr lang="en-US"/>
        </a:p>
      </dgm:t>
    </dgm:pt>
    <dgm:pt modelId="{3D288AF2-D587-4DAC-A032-2120C9951061}" type="sibTrans" cxnId="{099CBF7E-623A-4E34-A8A8-237B6F145EF1}">
      <dgm:prSet/>
      <dgm:spPr/>
      <dgm:t>
        <a:bodyPr/>
        <a:lstStyle/>
        <a:p>
          <a:endParaRPr lang="en-US"/>
        </a:p>
      </dgm:t>
    </dgm:pt>
    <dgm:pt modelId="{4ECE59B8-536D-4DBD-9298-39EEE1A4E2F2}">
      <dgm:prSet phldrT="[Text]" phldr="0"/>
      <dgm:spPr/>
      <dgm:t>
        <a:bodyPr/>
        <a:lstStyle/>
        <a:p>
          <a:r>
            <a:rPr lang="en-US" dirty="0"/>
            <a:t>Description</a:t>
          </a:r>
        </a:p>
      </dgm:t>
    </dgm:pt>
    <dgm:pt modelId="{6C4DA155-8243-4072-B293-EC0CBA97AD7C}" type="parTrans" cxnId="{FF25C671-29E0-452F-800B-C8D83AAC5DA2}">
      <dgm:prSet/>
      <dgm:spPr/>
      <dgm:t>
        <a:bodyPr/>
        <a:lstStyle/>
        <a:p>
          <a:endParaRPr lang="en-US"/>
        </a:p>
      </dgm:t>
    </dgm:pt>
    <dgm:pt modelId="{F4455422-8EF8-4653-ACAA-E71029CF2328}" type="sibTrans" cxnId="{FF25C671-29E0-452F-800B-C8D83AAC5DA2}">
      <dgm:prSet/>
      <dgm:spPr/>
      <dgm:t>
        <a:bodyPr/>
        <a:lstStyle/>
        <a:p>
          <a:endParaRPr lang="en-US"/>
        </a:p>
      </dgm:t>
    </dgm:pt>
    <dgm:pt modelId="{855297F2-A162-4EED-8FE7-B40916947E1F}">
      <dgm:prSet phldrT="[Text]" phldr="0"/>
      <dgm:spPr/>
      <dgm:t>
        <a:bodyPr/>
        <a:lstStyle/>
        <a:p>
          <a:r>
            <a:rPr lang="en-US" dirty="0"/>
            <a:t>Collection ref#1</a:t>
          </a:r>
        </a:p>
      </dgm:t>
    </dgm:pt>
    <dgm:pt modelId="{83D18EB3-F613-46C2-86CF-CF849473A283}" type="parTrans" cxnId="{AD4C48F6-D1BF-454B-9E1C-9111D36AC05F}">
      <dgm:prSet/>
      <dgm:spPr/>
      <dgm:t>
        <a:bodyPr/>
        <a:lstStyle/>
        <a:p>
          <a:endParaRPr lang="en-US"/>
        </a:p>
      </dgm:t>
    </dgm:pt>
    <dgm:pt modelId="{B3957AC8-05AC-4C73-A0A8-40D5AE41615E}" type="sibTrans" cxnId="{AD4C48F6-D1BF-454B-9E1C-9111D36AC05F}">
      <dgm:prSet/>
      <dgm:spPr/>
      <dgm:t>
        <a:bodyPr/>
        <a:lstStyle/>
        <a:p>
          <a:endParaRPr lang="en-US"/>
        </a:p>
      </dgm:t>
    </dgm:pt>
    <dgm:pt modelId="{9DFAA83C-0ED7-4C5D-908E-2A02657C3D57}">
      <dgm:prSet phldrT="[Text]" phldr="0"/>
      <dgm:spPr/>
      <dgm:t>
        <a:bodyPr/>
        <a:lstStyle/>
        <a:p>
          <a:r>
            <a:rPr lang="en-US" dirty="0"/>
            <a:t>Exhibitions</a:t>
          </a:r>
        </a:p>
      </dgm:t>
    </dgm:pt>
    <dgm:pt modelId="{B6EFE756-66AC-4682-AE3E-4E5A980226A5}" type="parTrans" cxnId="{4A52468F-FADF-4AD1-8BF8-227ED1BE1440}">
      <dgm:prSet/>
      <dgm:spPr/>
      <dgm:t>
        <a:bodyPr/>
        <a:lstStyle/>
        <a:p>
          <a:endParaRPr lang="en-US"/>
        </a:p>
      </dgm:t>
    </dgm:pt>
    <dgm:pt modelId="{0FBCAEE9-6184-4B39-99B3-8073FB519715}" type="sibTrans" cxnId="{4A52468F-FADF-4AD1-8BF8-227ED1BE1440}">
      <dgm:prSet/>
      <dgm:spPr/>
      <dgm:t>
        <a:bodyPr/>
        <a:lstStyle/>
        <a:p>
          <a:endParaRPr lang="en-US"/>
        </a:p>
      </dgm:t>
    </dgm:pt>
    <dgm:pt modelId="{E0F095D0-0CDD-4899-95AE-C151B28DF4D1}">
      <dgm:prSet phldrT="[Text]" phldr="0"/>
      <dgm:spPr/>
      <dgm:t>
        <a:bodyPr/>
        <a:lstStyle/>
        <a:p>
          <a:r>
            <a:rPr lang="en-US" dirty="0"/>
            <a:t>Exhibition Id#1</a:t>
          </a:r>
        </a:p>
      </dgm:t>
    </dgm:pt>
    <dgm:pt modelId="{A901081C-4D82-49A2-9AF0-FDB6D79D7219}" type="parTrans" cxnId="{6620BD34-0599-4A37-843B-95E73982D995}">
      <dgm:prSet/>
      <dgm:spPr/>
      <dgm:t>
        <a:bodyPr/>
        <a:lstStyle/>
        <a:p>
          <a:endParaRPr lang="en-US"/>
        </a:p>
      </dgm:t>
    </dgm:pt>
    <dgm:pt modelId="{A65C86A5-0AE7-4EEE-9D4F-A9803E1BE21B}" type="sibTrans" cxnId="{6620BD34-0599-4A37-843B-95E73982D995}">
      <dgm:prSet/>
      <dgm:spPr/>
      <dgm:t>
        <a:bodyPr/>
        <a:lstStyle/>
        <a:p>
          <a:endParaRPr lang="en-US"/>
        </a:p>
      </dgm:t>
    </dgm:pt>
    <dgm:pt modelId="{13719A43-B673-4C88-9D1E-16D752C05E25}">
      <dgm:prSet phldrT="[Text]" phldr="0"/>
      <dgm:spPr/>
      <dgm:t>
        <a:bodyPr/>
        <a:lstStyle/>
        <a:p>
          <a:r>
            <a:rPr lang="en-US" dirty="0"/>
            <a:t>Provenance</a:t>
          </a:r>
        </a:p>
      </dgm:t>
    </dgm:pt>
    <dgm:pt modelId="{A874BA0B-B7EF-479E-B1B8-17FB9E8D2868}" type="parTrans" cxnId="{64512EFF-FE16-4811-99ED-A308AC4F74E3}">
      <dgm:prSet/>
      <dgm:spPr/>
      <dgm:t>
        <a:bodyPr/>
        <a:lstStyle/>
        <a:p>
          <a:endParaRPr lang="en-US"/>
        </a:p>
      </dgm:t>
    </dgm:pt>
    <dgm:pt modelId="{212A347A-5399-4312-9400-C1BF5604C0A3}" type="sibTrans" cxnId="{64512EFF-FE16-4811-99ED-A308AC4F74E3}">
      <dgm:prSet/>
      <dgm:spPr/>
      <dgm:t>
        <a:bodyPr/>
        <a:lstStyle/>
        <a:p>
          <a:endParaRPr lang="en-US"/>
        </a:p>
      </dgm:t>
    </dgm:pt>
    <dgm:pt modelId="{24C79789-50A6-4247-997A-B75D020D2C6D}">
      <dgm:prSet phldrT="[Text]" phldr="0"/>
      <dgm:spPr/>
      <dgm:t>
        <a:bodyPr/>
        <a:lstStyle/>
        <a:p>
          <a:r>
            <a:rPr lang="en-US" dirty="0"/>
            <a:t>Restoration history</a:t>
          </a:r>
        </a:p>
      </dgm:t>
    </dgm:pt>
    <dgm:pt modelId="{4F864848-EEBF-4930-A161-A4A71CAED760}" type="parTrans" cxnId="{3A315C0A-B5DE-4E07-8FB5-1CD50648992C}">
      <dgm:prSet/>
      <dgm:spPr/>
      <dgm:t>
        <a:bodyPr/>
        <a:lstStyle/>
        <a:p>
          <a:endParaRPr lang="en-US"/>
        </a:p>
      </dgm:t>
    </dgm:pt>
    <dgm:pt modelId="{710B0101-9A84-4BC6-8C5A-657A5D29E445}" type="sibTrans" cxnId="{3A315C0A-B5DE-4E07-8FB5-1CD50648992C}">
      <dgm:prSet/>
      <dgm:spPr/>
      <dgm:t>
        <a:bodyPr/>
        <a:lstStyle/>
        <a:p>
          <a:endParaRPr lang="en-US"/>
        </a:p>
      </dgm:t>
    </dgm:pt>
    <dgm:pt modelId="{6A27566D-5E2B-4C81-8C09-639ED0AF984B}">
      <dgm:prSet phldrT="[Text]" phldr="0"/>
      <dgm:spPr/>
      <dgm:t>
        <a:bodyPr/>
        <a:lstStyle/>
        <a:p>
          <a:r>
            <a:rPr lang="en-US" dirty="0"/>
            <a:t>Cultural heritage</a:t>
          </a:r>
        </a:p>
      </dgm:t>
    </dgm:pt>
    <dgm:pt modelId="{C7EBEF87-5076-4181-B19B-8AD6A127BA45}" type="parTrans" cxnId="{3FD8B39C-0640-4384-B97E-203A0CF8F63B}">
      <dgm:prSet/>
      <dgm:spPr/>
      <dgm:t>
        <a:bodyPr/>
        <a:lstStyle/>
        <a:p>
          <a:endParaRPr lang="en-US"/>
        </a:p>
      </dgm:t>
    </dgm:pt>
    <dgm:pt modelId="{FC4E0FFA-63F1-4B37-95CB-4240840490FF}" type="sibTrans" cxnId="{3FD8B39C-0640-4384-B97E-203A0CF8F63B}">
      <dgm:prSet/>
      <dgm:spPr/>
      <dgm:t>
        <a:bodyPr/>
        <a:lstStyle/>
        <a:p>
          <a:endParaRPr lang="en-US"/>
        </a:p>
      </dgm:t>
    </dgm:pt>
    <dgm:pt modelId="{C499CC0F-4E7A-4FEC-97EE-0BDE6BB4004A}">
      <dgm:prSet phldrT="[Text]" phldr="0"/>
      <dgm:spPr/>
      <dgm:t>
        <a:bodyPr/>
        <a:lstStyle/>
        <a:p>
          <a:r>
            <a:rPr lang="en-US" dirty="0"/>
            <a:t>Artist</a:t>
          </a:r>
        </a:p>
      </dgm:t>
    </dgm:pt>
    <dgm:pt modelId="{7F41646D-7809-44F5-B24B-6E191227AD5F}" type="parTrans" cxnId="{751A140E-BD01-4228-9DD6-3DA5AD793CD2}">
      <dgm:prSet/>
      <dgm:spPr/>
      <dgm:t>
        <a:bodyPr/>
        <a:lstStyle/>
        <a:p>
          <a:endParaRPr lang="en-US"/>
        </a:p>
      </dgm:t>
    </dgm:pt>
    <dgm:pt modelId="{EA7DEC92-39F8-4663-8710-1BE6F53B5DCC}" type="sibTrans" cxnId="{751A140E-BD01-4228-9DD6-3DA5AD793CD2}">
      <dgm:prSet/>
      <dgm:spPr/>
      <dgm:t>
        <a:bodyPr/>
        <a:lstStyle/>
        <a:p>
          <a:endParaRPr lang="en-US"/>
        </a:p>
      </dgm:t>
    </dgm:pt>
    <dgm:pt modelId="{503A382B-1D5A-4546-833B-2164E945BC79}">
      <dgm:prSet phldrT="[Text]" phldr="0"/>
      <dgm:spPr/>
      <dgm:t>
        <a:bodyPr/>
        <a:lstStyle/>
        <a:p>
          <a:r>
            <a:rPr lang="en-US" dirty="0"/>
            <a:t>Theme/Culture</a:t>
          </a:r>
        </a:p>
      </dgm:t>
    </dgm:pt>
    <dgm:pt modelId="{A3638297-C98E-49B2-935E-46CEF1892D42}" type="parTrans" cxnId="{423FA7FB-73E0-4BCD-A13F-A99D2D9F6154}">
      <dgm:prSet/>
      <dgm:spPr/>
      <dgm:t>
        <a:bodyPr/>
        <a:lstStyle/>
        <a:p>
          <a:endParaRPr lang="en-US"/>
        </a:p>
      </dgm:t>
    </dgm:pt>
    <dgm:pt modelId="{1D474A4F-185C-4214-81CF-5568DF079C10}" type="sibTrans" cxnId="{423FA7FB-73E0-4BCD-A13F-A99D2D9F6154}">
      <dgm:prSet/>
      <dgm:spPr/>
      <dgm:t>
        <a:bodyPr/>
        <a:lstStyle/>
        <a:p>
          <a:endParaRPr lang="en-US"/>
        </a:p>
      </dgm:t>
    </dgm:pt>
    <dgm:pt modelId="{7170B3D7-7385-4271-BFDD-77BDCB4B9D7D}">
      <dgm:prSet phldrT="[Text]" phldr="0"/>
      <dgm:spPr/>
      <dgm:t>
        <a:bodyPr/>
        <a:lstStyle/>
        <a:p>
          <a:r>
            <a:rPr lang="en-US" dirty="0"/>
            <a:t>Historical period</a:t>
          </a:r>
        </a:p>
      </dgm:t>
    </dgm:pt>
    <dgm:pt modelId="{4A1ABC62-FD06-4AC0-BC51-20F24998E5FF}" type="parTrans" cxnId="{92666C42-575A-458A-A537-6AF157077065}">
      <dgm:prSet/>
      <dgm:spPr/>
      <dgm:t>
        <a:bodyPr/>
        <a:lstStyle/>
        <a:p>
          <a:endParaRPr lang="en-US"/>
        </a:p>
      </dgm:t>
    </dgm:pt>
    <dgm:pt modelId="{E0F509D1-F4E5-4341-B785-E6BE8356D007}" type="sibTrans" cxnId="{92666C42-575A-458A-A537-6AF157077065}">
      <dgm:prSet/>
      <dgm:spPr/>
      <dgm:t>
        <a:bodyPr/>
        <a:lstStyle/>
        <a:p>
          <a:endParaRPr lang="en-US"/>
        </a:p>
      </dgm:t>
    </dgm:pt>
    <dgm:pt modelId="{06F09080-0CCF-47DD-9F14-9B09338FC156}">
      <dgm:prSet phldrT="[Text]" phldr="0"/>
      <dgm:spPr/>
      <dgm:t>
        <a:bodyPr/>
        <a:lstStyle/>
        <a:p>
          <a:r>
            <a:rPr lang="en-US" dirty="0"/>
            <a:t>Historical Period</a:t>
          </a:r>
        </a:p>
      </dgm:t>
    </dgm:pt>
    <dgm:pt modelId="{C270D4B2-63B3-44BE-90B2-A3B79110A5BC}" type="parTrans" cxnId="{D595DF86-55CC-40E1-991D-096A4EDC08CB}">
      <dgm:prSet/>
      <dgm:spPr/>
      <dgm:t>
        <a:bodyPr/>
        <a:lstStyle/>
        <a:p>
          <a:endParaRPr lang="en-US"/>
        </a:p>
      </dgm:t>
    </dgm:pt>
    <dgm:pt modelId="{CCEFAA32-A3AE-42BA-A24E-BFA35382DBF3}" type="sibTrans" cxnId="{D595DF86-55CC-40E1-991D-096A4EDC08CB}">
      <dgm:prSet/>
      <dgm:spPr/>
      <dgm:t>
        <a:bodyPr/>
        <a:lstStyle/>
        <a:p>
          <a:endParaRPr lang="en-US"/>
        </a:p>
      </dgm:t>
    </dgm:pt>
    <dgm:pt modelId="{C9E721F3-3509-40BA-945D-417CE334E5F2}">
      <dgm:prSet phldrT="[Text]" phldr="0"/>
      <dgm:spPr/>
      <dgm:t>
        <a:bodyPr/>
        <a:lstStyle/>
        <a:p>
          <a:r>
            <a:rPr lang="en-US" dirty="0"/>
            <a:t>Project #1</a:t>
          </a:r>
        </a:p>
      </dgm:t>
    </dgm:pt>
    <dgm:pt modelId="{ACF9E546-FC16-43CF-809C-930B68C88DB1}" type="parTrans" cxnId="{30CCBCEE-6C5C-42DE-B1C3-C53210DE7090}">
      <dgm:prSet/>
      <dgm:spPr/>
      <dgm:t>
        <a:bodyPr/>
        <a:lstStyle/>
        <a:p>
          <a:endParaRPr lang="en-US"/>
        </a:p>
      </dgm:t>
    </dgm:pt>
    <dgm:pt modelId="{FEEFCB98-559B-4F6D-9142-483778425DB0}" type="sibTrans" cxnId="{30CCBCEE-6C5C-42DE-B1C3-C53210DE7090}">
      <dgm:prSet/>
      <dgm:spPr/>
      <dgm:t>
        <a:bodyPr/>
        <a:lstStyle/>
        <a:p>
          <a:endParaRPr lang="en-US"/>
        </a:p>
      </dgm:t>
    </dgm:pt>
    <dgm:pt modelId="{97A8E0E5-1256-46F5-BDCA-CBF242F3C57E}">
      <dgm:prSet phldrT="[Text]" phldr="0"/>
      <dgm:spPr/>
      <dgm:t>
        <a:bodyPr/>
        <a:lstStyle/>
        <a:p>
          <a:r>
            <a:rPr lang="en-US" dirty="0"/>
            <a:t>Loan</a:t>
          </a:r>
        </a:p>
      </dgm:t>
    </dgm:pt>
    <dgm:pt modelId="{5CD82464-BD85-410D-9486-CDF630216295}" type="parTrans" cxnId="{760621C2-E86C-4607-A302-CD20979C09E9}">
      <dgm:prSet/>
      <dgm:spPr/>
      <dgm:t>
        <a:bodyPr/>
        <a:lstStyle/>
        <a:p>
          <a:endParaRPr lang="en-US"/>
        </a:p>
      </dgm:t>
    </dgm:pt>
    <dgm:pt modelId="{F2FF7060-498E-4C33-B37F-3A4AE0EED5E3}" type="sibTrans" cxnId="{760621C2-E86C-4607-A302-CD20979C09E9}">
      <dgm:prSet/>
      <dgm:spPr/>
      <dgm:t>
        <a:bodyPr/>
        <a:lstStyle/>
        <a:p>
          <a:endParaRPr lang="en-US"/>
        </a:p>
      </dgm:t>
    </dgm:pt>
    <dgm:pt modelId="{35D396C7-832D-4310-9EFD-0CBA7534B49E}">
      <dgm:prSet phldrT="[Text]" phldr="0"/>
      <dgm:spPr/>
      <dgm:t>
        <a:bodyPr/>
        <a:lstStyle/>
        <a:p>
          <a:r>
            <a:rPr lang="en-US" dirty="0"/>
            <a:t>Collection/Artifacts</a:t>
          </a:r>
        </a:p>
      </dgm:t>
    </dgm:pt>
    <dgm:pt modelId="{2053DD24-1A05-4174-B3A2-006AF3B872F4}" type="parTrans" cxnId="{2C51EDE1-6CE8-4630-BABC-D0F8A19FB7D7}">
      <dgm:prSet/>
      <dgm:spPr/>
      <dgm:t>
        <a:bodyPr/>
        <a:lstStyle/>
        <a:p>
          <a:endParaRPr lang="en-US"/>
        </a:p>
      </dgm:t>
    </dgm:pt>
    <dgm:pt modelId="{0D904290-0D38-4707-88C1-2BE985B0DCCE}" type="sibTrans" cxnId="{2C51EDE1-6CE8-4630-BABC-D0F8A19FB7D7}">
      <dgm:prSet/>
      <dgm:spPr/>
      <dgm:t>
        <a:bodyPr/>
        <a:lstStyle/>
        <a:p>
          <a:endParaRPr lang="en-US"/>
        </a:p>
      </dgm:t>
    </dgm:pt>
    <dgm:pt modelId="{73528B28-3862-4C56-BB94-20BFCA4D977C}">
      <dgm:prSet phldrT="[Text]" phldr="0"/>
      <dgm:spPr/>
      <dgm:t>
        <a:bodyPr/>
        <a:lstStyle/>
        <a:p>
          <a:r>
            <a:rPr lang="en-US" dirty="0"/>
            <a:t>Responsible / Team</a:t>
          </a:r>
        </a:p>
      </dgm:t>
    </dgm:pt>
    <dgm:pt modelId="{320AF489-F490-4FB9-A435-9E69697CB6A1}" type="parTrans" cxnId="{360BAAFF-63FD-43F2-9802-8A20EFFEA078}">
      <dgm:prSet/>
      <dgm:spPr/>
      <dgm:t>
        <a:bodyPr/>
        <a:lstStyle/>
        <a:p>
          <a:endParaRPr lang="en-US"/>
        </a:p>
      </dgm:t>
    </dgm:pt>
    <dgm:pt modelId="{D5F06BC4-1238-41A8-9412-D18B338823BA}" type="sibTrans" cxnId="{360BAAFF-63FD-43F2-9802-8A20EFFEA078}">
      <dgm:prSet/>
      <dgm:spPr/>
      <dgm:t>
        <a:bodyPr/>
        <a:lstStyle/>
        <a:p>
          <a:endParaRPr lang="en-US"/>
        </a:p>
      </dgm:t>
    </dgm:pt>
    <dgm:pt modelId="{9AC9B081-25C5-4E83-B9FC-4EE1220C42CC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Roaring Lion Bust</a:t>
          </a:r>
        </a:p>
      </dgm:t>
    </dgm:pt>
    <dgm:pt modelId="{454A2903-42E9-4AD4-B32C-56480B741CA4}" type="parTrans" cxnId="{A50AE63F-71DF-4A50-9477-BB78123FEF7A}">
      <dgm:prSet/>
      <dgm:spPr/>
      <dgm:t>
        <a:bodyPr/>
        <a:lstStyle/>
        <a:p>
          <a:endParaRPr lang="en-US"/>
        </a:p>
      </dgm:t>
    </dgm:pt>
    <dgm:pt modelId="{BFCB5B5C-D340-456B-9E1E-50850228EC60}" type="sibTrans" cxnId="{A50AE63F-71DF-4A50-9477-BB78123FEF7A}">
      <dgm:prSet/>
      <dgm:spPr/>
      <dgm:t>
        <a:bodyPr/>
        <a:lstStyle/>
        <a:p>
          <a:endParaRPr lang="en-US"/>
        </a:p>
      </dgm:t>
    </dgm:pt>
    <dgm:pt modelId="{23D84297-71D0-47C1-8874-FF344216EAC8}">
      <dgm:prSet phldrT="[Text]"/>
      <dgm:spPr/>
      <dgm:t>
        <a:bodyPr/>
        <a:lstStyle/>
        <a:p>
          <a:r>
            <a:rPr lang="en-US" dirty="0"/>
            <a:t>Artifact Id#2</a:t>
          </a:r>
        </a:p>
      </dgm:t>
    </dgm:pt>
    <dgm:pt modelId="{C4BC2D65-C06B-4D32-962C-942429050144}" type="parTrans" cxnId="{196D6ED2-D91E-482C-B59B-AD2FEC248E9A}">
      <dgm:prSet/>
      <dgm:spPr/>
      <dgm:t>
        <a:bodyPr/>
        <a:lstStyle/>
        <a:p>
          <a:endParaRPr lang="en-US"/>
        </a:p>
      </dgm:t>
    </dgm:pt>
    <dgm:pt modelId="{5E828AE2-BCBB-4D2E-B901-535C4EEBD24B}" type="sibTrans" cxnId="{196D6ED2-D91E-482C-B59B-AD2FEC248E9A}">
      <dgm:prSet/>
      <dgm:spPr/>
      <dgm:t>
        <a:bodyPr/>
        <a:lstStyle/>
        <a:p>
          <a:endParaRPr lang="en-US"/>
        </a:p>
      </dgm:t>
    </dgm:pt>
    <dgm:pt modelId="{CA6200AF-7336-4AB8-A4E9-530BC5027306}">
      <dgm:prSet phldrT="[Text]"/>
      <dgm:spPr/>
      <dgm:t>
        <a:bodyPr/>
        <a:lstStyle/>
        <a:p>
          <a:r>
            <a:rPr lang="en-US" dirty="0"/>
            <a:t>Restoration</a:t>
          </a:r>
        </a:p>
      </dgm:t>
    </dgm:pt>
    <dgm:pt modelId="{880276D0-EB74-4489-85C7-23E81AC85430}" type="parTrans" cxnId="{5B800C80-94B9-4F92-AF4B-4CEA866A56D6}">
      <dgm:prSet/>
      <dgm:spPr/>
      <dgm:t>
        <a:bodyPr/>
        <a:lstStyle/>
        <a:p>
          <a:endParaRPr lang="en-US"/>
        </a:p>
      </dgm:t>
    </dgm:pt>
    <dgm:pt modelId="{36022CDB-DAA5-4DCB-AB8C-CC60CF58AABA}" type="sibTrans" cxnId="{5B800C80-94B9-4F92-AF4B-4CEA866A56D6}">
      <dgm:prSet/>
      <dgm:spPr/>
      <dgm:t>
        <a:bodyPr/>
        <a:lstStyle/>
        <a:p>
          <a:endParaRPr lang="en-US"/>
        </a:p>
      </dgm:t>
    </dgm:pt>
    <dgm:pt modelId="{6C8E784B-F666-494C-B943-E6FE294FAEB1}">
      <dgm:prSet phldrT="[Text]" phldr="0"/>
      <dgm:spPr/>
      <dgm:t>
        <a:bodyPr/>
        <a:lstStyle/>
        <a:p>
          <a:r>
            <a:rPr lang="en-US" dirty="0"/>
            <a:t>Project #2</a:t>
          </a:r>
        </a:p>
      </dgm:t>
    </dgm:pt>
    <dgm:pt modelId="{7607DCFD-2AEA-4454-AD75-99E4327A6DA2}" type="parTrans" cxnId="{3A62B7D9-3C40-4560-A73C-D23AD318741D}">
      <dgm:prSet/>
      <dgm:spPr/>
      <dgm:t>
        <a:bodyPr/>
        <a:lstStyle/>
        <a:p>
          <a:endParaRPr lang="en-US"/>
        </a:p>
      </dgm:t>
    </dgm:pt>
    <dgm:pt modelId="{2125BE52-3AA7-429B-8CE3-D4E62C9DFFAC}" type="sibTrans" cxnId="{3A62B7D9-3C40-4560-A73C-D23AD318741D}">
      <dgm:prSet/>
      <dgm:spPr/>
      <dgm:t>
        <a:bodyPr/>
        <a:lstStyle/>
        <a:p>
          <a:endParaRPr lang="en-US"/>
        </a:p>
      </dgm:t>
    </dgm:pt>
    <dgm:pt modelId="{BD4CBB34-BFC3-4314-AC58-360CE3F828A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Collection Id#1</a:t>
          </a:r>
        </a:p>
      </dgm:t>
    </dgm:pt>
    <dgm:pt modelId="{455048BF-88A9-42EC-8893-BB00D9AEA4E4}" type="parTrans" cxnId="{55772C8E-448C-4DC9-A074-76F225A7B1A5}">
      <dgm:prSet/>
      <dgm:spPr/>
      <dgm:t>
        <a:bodyPr/>
        <a:lstStyle/>
        <a:p>
          <a:endParaRPr lang="en-US"/>
        </a:p>
      </dgm:t>
    </dgm:pt>
    <dgm:pt modelId="{1F5900FF-7037-4382-8E40-1F8FA4C91733}" type="sibTrans" cxnId="{55772C8E-448C-4DC9-A074-76F225A7B1A5}">
      <dgm:prSet/>
      <dgm:spPr/>
      <dgm:t>
        <a:bodyPr/>
        <a:lstStyle/>
        <a:p>
          <a:endParaRPr lang="en-US"/>
        </a:p>
      </dgm:t>
    </dgm:pt>
    <dgm:pt modelId="{D81506E7-9321-4CD6-B783-B535E14E967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Artifact #1</a:t>
          </a:r>
        </a:p>
      </dgm:t>
    </dgm:pt>
    <dgm:pt modelId="{7D9BDDE8-7610-4C76-ACCC-5EF685046CB6}" type="parTrans" cxnId="{517039A2-AF71-40DF-BA14-7ECAA2110576}">
      <dgm:prSet/>
      <dgm:spPr/>
      <dgm:t>
        <a:bodyPr/>
        <a:lstStyle/>
        <a:p>
          <a:endParaRPr lang="en-US"/>
        </a:p>
      </dgm:t>
    </dgm:pt>
    <dgm:pt modelId="{33EBB137-5154-41C5-9AB1-B8A70F9210AB}" type="sibTrans" cxnId="{517039A2-AF71-40DF-BA14-7ECAA2110576}">
      <dgm:prSet/>
      <dgm:spPr/>
      <dgm:t>
        <a:bodyPr/>
        <a:lstStyle/>
        <a:p>
          <a:endParaRPr lang="en-US"/>
        </a:p>
      </dgm:t>
    </dgm:pt>
    <dgm:pt modelId="{764BB32F-0818-4190-8CBA-5BFD6043BFBC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Persepolis</a:t>
          </a:r>
        </a:p>
      </dgm:t>
    </dgm:pt>
    <dgm:pt modelId="{B0A38B96-90FF-402E-A24A-BEF06D54B9B6}" type="parTrans" cxnId="{C5AE9650-7B23-40D6-AD75-0C98CFFC981C}">
      <dgm:prSet/>
      <dgm:spPr/>
      <dgm:t>
        <a:bodyPr/>
        <a:lstStyle/>
        <a:p>
          <a:endParaRPr lang="en-US"/>
        </a:p>
      </dgm:t>
    </dgm:pt>
    <dgm:pt modelId="{80C549BF-85F2-4AF0-82FE-EA09792BFF8F}" type="sibTrans" cxnId="{C5AE9650-7B23-40D6-AD75-0C98CFFC981C}">
      <dgm:prSet/>
      <dgm:spPr/>
      <dgm:t>
        <a:bodyPr/>
        <a:lstStyle/>
        <a:p>
          <a:endParaRPr lang="en-US"/>
        </a:p>
      </dgm:t>
    </dgm:pt>
    <dgm:pt modelId="{218DF31D-CF8B-459F-887A-8E793F7A6593}">
      <dgm:prSet phldrT="[Text]" phldr="0"/>
      <dgm:spPr/>
      <dgm:t>
        <a:bodyPr/>
        <a:lstStyle/>
        <a:p>
          <a:r>
            <a:rPr lang="en-US" dirty="0"/>
            <a:t>Restored 3 times</a:t>
          </a:r>
        </a:p>
      </dgm:t>
    </dgm:pt>
    <dgm:pt modelId="{928CD5CC-816D-4B40-9D14-7256E32D7DFD}" type="parTrans" cxnId="{4D6B2273-EC6F-44A1-8C0B-9E3F6EDFFD88}">
      <dgm:prSet/>
      <dgm:spPr/>
      <dgm:t>
        <a:bodyPr/>
        <a:lstStyle/>
        <a:p>
          <a:endParaRPr lang="en-US"/>
        </a:p>
      </dgm:t>
    </dgm:pt>
    <dgm:pt modelId="{63F6D207-5CB3-4B31-B829-F97C6E8DF686}" type="sibTrans" cxnId="{4D6B2273-EC6F-44A1-8C0B-9E3F6EDFFD88}">
      <dgm:prSet/>
      <dgm:spPr/>
      <dgm:t>
        <a:bodyPr/>
        <a:lstStyle/>
        <a:p>
          <a:endParaRPr lang="en-US"/>
        </a:p>
      </dgm:t>
    </dgm:pt>
    <dgm:pt modelId="{A396E0BF-DF91-4BCD-8AC5-B6EA0224F397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Persian (Achaemenid)</a:t>
          </a:r>
        </a:p>
      </dgm:t>
    </dgm:pt>
    <dgm:pt modelId="{76476CBF-B102-41E4-9248-4221376F70AF}" type="parTrans" cxnId="{8175DA54-2A32-4264-8F2E-AE304F0511C1}">
      <dgm:prSet/>
      <dgm:spPr/>
      <dgm:t>
        <a:bodyPr/>
        <a:lstStyle/>
        <a:p>
          <a:endParaRPr lang="en-US"/>
        </a:p>
      </dgm:t>
    </dgm:pt>
    <dgm:pt modelId="{E0E25494-38AF-49C6-9C83-A7EBB5DADB17}" type="sibTrans" cxnId="{8175DA54-2A32-4264-8F2E-AE304F0511C1}">
      <dgm:prSet/>
      <dgm:spPr/>
      <dgm:t>
        <a:bodyPr/>
        <a:lstStyle/>
        <a:p>
          <a:endParaRPr lang="en-US"/>
        </a:p>
      </dgm:t>
    </dgm:pt>
    <dgm:pt modelId="{6D41F822-3F5E-498D-8427-D9976FC14949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05</a:t>
          </a:r>
          <a:r>
            <a:rPr lang="en-US" baseline="30000" dirty="0"/>
            <a:t>th</a:t>
          </a:r>
          <a:r>
            <a:rPr lang="en-US" dirty="0"/>
            <a:t> Century BC</a:t>
          </a:r>
        </a:p>
      </dgm:t>
    </dgm:pt>
    <dgm:pt modelId="{B777D164-DD56-45DE-9496-BC18234B1690}" type="parTrans" cxnId="{E314F4B5-40B5-447A-B126-45A7D8D28ED6}">
      <dgm:prSet/>
      <dgm:spPr/>
      <dgm:t>
        <a:bodyPr/>
        <a:lstStyle/>
        <a:p>
          <a:endParaRPr lang="en-US"/>
        </a:p>
      </dgm:t>
    </dgm:pt>
    <dgm:pt modelId="{C03D6BDD-B589-42C4-86BE-8B4E25D47F0C}" type="sibTrans" cxnId="{E314F4B5-40B5-447A-B126-45A7D8D28ED6}">
      <dgm:prSet/>
      <dgm:spPr/>
      <dgm:t>
        <a:bodyPr/>
        <a:lstStyle/>
        <a:p>
          <a:endParaRPr lang="en-US"/>
        </a:p>
      </dgm:t>
    </dgm:pt>
    <dgm:pt modelId="{7BFC5FFE-8955-4513-8485-C479782305F9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Broken ear</a:t>
          </a:r>
        </a:p>
      </dgm:t>
    </dgm:pt>
    <dgm:pt modelId="{BCC45095-3A8B-4CB4-9AE4-6772688B37EF}" type="parTrans" cxnId="{E191AEB2-9ECC-4400-A418-71A1D0DD24A4}">
      <dgm:prSet/>
      <dgm:spPr/>
      <dgm:t>
        <a:bodyPr/>
        <a:lstStyle/>
        <a:p>
          <a:endParaRPr lang="en-US"/>
        </a:p>
      </dgm:t>
    </dgm:pt>
    <dgm:pt modelId="{469377AA-6EAB-4AB7-93B9-E73437C88BD3}" type="sibTrans" cxnId="{E191AEB2-9ECC-4400-A418-71A1D0DD24A4}">
      <dgm:prSet/>
      <dgm:spPr/>
      <dgm:t>
        <a:bodyPr/>
        <a:lstStyle/>
        <a:p>
          <a:endParaRPr lang="en-US"/>
        </a:p>
      </dgm:t>
    </dgm:pt>
    <dgm:pt modelId="{D7660C3C-E08D-431C-8EE1-9AA78C89B4A5}">
      <dgm:prSet phldrT="[Text]"/>
      <dgm:spPr/>
      <dgm:t>
        <a:bodyPr/>
        <a:lstStyle/>
        <a:p>
          <a:r>
            <a:rPr lang="en-US" dirty="0"/>
            <a:t>Visitors per day</a:t>
          </a:r>
        </a:p>
      </dgm:t>
    </dgm:pt>
    <dgm:pt modelId="{A5F5E471-F067-43AE-8556-402C42D66216}" type="parTrans" cxnId="{99D97E88-742D-4B77-B7BA-9F2DC084B2FC}">
      <dgm:prSet/>
      <dgm:spPr/>
      <dgm:t>
        <a:bodyPr/>
        <a:lstStyle/>
        <a:p>
          <a:endParaRPr lang="en-US"/>
        </a:p>
      </dgm:t>
    </dgm:pt>
    <dgm:pt modelId="{2056AD32-03D3-4873-9D29-9396256F501C}" type="sibTrans" cxnId="{99D97E88-742D-4B77-B7BA-9F2DC084B2FC}">
      <dgm:prSet/>
      <dgm:spPr/>
      <dgm:t>
        <a:bodyPr/>
        <a:lstStyle/>
        <a:p>
          <a:endParaRPr lang="en-US"/>
        </a:p>
      </dgm:t>
    </dgm:pt>
    <dgm:pt modelId="{061809CC-87E0-4E97-84A6-384BF07724D8}">
      <dgm:prSet phldrT="[Text]" phldr="0"/>
      <dgm:spPr/>
      <dgm:t>
        <a:bodyPr/>
        <a:lstStyle/>
        <a:p>
          <a:r>
            <a:rPr lang="en-US" dirty="0"/>
            <a:t>Adult</a:t>
          </a:r>
        </a:p>
      </dgm:t>
    </dgm:pt>
    <dgm:pt modelId="{BCF3A011-CCE5-4332-B9BE-4DBB4EB90D3E}" type="parTrans" cxnId="{19B91C51-5562-44A2-9B1C-8BC4C261CCB6}">
      <dgm:prSet/>
      <dgm:spPr/>
      <dgm:t>
        <a:bodyPr/>
        <a:lstStyle/>
        <a:p>
          <a:endParaRPr lang="en-US"/>
        </a:p>
      </dgm:t>
    </dgm:pt>
    <dgm:pt modelId="{56F3B771-1C0C-4C21-9EAF-35C1EBB1DB78}" type="sibTrans" cxnId="{19B91C51-5562-44A2-9B1C-8BC4C261CCB6}">
      <dgm:prSet/>
      <dgm:spPr/>
      <dgm:t>
        <a:bodyPr/>
        <a:lstStyle/>
        <a:p>
          <a:endParaRPr lang="en-US"/>
        </a:p>
      </dgm:t>
    </dgm:pt>
    <dgm:pt modelId="{CD4954CC-F1E7-474A-9C14-897F60DC4DA4}">
      <dgm:prSet phldrT="[Text]" phldr="0"/>
      <dgm:spPr/>
      <dgm:t>
        <a:bodyPr/>
        <a:lstStyle/>
        <a:p>
          <a:r>
            <a:rPr lang="en-US" dirty="0"/>
            <a:t>Under 12</a:t>
          </a:r>
        </a:p>
      </dgm:t>
    </dgm:pt>
    <dgm:pt modelId="{45EF24BF-2957-4968-9E77-C679A38F2BE0}" type="parTrans" cxnId="{D897B6C1-26D4-4EBF-9545-D4DF4EB294AC}">
      <dgm:prSet/>
      <dgm:spPr/>
      <dgm:t>
        <a:bodyPr/>
        <a:lstStyle/>
        <a:p>
          <a:endParaRPr lang="en-US"/>
        </a:p>
      </dgm:t>
    </dgm:pt>
    <dgm:pt modelId="{B9DFB9A1-FCC7-46AA-8558-BC4D60E4B362}" type="sibTrans" cxnId="{D897B6C1-26D4-4EBF-9545-D4DF4EB294AC}">
      <dgm:prSet/>
      <dgm:spPr/>
      <dgm:t>
        <a:bodyPr/>
        <a:lstStyle/>
        <a:p>
          <a:endParaRPr lang="en-US"/>
        </a:p>
      </dgm:t>
    </dgm:pt>
    <dgm:pt modelId="{F7D84224-A973-485F-ADAD-95BF5231A40B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345 visitors/day</a:t>
          </a:r>
        </a:p>
      </dgm:t>
    </dgm:pt>
    <dgm:pt modelId="{2637AE1D-117E-454F-9D3F-416D113148BB}" type="parTrans" cxnId="{A2B97172-721A-4303-8F66-6F662D34CC3E}">
      <dgm:prSet/>
      <dgm:spPr/>
      <dgm:t>
        <a:bodyPr/>
        <a:lstStyle/>
        <a:p>
          <a:endParaRPr lang="en-US"/>
        </a:p>
      </dgm:t>
    </dgm:pt>
    <dgm:pt modelId="{48D7C72E-85E8-400B-A2C7-9DB69FDA5390}" type="sibTrans" cxnId="{A2B97172-721A-4303-8F66-6F662D34CC3E}">
      <dgm:prSet/>
      <dgm:spPr/>
      <dgm:t>
        <a:bodyPr/>
        <a:lstStyle/>
        <a:p>
          <a:endParaRPr lang="en-US"/>
        </a:p>
      </dgm:t>
    </dgm:pt>
    <dgm:pt modelId="{6D92348B-BF22-4F09-BD16-E4E9FEADFB32}">
      <dgm:prSet phldrT="[Text]"/>
      <dgm:spPr>
        <a:solidFill>
          <a:srgbClr val="FFC000"/>
        </a:solidFill>
      </dgm:spPr>
      <dgm:t>
        <a:bodyPr/>
        <a:lstStyle/>
        <a:p>
          <a:r>
            <a:rPr lang="en-US" dirty="0"/>
            <a:t>120 visitors/day</a:t>
          </a:r>
        </a:p>
      </dgm:t>
    </dgm:pt>
    <dgm:pt modelId="{04012DFC-77A8-4A46-B858-7332CB8C84A1}" type="parTrans" cxnId="{1205B670-9953-4B26-AE11-939D8C0615D3}">
      <dgm:prSet/>
      <dgm:spPr/>
      <dgm:t>
        <a:bodyPr/>
        <a:lstStyle/>
        <a:p>
          <a:endParaRPr lang="en-US"/>
        </a:p>
      </dgm:t>
    </dgm:pt>
    <dgm:pt modelId="{AAC775F1-969C-42B7-9AD1-47CC76C9852B}" type="sibTrans" cxnId="{1205B670-9953-4B26-AE11-939D8C0615D3}">
      <dgm:prSet/>
      <dgm:spPr/>
      <dgm:t>
        <a:bodyPr/>
        <a:lstStyle/>
        <a:p>
          <a:endParaRPr lang="en-US"/>
        </a:p>
      </dgm:t>
    </dgm:pt>
    <dgm:pt modelId="{1BCF77AA-6B04-4D81-9D59-6F959F70F803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Ancient Egypt</a:t>
          </a:r>
        </a:p>
      </dgm:t>
    </dgm:pt>
    <dgm:pt modelId="{95FA36E0-4680-4632-B27E-091BE020210A}" type="parTrans" cxnId="{1BC8F17B-2D29-4A0A-B853-6E01900B14BF}">
      <dgm:prSet/>
      <dgm:spPr/>
      <dgm:t>
        <a:bodyPr/>
        <a:lstStyle/>
        <a:p>
          <a:endParaRPr lang="en-US"/>
        </a:p>
      </dgm:t>
    </dgm:pt>
    <dgm:pt modelId="{3B701667-5E66-46AB-BDA3-3F2779701BE7}" type="sibTrans" cxnId="{1BC8F17B-2D29-4A0A-B853-6E01900B14BF}">
      <dgm:prSet/>
      <dgm:spPr/>
      <dgm:t>
        <a:bodyPr/>
        <a:lstStyle/>
        <a:p>
          <a:endParaRPr lang="en-US"/>
        </a:p>
      </dgm:t>
    </dgm:pt>
    <dgm:pt modelId="{38A0B2E5-D90D-4428-806C-7CCE3CC93BD2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Sound and Light Engineer</a:t>
          </a:r>
        </a:p>
      </dgm:t>
    </dgm:pt>
    <dgm:pt modelId="{37ECD93D-C6A9-4F2D-B4DF-3F071835E72F}" type="parTrans" cxnId="{9154D30D-EAA0-42E1-8C09-EB4FE655F630}">
      <dgm:prSet/>
      <dgm:spPr/>
      <dgm:t>
        <a:bodyPr/>
        <a:lstStyle/>
        <a:p>
          <a:endParaRPr lang="en-US"/>
        </a:p>
      </dgm:t>
    </dgm:pt>
    <dgm:pt modelId="{2EA43260-1DBE-427E-AE7E-F1D9881271AE}" type="sibTrans" cxnId="{9154D30D-EAA0-42E1-8C09-EB4FE655F630}">
      <dgm:prSet/>
      <dgm:spPr/>
      <dgm:t>
        <a:bodyPr/>
        <a:lstStyle/>
        <a:p>
          <a:endParaRPr lang="en-US"/>
        </a:p>
      </dgm:t>
    </dgm:pt>
    <dgm:pt modelId="{5AFEC8AD-8C3F-4724-85E3-77D8EA592781}">
      <dgm:prSet phldrT="[Text]" phldr="0"/>
      <dgm:spPr/>
      <dgm:t>
        <a:bodyPr/>
        <a:lstStyle/>
        <a:p>
          <a:r>
            <a:rPr lang="en-US" dirty="0"/>
            <a:t>Museum</a:t>
          </a:r>
        </a:p>
      </dgm:t>
    </dgm:pt>
    <dgm:pt modelId="{8D4DADF3-A559-473F-B457-30AAF42C09D7}" type="parTrans" cxnId="{04F8C65E-115C-4784-89A0-4491AD529736}">
      <dgm:prSet/>
      <dgm:spPr/>
      <dgm:t>
        <a:bodyPr/>
        <a:lstStyle/>
        <a:p>
          <a:endParaRPr lang="en-US"/>
        </a:p>
      </dgm:t>
    </dgm:pt>
    <dgm:pt modelId="{20C3EAD4-7885-4840-B357-8B0AE16E3E20}" type="sibTrans" cxnId="{04F8C65E-115C-4784-89A0-4491AD529736}">
      <dgm:prSet/>
      <dgm:spPr/>
      <dgm:t>
        <a:bodyPr/>
        <a:lstStyle/>
        <a:p>
          <a:endParaRPr lang="en-US"/>
        </a:p>
      </dgm:t>
    </dgm:pt>
    <dgm:pt modelId="{3E6A9241-7ED7-4E1E-9A0C-FCCB8AFE0676}">
      <dgm:prSet phldrT="[Text]"/>
      <dgm:spPr/>
      <dgm:t>
        <a:bodyPr/>
        <a:lstStyle/>
        <a:p>
          <a:r>
            <a:rPr lang="en-US" dirty="0"/>
            <a:t>Collections</a:t>
          </a:r>
        </a:p>
      </dgm:t>
    </dgm:pt>
    <dgm:pt modelId="{C3FB077C-2462-498E-B844-9538FDE898FE}" type="parTrans" cxnId="{CB62C827-67E5-4123-88C9-AC674D1D8A7E}">
      <dgm:prSet/>
      <dgm:spPr/>
      <dgm:t>
        <a:bodyPr/>
        <a:lstStyle/>
        <a:p>
          <a:endParaRPr lang="en-US"/>
        </a:p>
      </dgm:t>
    </dgm:pt>
    <dgm:pt modelId="{CB332FBD-7E08-4152-AD88-22BA4367C068}" type="sibTrans" cxnId="{CB62C827-67E5-4123-88C9-AC674D1D8A7E}">
      <dgm:prSet/>
      <dgm:spPr/>
      <dgm:t>
        <a:bodyPr/>
        <a:lstStyle/>
        <a:p>
          <a:endParaRPr lang="en-US"/>
        </a:p>
      </dgm:t>
    </dgm:pt>
    <dgm:pt modelId="{AE4652B3-3398-42D3-A9DE-FBC115B53A0D}">
      <dgm:prSet phldrT="[Text]" phldr="0"/>
      <dgm:spPr/>
      <dgm:t>
        <a:bodyPr/>
        <a:lstStyle/>
        <a:p>
          <a:r>
            <a:rPr lang="en-US" dirty="0"/>
            <a:t>Collection Id#1</a:t>
          </a:r>
        </a:p>
      </dgm:t>
    </dgm:pt>
    <dgm:pt modelId="{03FC0ABC-78B9-4767-8291-52E8792ED142}" type="parTrans" cxnId="{DBF9F3C7-8713-48F8-939E-02FE8C807189}">
      <dgm:prSet/>
      <dgm:spPr/>
      <dgm:t>
        <a:bodyPr/>
        <a:lstStyle/>
        <a:p>
          <a:endParaRPr lang="en-US"/>
        </a:p>
      </dgm:t>
    </dgm:pt>
    <dgm:pt modelId="{8BC6BC54-3043-424C-91DC-F945F6203B98}" type="sibTrans" cxnId="{DBF9F3C7-8713-48F8-939E-02FE8C807189}">
      <dgm:prSet/>
      <dgm:spPr/>
      <dgm:t>
        <a:bodyPr/>
        <a:lstStyle/>
        <a:p>
          <a:endParaRPr lang="en-US"/>
        </a:p>
      </dgm:t>
    </dgm:pt>
    <dgm:pt modelId="{2A323462-12B1-44A5-95A4-30F7D5E83E80}">
      <dgm:prSet phldrT="[Text]" phldr="0"/>
      <dgm:spPr/>
      <dgm:t>
        <a:bodyPr/>
        <a:lstStyle/>
        <a:p>
          <a:r>
            <a:rPr lang="en-US" dirty="0"/>
            <a:t>Collection Id#2</a:t>
          </a:r>
        </a:p>
      </dgm:t>
    </dgm:pt>
    <dgm:pt modelId="{4EAB6B4E-4AE3-4DD0-93A3-0784ECF3F600}" type="parTrans" cxnId="{983A92A3-EF29-4954-A755-8D540079A70E}">
      <dgm:prSet/>
      <dgm:spPr/>
      <dgm:t>
        <a:bodyPr/>
        <a:lstStyle/>
        <a:p>
          <a:endParaRPr lang="en-US"/>
        </a:p>
      </dgm:t>
    </dgm:pt>
    <dgm:pt modelId="{A6DF5D9B-B3EB-49CE-B0F2-E2BA7CAB9FCB}" type="sibTrans" cxnId="{983A92A3-EF29-4954-A755-8D540079A70E}">
      <dgm:prSet/>
      <dgm:spPr/>
      <dgm:t>
        <a:bodyPr/>
        <a:lstStyle/>
        <a:p>
          <a:endParaRPr lang="en-US"/>
        </a:p>
      </dgm:t>
    </dgm:pt>
    <dgm:pt modelId="{A63AFC23-093E-44C6-B267-3891CF123A84}">
      <dgm:prSet phldrT="[Text]" phldr="0"/>
      <dgm:spPr/>
      <dgm:t>
        <a:bodyPr/>
        <a:lstStyle/>
        <a:p>
          <a:r>
            <a:rPr lang="en-US" dirty="0"/>
            <a:t>Exhibition Id#2</a:t>
          </a:r>
        </a:p>
      </dgm:t>
    </dgm:pt>
    <dgm:pt modelId="{9388F973-CD46-4AFC-9454-5895E33035BE}" type="parTrans" cxnId="{74EA1D59-CE25-4484-898B-D0B363CF7FF8}">
      <dgm:prSet/>
      <dgm:spPr/>
      <dgm:t>
        <a:bodyPr/>
        <a:lstStyle/>
        <a:p>
          <a:endParaRPr lang="en-US"/>
        </a:p>
      </dgm:t>
    </dgm:pt>
    <dgm:pt modelId="{1F61FF8D-23AE-4147-B5BA-4EC53E60A999}" type="sibTrans" cxnId="{74EA1D59-CE25-4484-898B-D0B363CF7FF8}">
      <dgm:prSet/>
      <dgm:spPr/>
      <dgm:t>
        <a:bodyPr/>
        <a:lstStyle/>
        <a:p>
          <a:endParaRPr lang="en-US"/>
        </a:p>
      </dgm:t>
    </dgm:pt>
    <dgm:pt modelId="{B9F7BE26-7120-4362-B07A-512CE293CF66}">
      <dgm:prSet phldrT="[Text]"/>
      <dgm:spPr/>
      <dgm:t>
        <a:bodyPr/>
        <a:lstStyle/>
        <a:p>
          <a:r>
            <a:rPr lang="en-US" dirty="0"/>
            <a:t>Schedule</a:t>
          </a:r>
        </a:p>
      </dgm:t>
    </dgm:pt>
    <dgm:pt modelId="{9510750D-81D3-4DD1-BEEF-9ABF3212385B}" type="parTrans" cxnId="{2A9B7C4B-D978-4918-A408-6A548363CF3E}">
      <dgm:prSet/>
      <dgm:spPr/>
      <dgm:t>
        <a:bodyPr/>
        <a:lstStyle/>
        <a:p>
          <a:endParaRPr lang="en-US"/>
        </a:p>
      </dgm:t>
    </dgm:pt>
    <dgm:pt modelId="{4522FBCC-88DD-42A2-A603-47CAAEA95766}" type="sibTrans" cxnId="{2A9B7C4B-D978-4918-A408-6A548363CF3E}">
      <dgm:prSet/>
      <dgm:spPr/>
      <dgm:t>
        <a:bodyPr/>
        <a:lstStyle/>
        <a:p>
          <a:endParaRPr lang="en-US"/>
        </a:p>
      </dgm:t>
    </dgm:pt>
    <dgm:pt modelId="{4F9DC5B4-E119-4273-B0C6-F44F279BA1CA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Sculpture Antiquities</a:t>
          </a:r>
        </a:p>
      </dgm:t>
    </dgm:pt>
    <dgm:pt modelId="{471AAB30-6948-4AC5-A872-0315651955DF}" type="parTrans" cxnId="{FE708485-FFDF-48BB-B0BC-165ED27709E5}">
      <dgm:prSet/>
      <dgm:spPr/>
      <dgm:t>
        <a:bodyPr/>
        <a:lstStyle/>
        <a:p>
          <a:endParaRPr lang="en-US"/>
        </a:p>
      </dgm:t>
    </dgm:pt>
    <dgm:pt modelId="{2408ECCD-D6DE-4241-9433-C9D56DB2C8B8}" type="sibTrans" cxnId="{FE708485-FFDF-48BB-B0BC-165ED27709E5}">
      <dgm:prSet/>
      <dgm:spPr/>
      <dgm:t>
        <a:bodyPr/>
        <a:lstStyle/>
        <a:p>
          <a:endParaRPr lang="en-US"/>
        </a:p>
      </dgm:t>
    </dgm:pt>
    <dgm:pt modelId="{B9CE2267-5814-421B-8674-D202299E0DA9}">
      <dgm:prSet phldrT="[Text]"/>
      <dgm:spPr/>
      <dgm:t>
        <a:bodyPr/>
        <a:lstStyle/>
        <a:p>
          <a:r>
            <a:rPr lang="en-US" dirty="0"/>
            <a:t>Material</a:t>
          </a:r>
        </a:p>
      </dgm:t>
    </dgm:pt>
    <dgm:pt modelId="{8E55D407-483C-4F95-9E0F-F2F663299F50}" type="parTrans" cxnId="{732BF519-8AF9-46E9-A605-D8B3016E8487}">
      <dgm:prSet/>
      <dgm:spPr/>
      <dgm:t>
        <a:bodyPr/>
        <a:lstStyle/>
        <a:p>
          <a:endParaRPr lang="en-US"/>
        </a:p>
      </dgm:t>
    </dgm:pt>
    <dgm:pt modelId="{6BDF92C9-5D8A-4F54-A8D5-BCAC6B9A57C3}" type="sibTrans" cxnId="{732BF519-8AF9-46E9-A605-D8B3016E8487}">
      <dgm:prSet/>
      <dgm:spPr/>
      <dgm:t>
        <a:bodyPr/>
        <a:lstStyle/>
        <a:p>
          <a:endParaRPr lang="en-US"/>
        </a:p>
      </dgm:t>
    </dgm:pt>
    <dgm:pt modelId="{915177A7-D4EB-4AE8-86BD-249E5278466B}">
      <dgm:prSet phldrT="[Text]" phldr="0"/>
      <dgm:spPr>
        <a:solidFill>
          <a:srgbClr val="FFC000"/>
        </a:solidFill>
      </dgm:spPr>
      <dgm:t>
        <a:bodyPr/>
        <a:lstStyle/>
        <a:p>
          <a:r>
            <a:rPr lang="en-US" dirty="0"/>
            <a:t>Limestone</a:t>
          </a:r>
        </a:p>
      </dgm:t>
    </dgm:pt>
    <dgm:pt modelId="{B5BAD76A-7E9A-4668-B9E3-5A85C816283D}" type="parTrans" cxnId="{B0544159-2B54-4B40-B794-E990ACD48374}">
      <dgm:prSet/>
      <dgm:spPr/>
      <dgm:t>
        <a:bodyPr/>
        <a:lstStyle/>
        <a:p>
          <a:endParaRPr lang="en-US"/>
        </a:p>
      </dgm:t>
    </dgm:pt>
    <dgm:pt modelId="{DF845212-58D8-452F-BDF5-6A66F33A5CFF}" type="sibTrans" cxnId="{B0544159-2B54-4B40-B794-E990ACD48374}">
      <dgm:prSet/>
      <dgm:spPr/>
      <dgm:t>
        <a:bodyPr/>
        <a:lstStyle/>
        <a:p>
          <a:endParaRPr lang="en-US"/>
        </a:p>
      </dgm:t>
    </dgm:pt>
    <dgm:pt modelId="{58CB3A1D-119E-4A17-8333-D813B10F6904}" type="pres">
      <dgm:prSet presAssocID="{D5809694-423C-4057-A791-AE12D92AEFEC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72548BFA-9BBC-45A7-9143-4A33BB8882F9}" type="pres">
      <dgm:prSet presAssocID="{5AFEC8AD-8C3F-4724-85E3-77D8EA592781}" presName="hierRoot1" presStyleCnt="0">
        <dgm:presLayoutVars>
          <dgm:hierBranch val="init"/>
        </dgm:presLayoutVars>
      </dgm:prSet>
      <dgm:spPr/>
    </dgm:pt>
    <dgm:pt modelId="{C6E05D97-7EA0-48B5-B671-3A23A78C70BD}" type="pres">
      <dgm:prSet presAssocID="{5AFEC8AD-8C3F-4724-85E3-77D8EA592781}" presName="rootComposite1" presStyleCnt="0"/>
      <dgm:spPr/>
    </dgm:pt>
    <dgm:pt modelId="{03A1BB14-9637-40F9-B5B5-81520F48315F}" type="pres">
      <dgm:prSet presAssocID="{5AFEC8AD-8C3F-4724-85E3-77D8EA592781}" presName="rootText1" presStyleLbl="node0" presStyleIdx="0" presStyleCnt="1">
        <dgm:presLayoutVars>
          <dgm:chPref val="3"/>
        </dgm:presLayoutVars>
      </dgm:prSet>
      <dgm:spPr/>
    </dgm:pt>
    <dgm:pt modelId="{04C1E8F7-D7F2-4A83-90D5-2A24E89AE95F}" type="pres">
      <dgm:prSet presAssocID="{5AFEC8AD-8C3F-4724-85E3-77D8EA592781}" presName="rootConnector1" presStyleLbl="node1" presStyleIdx="0" presStyleCnt="0"/>
      <dgm:spPr/>
    </dgm:pt>
    <dgm:pt modelId="{D843F3EE-B8EE-43C2-86E0-4F7E350611A9}" type="pres">
      <dgm:prSet presAssocID="{5AFEC8AD-8C3F-4724-85E3-77D8EA592781}" presName="hierChild2" presStyleCnt="0"/>
      <dgm:spPr/>
    </dgm:pt>
    <dgm:pt modelId="{E35E075B-61F2-41BC-BC2A-69356E0D43EE}" type="pres">
      <dgm:prSet presAssocID="{C3FB077C-2462-498E-B844-9538FDE898FE}" presName="Name64" presStyleLbl="parChTrans1D2" presStyleIdx="0" presStyleCnt="4"/>
      <dgm:spPr/>
    </dgm:pt>
    <dgm:pt modelId="{644D243D-C3FA-49AC-98C7-4A947FD5C596}" type="pres">
      <dgm:prSet presAssocID="{3E6A9241-7ED7-4E1E-9A0C-FCCB8AFE0676}" presName="hierRoot2" presStyleCnt="0">
        <dgm:presLayoutVars>
          <dgm:hierBranch val="init"/>
        </dgm:presLayoutVars>
      </dgm:prSet>
      <dgm:spPr/>
    </dgm:pt>
    <dgm:pt modelId="{479C7696-5389-4F7E-AB80-043BC155F2EE}" type="pres">
      <dgm:prSet presAssocID="{3E6A9241-7ED7-4E1E-9A0C-FCCB8AFE0676}" presName="rootComposite" presStyleCnt="0"/>
      <dgm:spPr/>
    </dgm:pt>
    <dgm:pt modelId="{1557FC18-F726-42E8-B0B5-F6D08A985014}" type="pres">
      <dgm:prSet presAssocID="{3E6A9241-7ED7-4E1E-9A0C-FCCB8AFE0676}" presName="rootText" presStyleLbl="node2" presStyleIdx="0" presStyleCnt="4" custLinFactY="-6733" custLinFactNeighborX="0" custLinFactNeighborY="-100000">
        <dgm:presLayoutVars>
          <dgm:chPref val="3"/>
        </dgm:presLayoutVars>
      </dgm:prSet>
      <dgm:spPr/>
    </dgm:pt>
    <dgm:pt modelId="{8E0DAD77-8259-47D3-8A7C-09406F1139F1}" type="pres">
      <dgm:prSet presAssocID="{3E6A9241-7ED7-4E1E-9A0C-FCCB8AFE0676}" presName="rootConnector" presStyleLbl="node2" presStyleIdx="0" presStyleCnt="4"/>
      <dgm:spPr/>
    </dgm:pt>
    <dgm:pt modelId="{0580859A-50EF-453D-BFC8-CEC25E8395B7}" type="pres">
      <dgm:prSet presAssocID="{3E6A9241-7ED7-4E1E-9A0C-FCCB8AFE0676}" presName="hierChild4" presStyleCnt="0"/>
      <dgm:spPr/>
    </dgm:pt>
    <dgm:pt modelId="{6D1FD870-2315-4054-B29C-39DF6F98439B}" type="pres">
      <dgm:prSet presAssocID="{03FC0ABC-78B9-4767-8291-52E8792ED142}" presName="Name64" presStyleLbl="parChTrans1D3" presStyleIdx="0" presStyleCnt="8"/>
      <dgm:spPr/>
    </dgm:pt>
    <dgm:pt modelId="{135CFCF6-872B-4789-9B65-2D8EAB952075}" type="pres">
      <dgm:prSet presAssocID="{AE4652B3-3398-42D3-A9DE-FBC115B53A0D}" presName="hierRoot2" presStyleCnt="0">
        <dgm:presLayoutVars>
          <dgm:hierBranch val="init"/>
        </dgm:presLayoutVars>
      </dgm:prSet>
      <dgm:spPr/>
    </dgm:pt>
    <dgm:pt modelId="{83157CDB-F484-4B87-8293-E4B564ADF99F}" type="pres">
      <dgm:prSet presAssocID="{AE4652B3-3398-42D3-A9DE-FBC115B53A0D}" presName="rootComposite" presStyleCnt="0"/>
      <dgm:spPr/>
    </dgm:pt>
    <dgm:pt modelId="{8C383FB3-4D14-4CBA-A0C6-CFF4847BA3EC}" type="pres">
      <dgm:prSet presAssocID="{AE4652B3-3398-42D3-A9DE-FBC115B53A0D}" presName="rootText" presStyleLbl="node3" presStyleIdx="0" presStyleCnt="8" custLinFactY="-22435" custLinFactNeighborX="-1194" custLinFactNeighborY="-100000">
        <dgm:presLayoutVars>
          <dgm:chPref val="3"/>
        </dgm:presLayoutVars>
      </dgm:prSet>
      <dgm:spPr/>
    </dgm:pt>
    <dgm:pt modelId="{9D3EEB16-49D5-49C0-85BE-0CF3D3E7D9DC}" type="pres">
      <dgm:prSet presAssocID="{AE4652B3-3398-42D3-A9DE-FBC115B53A0D}" presName="rootConnector" presStyleLbl="node3" presStyleIdx="0" presStyleCnt="8"/>
      <dgm:spPr/>
    </dgm:pt>
    <dgm:pt modelId="{86E86BCC-29B6-43B0-A110-A4C382B83FA3}" type="pres">
      <dgm:prSet presAssocID="{AE4652B3-3398-42D3-A9DE-FBC115B53A0D}" presName="hierChild4" presStyleCnt="0"/>
      <dgm:spPr/>
    </dgm:pt>
    <dgm:pt modelId="{5613D8DC-8394-4EB2-BEC0-4978BB2F3DA3}" type="pres">
      <dgm:prSet presAssocID="{471AAB30-6948-4AC5-A872-0315651955DF}" presName="Name64" presStyleLbl="parChTrans1D4" presStyleIdx="0" presStyleCnt="31"/>
      <dgm:spPr/>
    </dgm:pt>
    <dgm:pt modelId="{7C7902C3-EFB0-42BE-83D6-3EEF998E34AB}" type="pres">
      <dgm:prSet presAssocID="{4F9DC5B4-E119-4273-B0C6-F44F279BA1CA}" presName="hierRoot2" presStyleCnt="0">
        <dgm:presLayoutVars>
          <dgm:hierBranch val="init"/>
        </dgm:presLayoutVars>
      </dgm:prSet>
      <dgm:spPr/>
    </dgm:pt>
    <dgm:pt modelId="{8670FF6F-47A9-4179-A7EC-2F65366EB1A0}" type="pres">
      <dgm:prSet presAssocID="{4F9DC5B4-E119-4273-B0C6-F44F279BA1CA}" presName="rootComposite" presStyleCnt="0"/>
      <dgm:spPr/>
    </dgm:pt>
    <dgm:pt modelId="{8A071F50-0936-48EF-AE15-796B92F4F4A2}" type="pres">
      <dgm:prSet presAssocID="{4F9DC5B4-E119-4273-B0C6-F44F279BA1CA}" presName="rootText" presStyleLbl="node4" presStyleIdx="0" presStyleCnt="31">
        <dgm:presLayoutVars>
          <dgm:chPref val="3"/>
        </dgm:presLayoutVars>
      </dgm:prSet>
      <dgm:spPr/>
    </dgm:pt>
    <dgm:pt modelId="{BC5242FB-9811-49A0-A754-F9DF7804FA27}" type="pres">
      <dgm:prSet presAssocID="{4F9DC5B4-E119-4273-B0C6-F44F279BA1CA}" presName="rootConnector" presStyleLbl="node4" presStyleIdx="0" presStyleCnt="31"/>
      <dgm:spPr/>
    </dgm:pt>
    <dgm:pt modelId="{EC9AFF7F-5A8E-4CDA-BB48-AD6FD5B8B872}" type="pres">
      <dgm:prSet presAssocID="{4F9DC5B4-E119-4273-B0C6-F44F279BA1CA}" presName="hierChild4" presStyleCnt="0"/>
      <dgm:spPr/>
    </dgm:pt>
    <dgm:pt modelId="{7243B122-BF38-47A9-A7FB-01F27DC5A255}" type="pres">
      <dgm:prSet presAssocID="{4F9DC5B4-E119-4273-B0C6-F44F279BA1CA}" presName="hierChild5" presStyleCnt="0"/>
      <dgm:spPr/>
    </dgm:pt>
    <dgm:pt modelId="{8948F03F-28E2-4589-96A6-4C0F659AB93C}" type="pres">
      <dgm:prSet presAssocID="{AE4652B3-3398-42D3-A9DE-FBC115B53A0D}" presName="hierChild5" presStyleCnt="0"/>
      <dgm:spPr/>
    </dgm:pt>
    <dgm:pt modelId="{172AD772-32C1-453D-A10B-AD2F2B8A156F}" type="pres">
      <dgm:prSet presAssocID="{4EAB6B4E-4AE3-4DD0-93A3-0784ECF3F600}" presName="Name64" presStyleLbl="parChTrans1D3" presStyleIdx="1" presStyleCnt="8"/>
      <dgm:spPr/>
    </dgm:pt>
    <dgm:pt modelId="{B89BC2F4-8E12-4AAD-AE0E-8BD41F4F6A66}" type="pres">
      <dgm:prSet presAssocID="{2A323462-12B1-44A5-95A4-30F7D5E83E80}" presName="hierRoot2" presStyleCnt="0">
        <dgm:presLayoutVars>
          <dgm:hierBranch val="init"/>
        </dgm:presLayoutVars>
      </dgm:prSet>
      <dgm:spPr/>
    </dgm:pt>
    <dgm:pt modelId="{790B3243-67B0-44B6-8319-A1351FA4E1B0}" type="pres">
      <dgm:prSet presAssocID="{2A323462-12B1-44A5-95A4-30F7D5E83E80}" presName="rootComposite" presStyleCnt="0"/>
      <dgm:spPr/>
    </dgm:pt>
    <dgm:pt modelId="{582577D3-050E-4B41-BF32-01AA487AE0ED}" type="pres">
      <dgm:prSet presAssocID="{2A323462-12B1-44A5-95A4-30F7D5E83E80}" presName="rootText" presStyleLbl="node3" presStyleIdx="1" presStyleCnt="8" custLinFactNeighborX="-1194" custLinFactNeighborY="-11945">
        <dgm:presLayoutVars>
          <dgm:chPref val="3"/>
        </dgm:presLayoutVars>
      </dgm:prSet>
      <dgm:spPr/>
    </dgm:pt>
    <dgm:pt modelId="{ADACFA42-F20B-4E19-8623-C276B1FF0253}" type="pres">
      <dgm:prSet presAssocID="{2A323462-12B1-44A5-95A4-30F7D5E83E80}" presName="rootConnector" presStyleLbl="node3" presStyleIdx="1" presStyleCnt="8"/>
      <dgm:spPr/>
    </dgm:pt>
    <dgm:pt modelId="{FA7482C3-260F-4FD3-815C-AF4B1B75464D}" type="pres">
      <dgm:prSet presAssocID="{2A323462-12B1-44A5-95A4-30F7D5E83E80}" presName="hierChild4" presStyleCnt="0"/>
      <dgm:spPr/>
    </dgm:pt>
    <dgm:pt modelId="{5E5EF9F5-E3CC-45C6-99DE-3ACA0A30BE43}" type="pres">
      <dgm:prSet presAssocID="{2A323462-12B1-44A5-95A4-30F7D5E83E80}" presName="hierChild5" presStyleCnt="0"/>
      <dgm:spPr/>
    </dgm:pt>
    <dgm:pt modelId="{65807902-FF69-40E6-B197-480C58AD0E5A}" type="pres">
      <dgm:prSet presAssocID="{3E6A9241-7ED7-4E1E-9A0C-FCCB8AFE0676}" presName="hierChild5" presStyleCnt="0"/>
      <dgm:spPr/>
    </dgm:pt>
    <dgm:pt modelId="{B0CC0030-18CD-4C76-8E04-002BB6D32A15}" type="pres">
      <dgm:prSet presAssocID="{9242D754-7730-4B78-AB9C-A02DFB9723F4}" presName="Name64" presStyleLbl="parChTrans1D2" presStyleIdx="1" presStyleCnt="4"/>
      <dgm:spPr/>
    </dgm:pt>
    <dgm:pt modelId="{309A1635-DE84-4660-81FA-431325D7FF2B}" type="pres">
      <dgm:prSet presAssocID="{3CBB9B95-F2DE-4200-8B3A-58D04CAEA47D}" presName="hierRoot2" presStyleCnt="0">
        <dgm:presLayoutVars>
          <dgm:hierBranch val="init"/>
        </dgm:presLayoutVars>
      </dgm:prSet>
      <dgm:spPr/>
    </dgm:pt>
    <dgm:pt modelId="{0FC2F79D-D526-4E6A-A10F-B46305F486B9}" type="pres">
      <dgm:prSet presAssocID="{3CBB9B95-F2DE-4200-8B3A-58D04CAEA47D}" presName="rootComposite" presStyleCnt="0"/>
      <dgm:spPr/>
    </dgm:pt>
    <dgm:pt modelId="{61A0D4EF-EC3A-4279-BC51-4F36D0B52EB7}" type="pres">
      <dgm:prSet presAssocID="{3CBB9B95-F2DE-4200-8B3A-58D04CAEA47D}" presName="rootText" presStyleLbl="node2" presStyleIdx="1" presStyleCnt="4">
        <dgm:presLayoutVars>
          <dgm:chPref val="3"/>
        </dgm:presLayoutVars>
      </dgm:prSet>
      <dgm:spPr/>
    </dgm:pt>
    <dgm:pt modelId="{C2C48CC0-3A5A-4EE7-B580-FAF454A09CD8}" type="pres">
      <dgm:prSet presAssocID="{3CBB9B95-F2DE-4200-8B3A-58D04CAEA47D}" presName="rootConnector" presStyleLbl="node2" presStyleIdx="1" presStyleCnt="4"/>
      <dgm:spPr/>
    </dgm:pt>
    <dgm:pt modelId="{21C05684-978E-4814-BFFD-06D294C8A223}" type="pres">
      <dgm:prSet presAssocID="{3CBB9B95-F2DE-4200-8B3A-58D04CAEA47D}" presName="hierChild4" presStyleCnt="0"/>
      <dgm:spPr/>
    </dgm:pt>
    <dgm:pt modelId="{0A14706F-1BC6-48E6-BDBA-7B500E589BAD}" type="pres">
      <dgm:prSet presAssocID="{9A5D99C4-3A63-4397-B386-EBF9464401C2}" presName="Name64" presStyleLbl="parChTrans1D3" presStyleIdx="2" presStyleCnt="8"/>
      <dgm:spPr/>
    </dgm:pt>
    <dgm:pt modelId="{297A1475-871F-4B02-9E8C-FA3D011634A1}" type="pres">
      <dgm:prSet presAssocID="{9A4F48F6-BCF9-4165-AF3C-7C7BA667FA27}" presName="hierRoot2" presStyleCnt="0">
        <dgm:presLayoutVars>
          <dgm:hierBranch val="init"/>
        </dgm:presLayoutVars>
      </dgm:prSet>
      <dgm:spPr/>
    </dgm:pt>
    <dgm:pt modelId="{E0F525B7-9159-4C99-B924-C6F3E9886623}" type="pres">
      <dgm:prSet presAssocID="{9A4F48F6-BCF9-4165-AF3C-7C7BA667FA27}" presName="rootComposite" presStyleCnt="0"/>
      <dgm:spPr/>
    </dgm:pt>
    <dgm:pt modelId="{BAE31ACF-752D-4EA8-8B6E-54DBD06D21AE}" type="pres">
      <dgm:prSet presAssocID="{9A4F48F6-BCF9-4165-AF3C-7C7BA667FA27}" presName="rootText" presStyleLbl="node3" presStyleIdx="2" presStyleCnt="8">
        <dgm:presLayoutVars>
          <dgm:chPref val="3"/>
        </dgm:presLayoutVars>
      </dgm:prSet>
      <dgm:spPr/>
    </dgm:pt>
    <dgm:pt modelId="{D46F3F0D-30A4-4DDE-884B-BD4A774332AE}" type="pres">
      <dgm:prSet presAssocID="{9A4F48F6-BCF9-4165-AF3C-7C7BA667FA27}" presName="rootConnector" presStyleLbl="node3" presStyleIdx="2" presStyleCnt="8"/>
      <dgm:spPr/>
    </dgm:pt>
    <dgm:pt modelId="{6322132C-78CD-43CA-BDB1-15934FC6847D}" type="pres">
      <dgm:prSet presAssocID="{9A4F48F6-BCF9-4165-AF3C-7C7BA667FA27}" presName="hierChild4" presStyleCnt="0"/>
      <dgm:spPr/>
    </dgm:pt>
    <dgm:pt modelId="{E7F095C9-0EEA-49B6-905E-AC74937B597A}" type="pres">
      <dgm:prSet presAssocID="{6C4DA155-8243-4072-B293-EC0CBA97AD7C}" presName="Name64" presStyleLbl="parChTrans1D4" presStyleIdx="1" presStyleCnt="31"/>
      <dgm:spPr/>
    </dgm:pt>
    <dgm:pt modelId="{2E752132-E630-4632-9600-9B043BD9E414}" type="pres">
      <dgm:prSet presAssocID="{4ECE59B8-536D-4DBD-9298-39EEE1A4E2F2}" presName="hierRoot2" presStyleCnt="0">
        <dgm:presLayoutVars>
          <dgm:hierBranch val="init"/>
        </dgm:presLayoutVars>
      </dgm:prSet>
      <dgm:spPr/>
    </dgm:pt>
    <dgm:pt modelId="{9118CF5F-B9CB-4640-BAA2-6FDCB656E312}" type="pres">
      <dgm:prSet presAssocID="{4ECE59B8-536D-4DBD-9298-39EEE1A4E2F2}" presName="rootComposite" presStyleCnt="0"/>
      <dgm:spPr/>
    </dgm:pt>
    <dgm:pt modelId="{171F98E8-7A93-4667-99EC-A67EE133F035}" type="pres">
      <dgm:prSet presAssocID="{4ECE59B8-536D-4DBD-9298-39EEE1A4E2F2}" presName="rootText" presStyleLbl="node4" presStyleIdx="1" presStyleCnt="31">
        <dgm:presLayoutVars>
          <dgm:chPref val="3"/>
        </dgm:presLayoutVars>
      </dgm:prSet>
      <dgm:spPr/>
    </dgm:pt>
    <dgm:pt modelId="{B4B0D416-48DF-4327-B6CB-95B60821634B}" type="pres">
      <dgm:prSet presAssocID="{4ECE59B8-536D-4DBD-9298-39EEE1A4E2F2}" presName="rootConnector" presStyleLbl="node4" presStyleIdx="1" presStyleCnt="31"/>
      <dgm:spPr/>
    </dgm:pt>
    <dgm:pt modelId="{860F5D21-83EC-4D1B-83FE-010E6AAAD6E1}" type="pres">
      <dgm:prSet presAssocID="{4ECE59B8-536D-4DBD-9298-39EEE1A4E2F2}" presName="hierChild4" presStyleCnt="0"/>
      <dgm:spPr/>
    </dgm:pt>
    <dgm:pt modelId="{2086A9C7-9135-4192-911C-9FD307A3662E}" type="pres">
      <dgm:prSet presAssocID="{454A2903-42E9-4AD4-B32C-56480B741CA4}" presName="Name64" presStyleLbl="parChTrans1D4" presStyleIdx="2" presStyleCnt="31"/>
      <dgm:spPr/>
    </dgm:pt>
    <dgm:pt modelId="{68B35679-26B2-422F-8E58-AD1E0E71C97A}" type="pres">
      <dgm:prSet presAssocID="{9AC9B081-25C5-4E83-B9FC-4EE1220C42CC}" presName="hierRoot2" presStyleCnt="0">
        <dgm:presLayoutVars>
          <dgm:hierBranch val="init"/>
        </dgm:presLayoutVars>
      </dgm:prSet>
      <dgm:spPr/>
    </dgm:pt>
    <dgm:pt modelId="{283CF7F0-2C2A-4996-86E8-B99611999D67}" type="pres">
      <dgm:prSet presAssocID="{9AC9B081-25C5-4E83-B9FC-4EE1220C42CC}" presName="rootComposite" presStyleCnt="0"/>
      <dgm:spPr/>
    </dgm:pt>
    <dgm:pt modelId="{4F157AFE-1A3E-4945-AFFE-3FBFDF773F45}" type="pres">
      <dgm:prSet presAssocID="{9AC9B081-25C5-4E83-B9FC-4EE1220C42CC}" presName="rootText" presStyleLbl="node4" presStyleIdx="2" presStyleCnt="31">
        <dgm:presLayoutVars>
          <dgm:chPref val="3"/>
        </dgm:presLayoutVars>
      </dgm:prSet>
      <dgm:spPr/>
    </dgm:pt>
    <dgm:pt modelId="{32B448BD-E161-46C8-A1F6-88A373738118}" type="pres">
      <dgm:prSet presAssocID="{9AC9B081-25C5-4E83-B9FC-4EE1220C42CC}" presName="rootConnector" presStyleLbl="node4" presStyleIdx="2" presStyleCnt="31"/>
      <dgm:spPr/>
    </dgm:pt>
    <dgm:pt modelId="{E336B98F-281B-4A8A-AE13-8063387C03E3}" type="pres">
      <dgm:prSet presAssocID="{9AC9B081-25C5-4E83-B9FC-4EE1220C42CC}" presName="hierChild4" presStyleCnt="0"/>
      <dgm:spPr/>
    </dgm:pt>
    <dgm:pt modelId="{38ADAED9-8891-4C7D-8154-C0E5F1C45FFB}" type="pres">
      <dgm:prSet presAssocID="{9AC9B081-25C5-4E83-B9FC-4EE1220C42CC}" presName="hierChild5" presStyleCnt="0"/>
      <dgm:spPr/>
    </dgm:pt>
    <dgm:pt modelId="{8A3A4087-C2D1-4E88-BA2C-FF26690A6263}" type="pres">
      <dgm:prSet presAssocID="{4ECE59B8-536D-4DBD-9298-39EEE1A4E2F2}" presName="hierChild5" presStyleCnt="0"/>
      <dgm:spPr/>
    </dgm:pt>
    <dgm:pt modelId="{4CFCDFA8-E01C-4C6B-A731-226D0B6C2C76}" type="pres">
      <dgm:prSet presAssocID="{8E55D407-483C-4F95-9E0F-F2F663299F50}" presName="Name64" presStyleLbl="parChTrans1D4" presStyleIdx="3" presStyleCnt="31"/>
      <dgm:spPr/>
    </dgm:pt>
    <dgm:pt modelId="{8E96193A-7879-4C54-B22A-A2C9C6D1B243}" type="pres">
      <dgm:prSet presAssocID="{B9CE2267-5814-421B-8674-D202299E0DA9}" presName="hierRoot2" presStyleCnt="0">
        <dgm:presLayoutVars>
          <dgm:hierBranch val="init"/>
        </dgm:presLayoutVars>
      </dgm:prSet>
      <dgm:spPr/>
    </dgm:pt>
    <dgm:pt modelId="{E49EF6BC-879F-4C43-9032-39D4E59C1122}" type="pres">
      <dgm:prSet presAssocID="{B9CE2267-5814-421B-8674-D202299E0DA9}" presName="rootComposite" presStyleCnt="0"/>
      <dgm:spPr/>
    </dgm:pt>
    <dgm:pt modelId="{1ECE9F9F-A668-4333-B43A-1DABED3BF4C5}" type="pres">
      <dgm:prSet presAssocID="{B9CE2267-5814-421B-8674-D202299E0DA9}" presName="rootText" presStyleLbl="node4" presStyleIdx="3" presStyleCnt="31">
        <dgm:presLayoutVars>
          <dgm:chPref val="3"/>
        </dgm:presLayoutVars>
      </dgm:prSet>
      <dgm:spPr/>
    </dgm:pt>
    <dgm:pt modelId="{33C6A336-A8D1-4674-9B6A-18C545834C69}" type="pres">
      <dgm:prSet presAssocID="{B9CE2267-5814-421B-8674-D202299E0DA9}" presName="rootConnector" presStyleLbl="node4" presStyleIdx="3" presStyleCnt="31"/>
      <dgm:spPr/>
    </dgm:pt>
    <dgm:pt modelId="{B7C1DC1A-E336-4BB4-9D9D-A520B288CB01}" type="pres">
      <dgm:prSet presAssocID="{B9CE2267-5814-421B-8674-D202299E0DA9}" presName="hierChild4" presStyleCnt="0"/>
      <dgm:spPr/>
    </dgm:pt>
    <dgm:pt modelId="{595CFFA0-B569-4A56-8175-567F57E3E286}" type="pres">
      <dgm:prSet presAssocID="{B5BAD76A-7E9A-4668-B9E3-5A85C816283D}" presName="Name64" presStyleLbl="parChTrans1D4" presStyleIdx="4" presStyleCnt="31"/>
      <dgm:spPr/>
    </dgm:pt>
    <dgm:pt modelId="{0409A85C-1F0E-4A89-987F-3851A7A68BDF}" type="pres">
      <dgm:prSet presAssocID="{915177A7-D4EB-4AE8-86BD-249E5278466B}" presName="hierRoot2" presStyleCnt="0">
        <dgm:presLayoutVars>
          <dgm:hierBranch val="init"/>
        </dgm:presLayoutVars>
      </dgm:prSet>
      <dgm:spPr/>
    </dgm:pt>
    <dgm:pt modelId="{3DBCD097-5046-4AD9-9F47-C3B6A8869991}" type="pres">
      <dgm:prSet presAssocID="{915177A7-D4EB-4AE8-86BD-249E5278466B}" presName="rootComposite" presStyleCnt="0"/>
      <dgm:spPr/>
    </dgm:pt>
    <dgm:pt modelId="{88A62553-AA35-4C7E-AEE4-0944A5577F9F}" type="pres">
      <dgm:prSet presAssocID="{915177A7-D4EB-4AE8-86BD-249E5278466B}" presName="rootText" presStyleLbl="node4" presStyleIdx="4" presStyleCnt="31">
        <dgm:presLayoutVars>
          <dgm:chPref val="3"/>
        </dgm:presLayoutVars>
      </dgm:prSet>
      <dgm:spPr/>
    </dgm:pt>
    <dgm:pt modelId="{B1A98113-5456-4FA2-978F-D9BF6518B3D2}" type="pres">
      <dgm:prSet presAssocID="{915177A7-D4EB-4AE8-86BD-249E5278466B}" presName="rootConnector" presStyleLbl="node4" presStyleIdx="4" presStyleCnt="31"/>
      <dgm:spPr/>
    </dgm:pt>
    <dgm:pt modelId="{1AE67292-3C18-4CA8-AB74-0B8B6C5F7208}" type="pres">
      <dgm:prSet presAssocID="{915177A7-D4EB-4AE8-86BD-249E5278466B}" presName="hierChild4" presStyleCnt="0"/>
      <dgm:spPr/>
    </dgm:pt>
    <dgm:pt modelId="{ED18E2C5-2C0C-470F-BF50-AE8352C26AD4}" type="pres">
      <dgm:prSet presAssocID="{915177A7-D4EB-4AE8-86BD-249E5278466B}" presName="hierChild5" presStyleCnt="0"/>
      <dgm:spPr/>
    </dgm:pt>
    <dgm:pt modelId="{E32B485E-A57D-472A-85FF-B48E86C2EA4B}" type="pres">
      <dgm:prSet presAssocID="{B9CE2267-5814-421B-8674-D202299E0DA9}" presName="hierChild5" presStyleCnt="0"/>
      <dgm:spPr/>
    </dgm:pt>
    <dgm:pt modelId="{183240E7-EEA6-46D8-AE60-487B0566B9A2}" type="pres">
      <dgm:prSet presAssocID="{83D18EB3-F613-46C2-86CF-CF849473A283}" presName="Name64" presStyleLbl="parChTrans1D4" presStyleIdx="5" presStyleCnt="31"/>
      <dgm:spPr/>
    </dgm:pt>
    <dgm:pt modelId="{CFDB63F1-940F-405A-A9B4-7DDC93AF5869}" type="pres">
      <dgm:prSet presAssocID="{855297F2-A162-4EED-8FE7-B40916947E1F}" presName="hierRoot2" presStyleCnt="0">
        <dgm:presLayoutVars>
          <dgm:hierBranch val="init"/>
        </dgm:presLayoutVars>
      </dgm:prSet>
      <dgm:spPr/>
    </dgm:pt>
    <dgm:pt modelId="{011E1183-F092-4EB8-9DFF-4332630ED2E5}" type="pres">
      <dgm:prSet presAssocID="{855297F2-A162-4EED-8FE7-B40916947E1F}" presName="rootComposite" presStyleCnt="0"/>
      <dgm:spPr/>
    </dgm:pt>
    <dgm:pt modelId="{E9A97367-2565-4CA7-B81D-4E147657D835}" type="pres">
      <dgm:prSet presAssocID="{855297F2-A162-4EED-8FE7-B40916947E1F}" presName="rootText" presStyleLbl="node4" presStyleIdx="5" presStyleCnt="31">
        <dgm:presLayoutVars>
          <dgm:chPref val="3"/>
        </dgm:presLayoutVars>
      </dgm:prSet>
      <dgm:spPr/>
    </dgm:pt>
    <dgm:pt modelId="{2846335E-09B8-4070-8AE1-F4A8659BD36F}" type="pres">
      <dgm:prSet presAssocID="{855297F2-A162-4EED-8FE7-B40916947E1F}" presName="rootConnector" presStyleLbl="node4" presStyleIdx="5" presStyleCnt="31"/>
      <dgm:spPr/>
    </dgm:pt>
    <dgm:pt modelId="{D98298B5-4B34-459A-BC81-9CF46F584A90}" type="pres">
      <dgm:prSet presAssocID="{855297F2-A162-4EED-8FE7-B40916947E1F}" presName="hierChild4" presStyleCnt="0"/>
      <dgm:spPr/>
    </dgm:pt>
    <dgm:pt modelId="{51A25AF1-B8A8-40A6-BC8E-0E3A3D038724}" type="pres">
      <dgm:prSet presAssocID="{855297F2-A162-4EED-8FE7-B40916947E1F}" presName="hierChild5" presStyleCnt="0"/>
      <dgm:spPr/>
    </dgm:pt>
    <dgm:pt modelId="{B8837C6A-8105-408D-9A2C-4FAA52810339}" type="pres">
      <dgm:prSet presAssocID="{A874BA0B-B7EF-479E-B1B8-17FB9E8D2868}" presName="Name64" presStyleLbl="parChTrans1D4" presStyleIdx="6" presStyleCnt="31"/>
      <dgm:spPr/>
    </dgm:pt>
    <dgm:pt modelId="{7D003827-466D-499B-9492-0D274854DE71}" type="pres">
      <dgm:prSet presAssocID="{13719A43-B673-4C88-9D1E-16D752C05E25}" presName="hierRoot2" presStyleCnt="0">
        <dgm:presLayoutVars>
          <dgm:hierBranch val="init"/>
        </dgm:presLayoutVars>
      </dgm:prSet>
      <dgm:spPr/>
    </dgm:pt>
    <dgm:pt modelId="{8321FBBC-0B02-4D6A-B292-31DB58261631}" type="pres">
      <dgm:prSet presAssocID="{13719A43-B673-4C88-9D1E-16D752C05E25}" presName="rootComposite" presStyleCnt="0"/>
      <dgm:spPr/>
    </dgm:pt>
    <dgm:pt modelId="{3E0FA384-F7A7-4EF5-BB6C-325C5B877E93}" type="pres">
      <dgm:prSet presAssocID="{13719A43-B673-4C88-9D1E-16D752C05E25}" presName="rootText" presStyleLbl="node4" presStyleIdx="6" presStyleCnt="31">
        <dgm:presLayoutVars>
          <dgm:chPref val="3"/>
        </dgm:presLayoutVars>
      </dgm:prSet>
      <dgm:spPr/>
    </dgm:pt>
    <dgm:pt modelId="{039EE693-846A-452B-938C-A79863754B50}" type="pres">
      <dgm:prSet presAssocID="{13719A43-B673-4C88-9D1E-16D752C05E25}" presName="rootConnector" presStyleLbl="node4" presStyleIdx="6" presStyleCnt="31"/>
      <dgm:spPr/>
    </dgm:pt>
    <dgm:pt modelId="{15438C47-FF5A-46A4-A923-94CF51153C82}" type="pres">
      <dgm:prSet presAssocID="{13719A43-B673-4C88-9D1E-16D752C05E25}" presName="hierChild4" presStyleCnt="0"/>
      <dgm:spPr/>
    </dgm:pt>
    <dgm:pt modelId="{D5EFD006-A32B-489A-B809-E3D7E0386B88}" type="pres">
      <dgm:prSet presAssocID="{B0A38B96-90FF-402E-A24A-BEF06D54B9B6}" presName="Name64" presStyleLbl="parChTrans1D4" presStyleIdx="7" presStyleCnt="31"/>
      <dgm:spPr/>
    </dgm:pt>
    <dgm:pt modelId="{6D2D5EBF-D547-4528-A20C-8F5E2C9B880C}" type="pres">
      <dgm:prSet presAssocID="{764BB32F-0818-4190-8CBA-5BFD6043BFBC}" presName="hierRoot2" presStyleCnt="0">
        <dgm:presLayoutVars>
          <dgm:hierBranch val="init"/>
        </dgm:presLayoutVars>
      </dgm:prSet>
      <dgm:spPr/>
    </dgm:pt>
    <dgm:pt modelId="{10C34B34-3590-46BB-B6F2-FDE6907AB634}" type="pres">
      <dgm:prSet presAssocID="{764BB32F-0818-4190-8CBA-5BFD6043BFBC}" presName="rootComposite" presStyleCnt="0"/>
      <dgm:spPr/>
    </dgm:pt>
    <dgm:pt modelId="{5CE68631-E50F-4A7D-A78E-B9848249D5F3}" type="pres">
      <dgm:prSet presAssocID="{764BB32F-0818-4190-8CBA-5BFD6043BFBC}" presName="rootText" presStyleLbl="node4" presStyleIdx="7" presStyleCnt="31">
        <dgm:presLayoutVars>
          <dgm:chPref val="3"/>
        </dgm:presLayoutVars>
      </dgm:prSet>
      <dgm:spPr/>
    </dgm:pt>
    <dgm:pt modelId="{313097A2-C9D5-4518-B29A-5B216269D568}" type="pres">
      <dgm:prSet presAssocID="{764BB32F-0818-4190-8CBA-5BFD6043BFBC}" presName="rootConnector" presStyleLbl="node4" presStyleIdx="7" presStyleCnt="31"/>
      <dgm:spPr/>
    </dgm:pt>
    <dgm:pt modelId="{23275A76-13D0-4464-8314-473BE340AD8F}" type="pres">
      <dgm:prSet presAssocID="{764BB32F-0818-4190-8CBA-5BFD6043BFBC}" presName="hierChild4" presStyleCnt="0"/>
      <dgm:spPr/>
    </dgm:pt>
    <dgm:pt modelId="{DB679513-DBB0-4A13-8DD4-A35C9E981A94}" type="pres">
      <dgm:prSet presAssocID="{764BB32F-0818-4190-8CBA-5BFD6043BFBC}" presName="hierChild5" presStyleCnt="0"/>
      <dgm:spPr/>
    </dgm:pt>
    <dgm:pt modelId="{0F2A9527-4341-4D91-B2A8-08268FCDC96C}" type="pres">
      <dgm:prSet presAssocID="{13719A43-B673-4C88-9D1E-16D752C05E25}" presName="hierChild5" presStyleCnt="0"/>
      <dgm:spPr/>
    </dgm:pt>
    <dgm:pt modelId="{16D33CAD-B597-414C-9523-47A079B2FFFB}" type="pres">
      <dgm:prSet presAssocID="{C7EBEF87-5076-4181-B19B-8AD6A127BA45}" presName="Name64" presStyleLbl="parChTrans1D4" presStyleIdx="8" presStyleCnt="31"/>
      <dgm:spPr/>
    </dgm:pt>
    <dgm:pt modelId="{2768B59B-453A-42A2-85F9-75C2F9E31EB2}" type="pres">
      <dgm:prSet presAssocID="{6A27566D-5E2B-4C81-8C09-639ED0AF984B}" presName="hierRoot2" presStyleCnt="0">
        <dgm:presLayoutVars>
          <dgm:hierBranch val="init"/>
        </dgm:presLayoutVars>
      </dgm:prSet>
      <dgm:spPr/>
    </dgm:pt>
    <dgm:pt modelId="{AA82314E-5F22-45DE-BE38-64D9F48D91DF}" type="pres">
      <dgm:prSet presAssocID="{6A27566D-5E2B-4C81-8C09-639ED0AF984B}" presName="rootComposite" presStyleCnt="0"/>
      <dgm:spPr/>
    </dgm:pt>
    <dgm:pt modelId="{7E303F30-9711-4703-9E93-53900C059588}" type="pres">
      <dgm:prSet presAssocID="{6A27566D-5E2B-4C81-8C09-639ED0AF984B}" presName="rootText" presStyleLbl="node4" presStyleIdx="8" presStyleCnt="31">
        <dgm:presLayoutVars>
          <dgm:chPref val="3"/>
        </dgm:presLayoutVars>
      </dgm:prSet>
      <dgm:spPr/>
    </dgm:pt>
    <dgm:pt modelId="{6B320540-8EFC-424C-87BB-7A322C848E8D}" type="pres">
      <dgm:prSet presAssocID="{6A27566D-5E2B-4C81-8C09-639ED0AF984B}" presName="rootConnector" presStyleLbl="node4" presStyleIdx="8" presStyleCnt="31"/>
      <dgm:spPr/>
    </dgm:pt>
    <dgm:pt modelId="{3A41FAFC-2989-4EED-BB19-C23AE601C621}" type="pres">
      <dgm:prSet presAssocID="{6A27566D-5E2B-4C81-8C09-639ED0AF984B}" presName="hierChild4" presStyleCnt="0"/>
      <dgm:spPr/>
    </dgm:pt>
    <dgm:pt modelId="{AE91CF76-6598-4254-A5BF-61941E0FBFD6}" type="pres">
      <dgm:prSet presAssocID="{76476CBF-B102-41E4-9248-4221376F70AF}" presName="Name64" presStyleLbl="parChTrans1D4" presStyleIdx="9" presStyleCnt="31"/>
      <dgm:spPr/>
    </dgm:pt>
    <dgm:pt modelId="{ECC1C45E-B00C-4A59-AEB9-1F953F5C00A3}" type="pres">
      <dgm:prSet presAssocID="{A396E0BF-DF91-4BCD-8AC5-B6EA0224F397}" presName="hierRoot2" presStyleCnt="0">
        <dgm:presLayoutVars>
          <dgm:hierBranch val="init"/>
        </dgm:presLayoutVars>
      </dgm:prSet>
      <dgm:spPr/>
    </dgm:pt>
    <dgm:pt modelId="{08A8723F-9790-4D05-9A7F-A695DD54ADA0}" type="pres">
      <dgm:prSet presAssocID="{A396E0BF-DF91-4BCD-8AC5-B6EA0224F397}" presName="rootComposite" presStyleCnt="0"/>
      <dgm:spPr/>
    </dgm:pt>
    <dgm:pt modelId="{2A231453-FF0D-443D-87E8-87257BA9B0EE}" type="pres">
      <dgm:prSet presAssocID="{A396E0BF-DF91-4BCD-8AC5-B6EA0224F397}" presName="rootText" presStyleLbl="node4" presStyleIdx="9" presStyleCnt="31">
        <dgm:presLayoutVars>
          <dgm:chPref val="3"/>
        </dgm:presLayoutVars>
      </dgm:prSet>
      <dgm:spPr/>
    </dgm:pt>
    <dgm:pt modelId="{0A0759F7-AEC9-45E6-B0C9-C7C1A3150A4F}" type="pres">
      <dgm:prSet presAssocID="{A396E0BF-DF91-4BCD-8AC5-B6EA0224F397}" presName="rootConnector" presStyleLbl="node4" presStyleIdx="9" presStyleCnt="31"/>
      <dgm:spPr/>
    </dgm:pt>
    <dgm:pt modelId="{F155B652-50D0-4E33-B58C-7DC296E2D5F0}" type="pres">
      <dgm:prSet presAssocID="{A396E0BF-DF91-4BCD-8AC5-B6EA0224F397}" presName="hierChild4" presStyleCnt="0"/>
      <dgm:spPr/>
    </dgm:pt>
    <dgm:pt modelId="{B3A37EE4-B0F0-4588-A807-3153A2E69F69}" type="pres">
      <dgm:prSet presAssocID="{A396E0BF-DF91-4BCD-8AC5-B6EA0224F397}" presName="hierChild5" presStyleCnt="0"/>
      <dgm:spPr/>
    </dgm:pt>
    <dgm:pt modelId="{485D3EB7-314F-4C91-B2D4-8AB5126CF5BB}" type="pres">
      <dgm:prSet presAssocID="{6A27566D-5E2B-4C81-8C09-639ED0AF984B}" presName="hierChild5" presStyleCnt="0"/>
      <dgm:spPr/>
    </dgm:pt>
    <dgm:pt modelId="{34B1EDD2-BFE8-4A14-8948-7EEB84EDF964}" type="pres">
      <dgm:prSet presAssocID="{4A1ABC62-FD06-4AC0-BC51-20F24998E5FF}" presName="Name64" presStyleLbl="parChTrans1D4" presStyleIdx="10" presStyleCnt="31"/>
      <dgm:spPr/>
    </dgm:pt>
    <dgm:pt modelId="{A6B1FB9B-052B-489F-9CB1-187B6E579E3C}" type="pres">
      <dgm:prSet presAssocID="{7170B3D7-7385-4271-BFDD-77BDCB4B9D7D}" presName="hierRoot2" presStyleCnt="0">
        <dgm:presLayoutVars>
          <dgm:hierBranch val="init"/>
        </dgm:presLayoutVars>
      </dgm:prSet>
      <dgm:spPr/>
    </dgm:pt>
    <dgm:pt modelId="{FF477795-AE90-4627-9E54-30BBA876CAB3}" type="pres">
      <dgm:prSet presAssocID="{7170B3D7-7385-4271-BFDD-77BDCB4B9D7D}" presName="rootComposite" presStyleCnt="0"/>
      <dgm:spPr/>
    </dgm:pt>
    <dgm:pt modelId="{3D02A4C7-D3F8-46A9-BF13-B91E1207C679}" type="pres">
      <dgm:prSet presAssocID="{7170B3D7-7385-4271-BFDD-77BDCB4B9D7D}" presName="rootText" presStyleLbl="node4" presStyleIdx="10" presStyleCnt="31">
        <dgm:presLayoutVars>
          <dgm:chPref val="3"/>
        </dgm:presLayoutVars>
      </dgm:prSet>
      <dgm:spPr/>
    </dgm:pt>
    <dgm:pt modelId="{75AB063C-95C2-4D08-BD75-E990F011A243}" type="pres">
      <dgm:prSet presAssocID="{7170B3D7-7385-4271-BFDD-77BDCB4B9D7D}" presName="rootConnector" presStyleLbl="node4" presStyleIdx="10" presStyleCnt="31"/>
      <dgm:spPr/>
    </dgm:pt>
    <dgm:pt modelId="{896FC98F-C18B-48B6-9368-6A4224F8D339}" type="pres">
      <dgm:prSet presAssocID="{7170B3D7-7385-4271-BFDD-77BDCB4B9D7D}" presName="hierChild4" presStyleCnt="0"/>
      <dgm:spPr/>
    </dgm:pt>
    <dgm:pt modelId="{50A4060C-F737-4459-BC6A-B233FEC9432A}" type="pres">
      <dgm:prSet presAssocID="{B777D164-DD56-45DE-9496-BC18234B1690}" presName="Name64" presStyleLbl="parChTrans1D4" presStyleIdx="11" presStyleCnt="31"/>
      <dgm:spPr/>
    </dgm:pt>
    <dgm:pt modelId="{D14D68CC-E066-4447-90AF-4E5C4D91C745}" type="pres">
      <dgm:prSet presAssocID="{6D41F822-3F5E-498D-8427-D9976FC14949}" presName="hierRoot2" presStyleCnt="0">
        <dgm:presLayoutVars>
          <dgm:hierBranch val="init"/>
        </dgm:presLayoutVars>
      </dgm:prSet>
      <dgm:spPr/>
    </dgm:pt>
    <dgm:pt modelId="{4CB1C44D-18C1-45B3-8B69-3E34236607C4}" type="pres">
      <dgm:prSet presAssocID="{6D41F822-3F5E-498D-8427-D9976FC14949}" presName="rootComposite" presStyleCnt="0"/>
      <dgm:spPr/>
    </dgm:pt>
    <dgm:pt modelId="{90D35EA2-A25D-449A-8C0B-91C81C67A50C}" type="pres">
      <dgm:prSet presAssocID="{6D41F822-3F5E-498D-8427-D9976FC14949}" presName="rootText" presStyleLbl="node4" presStyleIdx="11" presStyleCnt="31">
        <dgm:presLayoutVars>
          <dgm:chPref val="3"/>
        </dgm:presLayoutVars>
      </dgm:prSet>
      <dgm:spPr/>
    </dgm:pt>
    <dgm:pt modelId="{89FD8EE9-AA60-48A6-9D40-0DBE92C02DE0}" type="pres">
      <dgm:prSet presAssocID="{6D41F822-3F5E-498D-8427-D9976FC14949}" presName="rootConnector" presStyleLbl="node4" presStyleIdx="11" presStyleCnt="31"/>
      <dgm:spPr/>
    </dgm:pt>
    <dgm:pt modelId="{53B6FEF6-D5AE-485A-8D43-4347859156E9}" type="pres">
      <dgm:prSet presAssocID="{6D41F822-3F5E-498D-8427-D9976FC14949}" presName="hierChild4" presStyleCnt="0"/>
      <dgm:spPr/>
    </dgm:pt>
    <dgm:pt modelId="{6077FBBF-C54E-456A-B261-7861B4F23FB0}" type="pres">
      <dgm:prSet presAssocID="{6D41F822-3F5E-498D-8427-D9976FC14949}" presName="hierChild5" presStyleCnt="0"/>
      <dgm:spPr/>
    </dgm:pt>
    <dgm:pt modelId="{293C3232-9283-4A76-99D0-ACC9F33364EB}" type="pres">
      <dgm:prSet presAssocID="{7170B3D7-7385-4271-BFDD-77BDCB4B9D7D}" presName="hierChild5" presStyleCnt="0"/>
      <dgm:spPr/>
    </dgm:pt>
    <dgm:pt modelId="{26800CCF-2CF7-4C2B-BE5D-668243245262}" type="pres">
      <dgm:prSet presAssocID="{4F864848-EEBF-4930-A161-A4A71CAED760}" presName="Name64" presStyleLbl="parChTrans1D4" presStyleIdx="12" presStyleCnt="31"/>
      <dgm:spPr/>
    </dgm:pt>
    <dgm:pt modelId="{2385C688-3F8F-43A2-A30A-2252C12C33E5}" type="pres">
      <dgm:prSet presAssocID="{24C79789-50A6-4247-997A-B75D020D2C6D}" presName="hierRoot2" presStyleCnt="0">
        <dgm:presLayoutVars>
          <dgm:hierBranch val="init"/>
        </dgm:presLayoutVars>
      </dgm:prSet>
      <dgm:spPr/>
    </dgm:pt>
    <dgm:pt modelId="{581FB53A-4B2E-4286-B82E-94AEB51C2972}" type="pres">
      <dgm:prSet presAssocID="{24C79789-50A6-4247-997A-B75D020D2C6D}" presName="rootComposite" presStyleCnt="0"/>
      <dgm:spPr/>
    </dgm:pt>
    <dgm:pt modelId="{9E916334-F27B-4E86-B949-E7079E77F959}" type="pres">
      <dgm:prSet presAssocID="{24C79789-50A6-4247-997A-B75D020D2C6D}" presName="rootText" presStyleLbl="node4" presStyleIdx="12" presStyleCnt="31">
        <dgm:presLayoutVars>
          <dgm:chPref val="3"/>
        </dgm:presLayoutVars>
      </dgm:prSet>
      <dgm:spPr/>
    </dgm:pt>
    <dgm:pt modelId="{49F9D926-559F-4648-BFF5-79BEBC70A452}" type="pres">
      <dgm:prSet presAssocID="{24C79789-50A6-4247-997A-B75D020D2C6D}" presName="rootConnector" presStyleLbl="node4" presStyleIdx="12" presStyleCnt="31"/>
      <dgm:spPr/>
    </dgm:pt>
    <dgm:pt modelId="{16DEFBD3-D008-4B05-B2DD-39FF5F864F76}" type="pres">
      <dgm:prSet presAssocID="{24C79789-50A6-4247-997A-B75D020D2C6D}" presName="hierChild4" presStyleCnt="0"/>
      <dgm:spPr/>
    </dgm:pt>
    <dgm:pt modelId="{171E7136-836A-486B-B91D-37B90AC43AE7}" type="pres">
      <dgm:prSet presAssocID="{928CD5CC-816D-4B40-9D14-7256E32D7DFD}" presName="Name64" presStyleLbl="parChTrans1D4" presStyleIdx="13" presStyleCnt="31"/>
      <dgm:spPr/>
    </dgm:pt>
    <dgm:pt modelId="{642302D4-25F5-4191-A6BD-80A90EE256CB}" type="pres">
      <dgm:prSet presAssocID="{218DF31D-CF8B-459F-887A-8E793F7A6593}" presName="hierRoot2" presStyleCnt="0">
        <dgm:presLayoutVars>
          <dgm:hierBranch val="init"/>
        </dgm:presLayoutVars>
      </dgm:prSet>
      <dgm:spPr/>
    </dgm:pt>
    <dgm:pt modelId="{B324F531-5460-45CD-AD63-4E1D583EC186}" type="pres">
      <dgm:prSet presAssocID="{218DF31D-CF8B-459F-887A-8E793F7A6593}" presName="rootComposite" presStyleCnt="0"/>
      <dgm:spPr/>
    </dgm:pt>
    <dgm:pt modelId="{0BA28261-1ED3-47EB-A7EA-310484F5DF09}" type="pres">
      <dgm:prSet presAssocID="{218DF31D-CF8B-459F-887A-8E793F7A6593}" presName="rootText" presStyleLbl="node4" presStyleIdx="13" presStyleCnt="31">
        <dgm:presLayoutVars>
          <dgm:chPref val="3"/>
        </dgm:presLayoutVars>
      </dgm:prSet>
      <dgm:spPr/>
    </dgm:pt>
    <dgm:pt modelId="{1F3D57A6-91D2-48AA-B105-E07306DABA2F}" type="pres">
      <dgm:prSet presAssocID="{218DF31D-CF8B-459F-887A-8E793F7A6593}" presName="rootConnector" presStyleLbl="node4" presStyleIdx="13" presStyleCnt="31"/>
      <dgm:spPr/>
    </dgm:pt>
    <dgm:pt modelId="{E693CDA9-254D-4703-B79E-4F8CEA104BCE}" type="pres">
      <dgm:prSet presAssocID="{218DF31D-CF8B-459F-887A-8E793F7A6593}" presName="hierChild4" presStyleCnt="0"/>
      <dgm:spPr/>
    </dgm:pt>
    <dgm:pt modelId="{D56AF9D6-52CD-49B7-B03A-910C74477DFD}" type="pres">
      <dgm:prSet presAssocID="{BCC45095-3A8B-4CB4-9AE4-6772688B37EF}" presName="Name64" presStyleLbl="parChTrans1D4" presStyleIdx="14" presStyleCnt="31"/>
      <dgm:spPr/>
    </dgm:pt>
    <dgm:pt modelId="{929D98B8-E1AF-4AB0-A72E-45EB1F9E4936}" type="pres">
      <dgm:prSet presAssocID="{7BFC5FFE-8955-4513-8485-C479782305F9}" presName="hierRoot2" presStyleCnt="0">
        <dgm:presLayoutVars>
          <dgm:hierBranch val="init"/>
        </dgm:presLayoutVars>
      </dgm:prSet>
      <dgm:spPr/>
    </dgm:pt>
    <dgm:pt modelId="{94CE8272-7C92-4520-8B2F-7E2EACAF34CA}" type="pres">
      <dgm:prSet presAssocID="{7BFC5FFE-8955-4513-8485-C479782305F9}" presName="rootComposite" presStyleCnt="0"/>
      <dgm:spPr/>
    </dgm:pt>
    <dgm:pt modelId="{B509227D-8391-4FEA-8798-380D7D9E41EE}" type="pres">
      <dgm:prSet presAssocID="{7BFC5FFE-8955-4513-8485-C479782305F9}" presName="rootText" presStyleLbl="node4" presStyleIdx="14" presStyleCnt="31">
        <dgm:presLayoutVars>
          <dgm:chPref val="3"/>
        </dgm:presLayoutVars>
      </dgm:prSet>
      <dgm:spPr/>
    </dgm:pt>
    <dgm:pt modelId="{13AAB80B-89C4-451F-A39D-CC96E0BE201C}" type="pres">
      <dgm:prSet presAssocID="{7BFC5FFE-8955-4513-8485-C479782305F9}" presName="rootConnector" presStyleLbl="node4" presStyleIdx="14" presStyleCnt="31"/>
      <dgm:spPr/>
    </dgm:pt>
    <dgm:pt modelId="{037CCFC1-A766-48DA-8CDC-17C070D2D1E8}" type="pres">
      <dgm:prSet presAssocID="{7BFC5FFE-8955-4513-8485-C479782305F9}" presName="hierChild4" presStyleCnt="0"/>
      <dgm:spPr/>
    </dgm:pt>
    <dgm:pt modelId="{0637968F-433B-4694-843C-7733D3911379}" type="pres">
      <dgm:prSet presAssocID="{7BFC5FFE-8955-4513-8485-C479782305F9}" presName="hierChild5" presStyleCnt="0"/>
      <dgm:spPr/>
    </dgm:pt>
    <dgm:pt modelId="{2EBC82D9-8CA9-4573-B5A3-42C5FAEEF36B}" type="pres">
      <dgm:prSet presAssocID="{218DF31D-CF8B-459F-887A-8E793F7A6593}" presName="hierChild5" presStyleCnt="0"/>
      <dgm:spPr/>
    </dgm:pt>
    <dgm:pt modelId="{7B4852E4-0821-4A98-95F4-9B67008C205D}" type="pres">
      <dgm:prSet presAssocID="{24C79789-50A6-4247-997A-B75D020D2C6D}" presName="hierChild5" presStyleCnt="0"/>
      <dgm:spPr/>
    </dgm:pt>
    <dgm:pt modelId="{0B06169F-9F61-42D6-8ABC-16C0E3ADE867}" type="pres">
      <dgm:prSet presAssocID="{9A4F48F6-BCF9-4165-AF3C-7C7BA667FA27}" presName="hierChild5" presStyleCnt="0"/>
      <dgm:spPr/>
    </dgm:pt>
    <dgm:pt modelId="{11F963ED-B3F0-41A3-B824-325961929004}" type="pres">
      <dgm:prSet presAssocID="{C4BC2D65-C06B-4D32-962C-942429050144}" presName="Name64" presStyleLbl="parChTrans1D3" presStyleIdx="3" presStyleCnt="8"/>
      <dgm:spPr/>
    </dgm:pt>
    <dgm:pt modelId="{DF6F6EFF-03DB-45D7-9A74-CFE192F02E5B}" type="pres">
      <dgm:prSet presAssocID="{23D84297-71D0-47C1-8874-FF344216EAC8}" presName="hierRoot2" presStyleCnt="0">
        <dgm:presLayoutVars>
          <dgm:hierBranch val="init"/>
        </dgm:presLayoutVars>
      </dgm:prSet>
      <dgm:spPr/>
    </dgm:pt>
    <dgm:pt modelId="{88B72410-4735-4833-900A-AE12330D8502}" type="pres">
      <dgm:prSet presAssocID="{23D84297-71D0-47C1-8874-FF344216EAC8}" presName="rootComposite" presStyleCnt="0"/>
      <dgm:spPr/>
    </dgm:pt>
    <dgm:pt modelId="{8C63EC56-3637-4380-B189-D0B66ADCD3F7}" type="pres">
      <dgm:prSet presAssocID="{23D84297-71D0-47C1-8874-FF344216EAC8}" presName="rootText" presStyleLbl="node3" presStyleIdx="3" presStyleCnt="8">
        <dgm:presLayoutVars>
          <dgm:chPref val="3"/>
        </dgm:presLayoutVars>
      </dgm:prSet>
      <dgm:spPr/>
    </dgm:pt>
    <dgm:pt modelId="{AC252788-612D-4E9E-AE60-64A72A6D6716}" type="pres">
      <dgm:prSet presAssocID="{23D84297-71D0-47C1-8874-FF344216EAC8}" presName="rootConnector" presStyleLbl="node3" presStyleIdx="3" presStyleCnt="8"/>
      <dgm:spPr/>
    </dgm:pt>
    <dgm:pt modelId="{7DC8C575-4697-4BB3-BD29-6296054E1F4E}" type="pres">
      <dgm:prSet presAssocID="{23D84297-71D0-47C1-8874-FF344216EAC8}" presName="hierChild4" presStyleCnt="0"/>
      <dgm:spPr/>
    </dgm:pt>
    <dgm:pt modelId="{AA35ED9B-1545-493D-AB5A-2EF477C71C83}" type="pres">
      <dgm:prSet presAssocID="{23D84297-71D0-47C1-8874-FF344216EAC8}" presName="hierChild5" presStyleCnt="0"/>
      <dgm:spPr/>
    </dgm:pt>
    <dgm:pt modelId="{D580C470-8173-4D6F-8E9E-D5D672C1D4BB}" type="pres">
      <dgm:prSet presAssocID="{3CBB9B95-F2DE-4200-8B3A-58D04CAEA47D}" presName="hierChild5" presStyleCnt="0"/>
      <dgm:spPr/>
    </dgm:pt>
    <dgm:pt modelId="{3E53AB13-732C-4F83-9B8F-D6D7DB3860B6}" type="pres">
      <dgm:prSet presAssocID="{B6EFE756-66AC-4682-AE3E-4E5A980226A5}" presName="Name64" presStyleLbl="parChTrans1D2" presStyleIdx="2" presStyleCnt="4"/>
      <dgm:spPr/>
    </dgm:pt>
    <dgm:pt modelId="{2B3438B6-C4AF-4776-9B02-580A7BE79A50}" type="pres">
      <dgm:prSet presAssocID="{9DFAA83C-0ED7-4C5D-908E-2A02657C3D57}" presName="hierRoot2" presStyleCnt="0">
        <dgm:presLayoutVars>
          <dgm:hierBranch val="init"/>
        </dgm:presLayoutVars>
      </dgm:prSet>
      <dgm:spPr/>
    </dgm:pt>
    <dgm:pt modelId="{E7A4D92D-25D1-46AE-B1D5-E3B02045B764}" type="pres">
      <dgm:prSet presAssocID="{9DFAA83C-0ED7-4C5D-908E-2A02657C3D57}" presName="rootComposite" presStyleCnt="0"/>
      <dgm:spPr/>
    </dgm:pt>
    <dgm:pt modelId="{110F79BE-B8CE-48C2-943A-1C7F5605B400}" type="pres">
      <dgm:prSet presAssocID="{9DFAA83C-0ED7-4C5D-908E-2A02657C3D57}" presName="rootText" presStyleLbl="node2" presStyleIdx="2" presStyleCnt="4">
        <dgm:presLayoutVars>
          <dgm:chPref val="3"/>
        </dgm:presLayoutVars>
      </dgm:prSet>
      <dgm:spPr/>
    </dgm:pt>
    <dgm:pt modelId="{B8476156-8F22-41DE-9C5C-CDA42789A7C4}" type="pres">
      <dgm:prSet presAssocID="{9DFAA83C-0ED7-4C5D-908E-2A02657C3D57}" presName="rootConnector" presStyleLbl="node2" presStyleIdx="2" presStyleCnt="4"/>
      <dgm:spPr/>
    </dgm:pt>
    <dgm:pt modelId="{E94EFD84-5C54-40D8-9A8F-C38CEAB04081}" type="pres">
      <dgm:prSet presAssocID="{9DFAA83C-0ED7-4C5D-908E-2A02657C3D57}" presName="hierChild4" presStyleCnt="0"/>
      <dgm:spPr/>
    </dgm:pt>
    <dgm:pt modelId="{554A0E78-C210-4338-8B5C-48DD3D201C5A}" type="pres">
      <dgm:prSet presAssocID="{A901081C-4D82-49A2-9AF0-FDB6D79D7219}" presName="Name64" presStyleLbl="parChTrans1D3" presStyleIdx="4" presStyleCnt="8"/>
      <dgm:spPr/>
    </dgm:pt>
    <dgm:pt modelId="{7D941C44-EDB9-43A1-8B0D-A42E00E86928}" type="pres">
      <dgm:prSet presAssocID="{E0F095D0-0CDD-4899-95AE-C151B28DF4D1}" presName="hierRoot2" presStyleCnt="0">
        <dgm:presLayoutVars>
          <dgm:hierBranch val="init"/>
        </dgm:presLayoutVars>
      </dgm:prSet>
      <dgm:spPr/>
    </dgm:pt>
    <dgm:pt modelId="{37131C8B-8B5A-45A5-BF77-ACCEECE3D803}" type="pres">
      <dgm:prSet presAssocID="{E0F095D0-0CDD-4899-95AE-C151B28DF4D1}" presName="rootComposite" presStyleCnt="0"/>
      <dgm:spPr/>
    </dgm:pt>
    <dgm:pt modelId="{5ED98B15-1271-4C1B-BD70-D93D404A68CE}" type="pres">
      <dgm:prSet presAssocID="{E0F095D0-0CDD-4899-95AE-C151B28DF4D1}" presName="rootText" presStyleLbl="node3" presStyleIdx="4" presStyleCnt="8">
        <dgm:presLayoutVars>
          <dgm:chPref val="3"/>
        </dgm:presLayoutVars>
      </dgm:prSet>
      <dgm:spPr/>
    </dgm:pt>
    <dgm:pt modelId="{32F9F6CA-A9C9-4EC0-B487-8A6B1DDEE396}" type="pres">
      <dgm:prSet presAssocID="{E0F095D0-0CDD-4899-95AE-C151B28DF4D1}" presName="rootConnector" presStyleLbl="node3" presStyleIdx="4" presStyleCnt="8"/>
      <dgm:spPr/>
    </dgm:pt>
    <dgm:pt modelId="{6072350C-6373-4705-A9DC-82BB2DD64A3A}" type="pres">
      <dgm:prSet presAssocID="{E0F095D0-0CDD-4899-95AE-C151B28DF4D1}" presName="hierChild4" presStyleCnt="0"/>
      <dgm:spPr/>
    </dgm:pt>
    <dgm:pt modelId="{5D697390-7377-44AA-914E-7F34A506AC17}" type="pres">
      <dgm:prSet presAssocID="{9510750D-81D3-4DD1-BEEF-9ABF3212385B}" presName="Name64" presStyleLbl="parChTrans1D4" presStyleIdx="15" presStyleCnt="31"/>
      <dgm:spPr/>
    </dgm:pt>
    <dgm:pt modelId="{81A249B5-1F4D-4281-8CFD-E20AACD928D8}" type="pres">
      <dgm:prSet presAssocID="{B9F7BE26-7120-4362-B07A-512CE293CF66}" presName="hierRoot2" presStyleCnt="0">
        <dgm:presLayoutVars>
          <dgm:hierBranch val="init"/>
        </dgm:presLayoutVars>
      </dgm:prSet>
      <dgm:spPr/>
    </dgm:pt>
    <dgm:pt modelId="{02C783C3-9198-4864-8220-79C5B39D318A}" type="pres">
      <dgm:prSet presAssocID="{B9F7BE26-7120-4362-B07A-512CE293CF66}" presName="rootComposite" presStyleCnt="0"/>
      <dgm:spPr/>
    </dgm:pt>
    <dgm:pt modelId="{DDF5EC19-41AE-4BDE-81B3-DB61285BD74A}" type="pres">
      <dgm:prSet presAssocID="{B9F7BE26-7120-4362-B07A-512CE293CF66}" presName="rootText" presStyleLbl="node4" presStyleIdx="15" presStyleCnt="31">
        <dgm:presLayoutVars>
          <dgm:chPref val="3"/>
        </dgm:presLayoutVars>
      </dgm:prSet>
      <dgm:spPr/>
    </dgm:pt>
    <dgm:pt modelId="{6F9A1A66-336B-4BA9-A352-FD8CB9DA2042}" type="pres">
      <dgm:prSet presAssocID="{B9F7BE26-7120-4362-B07A-512CE293CF66}" presName="rootConnector" presStyleLbl="node4" presStyleIdx="15" presStyleCnt="31"/>
      <dgm:spPr/>
    </dgm:pt>
    <dgm:pt modelId="{D39E991D-3564-4C29-BDB1-716D94172FD1}" type="pres">
      <dgm:prSet presAssocID="{B9F7BE26-7120-4362-B07A-512CE293CF66}" presName="hierChild4" presStyleCnt="0"/>
      <dgm:spPr/>
    </dgm:pt>
    <dgm:pt modelId="{826711E4-43F7-4415-BEE7-D30FE48D53F0}" type="pres">
      <dgm:prSet presAssocID="{B9F7BE26-7120-4362-B07A-512CE293CF66}" presName="hierChild5" presStyleCnt="0"/>
      <dgm:spPr/>
    </dgm:pt>
    <dgm:pt modelId="{7C3BC206-817E-47FC-AA4A-7E68D35E9CC7}" type="pres">
      <dgm:prSet presAssocID="{A5F5E471-F067-43AE-8556-402C42D66216}" presName="Name64" presStyleLbl="parChTrans1D4" presStyleIdx="16" presStyleCnt="31"/>
      <dgm:spPr/>
    </dgm:pt>
    <dgm:pt modelId="{CE404325-D390-4D1D-A6D6-0523ECB0D0C3}" type="pres">
      <dgm:prSet presAssocID="{D7660C3C-E08D-431C-8EE1-9AA78C89B4A5}" presName="hierRoot2" presStyleCnt="0">
        <dgm:presLayoutVars>
          <dgm:hierBranch val="init"/>
        </dgm:presLayoutVars>
      </dgm:prSet>
      <dgm:spPr/>
    </dgm:pt>
    <dgm:pt modelId="{6857FE5E-590C-4932-8F31-20B61F623BF8}" type="pres">
      <dgm:prSet presAssocID="{D7660C3C-E08D-431C-8EE1-9AA78C89B4A5}" presName="rootComposite" presStyleCnt="0"/>
      <dgm:spPr/>
    </dgm:pt>
    <dgm:pt modelId="{E3458C5F-4332-4439-96AF-FD966B7B137A}" type="pres">
      <dgm:prSet presAssocID="{D7660C3C-E08D-431C-8EE1-9AA78C89B4A5}" presName="rootText" presStyleLbl="node4" presStyleIdx="16" presStyleCnt="31">
        <dgm:presLayoutVars>
          <dgm:chPref val="3"/>
        </dgm:presLayoutVars>
      </dgm:prSet>
      <dgm:spPr/>
    </dgm:pt>
    <dgm:pt modelId="{E64611E0-F76B-4B48-BD4A-3D9E4DE85202}" type="pres">
      <dgm:prSet presAssocID="{D7660C3C-E08D-431C-8EE1-9AA78C89B4A5}" presName="rootConnector" presStyleLbl="node4" presStyleIdx="16" presStyleCnt="31"/>
      <dgm:spPr/>
    </dgm:pt>
    <dgm:pt modelId="{178FB168-8EC0-4C39-B0F2-CBAC9954840C}" type="pres">
      <dgm:prSet presAssocID="{D7660C3C-E08D-431C-8EE1-9AA78C89B4A5}" presName="hierChild4" presStyleCnt="0"/>
      <dgm:spPr/>
    </dgm:pt>
    <dgm:pt modelId="{93F93993-47F1-428E-9F9E-450A331F894E}" type="pres">
      <dgm:prSet presAssocID="{BCF3A011-CCE5-4332-B9BE-4DBB4EB90D3E}" presName="Name64" presStyleLbl="parChTrans1D4" presStyleIdx="17" presStyleCnt="31"/>
      <dgm:spPr/>
    </dgm:pt>
    <dgm:pt modelId="{10C12785-5206-46A6-BA56-0F5E579E9E0C}" type="pres">
      <dgm:prSet presAssocID="{061809CC-87E0-4E97-84A6-384BF07724D8}" presName="hierRoot2" presStyleCnt="0">
        <dgm:presLayoutVars>
          <dgm:hierBranch val="init"/>
        </dgm:presLayoutVars>
      </dgm:prSet>
      <dgm:spPr/>
    </dgm:pt>
    <dgm:pt modelId="{B50E8FAC-15A9-4F01-9686-6AD3A2985F93}" type="pres">
      <dgm:prSet presAssocID="{061809CC-87E0-4E97-84A6-384BF07724D8}" presName="rootComposite" presStyleCnt="0"/>
      <dgm:spPr/>
    </dgm:pt>
    <dgm:pt modelId="{07CF39E6-9B2B-4A5F-B780-120DD8E62C9B}" type="pres">
      <dgm:prSet presAssocID="{061809CC-87E0-4E97-84A6-384BF07724D8}" presName="rootText" presStyleLbl="node4" presStyleIdx="17" presStyleCnt="31">
        <dgm:presLayoutVars>
          <dgm:chPref val="3"/>
        </dgm:presLayoutVars>
      </dgm:prSet>
      <dgm:spPr/>
    </dgm:pt>
    <dgm:pt modelId="{B2D69DCB-202B-46EC-819A-C954631D964B}" type="pres">
      <dgm:prSet presAssocID="{061809CC-87E0-4E97-84A6-384BF07724D8}" presName="rootConnector" presStyleLbl="node4" presStyleIdx="17" presStyleCnt="31"/>
      <dgm:spPr/>
    </dgm:pt>
    <dgm:pt modelId="{39477503-7022-4EFE-910A-4D9CD5006307}" type="pres">
      <dgm:prSet presAssocID="{061809CC-87E0-4E97-84A6-384BF07724D8}" presName="hierChild4" presStyleCnt="0"/>
      <dgm:spPr/>
    </dgm:pt>
    <dgm:pt modelId="{00A95A3F-3AAD-468F-908F-845C4ED90DA2}" type="pres">
      <dgm:prSet presAssocID="{2637AE1D-117E-454F-9D3F-416D113148BB}" presName="Name64" presStyleLbl="parChTrans1D4" presStyleIdx="18" presStyleCnt="31"/>
      <dgm:spPr/>
    </dgm:pt>
    <dgm:pt modelId="{A679DF6E-2E87-49EF-9331-294A3BA4327D}" type="pres">
      <dgm:prSet presAssocID="{F7D84224-A973-485F-ADAD-95BF5231A40B}" presName="hierRoot2" presStyleCnt="0">
        <dgm:presLayoutVars>
          <dgm:hierBranch val="init"/>
        </dgm:presLayoutVars>
      </dgm:prSet>
      <dgm:spPr/>
    </dgm:pt>
    <dgm:pt modelId="{F436D6A1-1ADA-4670-B90C-DCE011D93A3B}" type="pres">
      <dgm:prSet presAssocID="{F7D84224-A973-485F-ADAD-95BF5231A40B}" presName="rootComposite" presStyleCnt="0"/>
      <dgm:spPr/>
    </dgm:pt>
    <dgm:pt modelId="{B652EFB0-A88E-48A1-836A-A245919707FD}" type="pres">
      <dgm:prSet presAssocID="{F7D84224-A973-485F-ADAD-95BF5231A40B}" presName="rootText" presStyleLbl="node4" presStyleIdx="18" presStyleCnt="31">
        <dgm:presLayoutVars>
          <dgm:chPref val="3"/>
        </dgm:presLayoutVars>
      </dgm:prSet>
      <dgm:spPr/>
    </dgm:pt>
    <dgm:pt modelId="{DC81B629-CD82-4B25-9F47-C4E4D420D1AE}" type="pres">
      <dgm:prSet presAssocID="{F7D84224-A973-485F-ADAD-95BF5231A40B}" presName="rootConnector" presStyleLbl="node4" presStyleIdx="18" presStyleCnt="31"/>
      <dgm:spPr/>
    </dgm:pt>
    <dgm:pt modelId="{6D88FD24-272B-4F88-85DA-3D20C3E257B3}" type="pres">
      <dgm:prSet presAssocID="{F7D84224-A973-485F-ADAD-95BF5231A40B}" presName="hierChild4" presStyleCnt="0"/>
      <dgm:spPr/>
    </dgm:pt>
    <dgm:pt modelId="{06F8F34C-15EC-4471-A6D4-438E4D10EB3A}" type="pres">
      <dgm:prSet presAssocID="{F7D84224-A973-485F-ADAD-95BF5231A40B}" presName="hierChild5" presStyleCnt="0"/>
      <dgm:spPr/>
    </dgm:pt>
    <dgm:pt modelId="{B8B3B9BF-9701-4947-ACE9-1AEAD028B857}" type="pres">
      <dgm:prSet presAssocID="{061809CC-87E0-4E97-84A6-384BF07724D8}" presName="hierChild5" presStyleCnt="0"/>
      <dgm:spPr/>
    </dgm:pt>
    <dgm:pt modelId="{CA185CE9-65D3-4677-966D-33B7645E2257}" type="pres">
      <dgm:prSet presAssocID="{45EF24BF-2957-4968-9E77-C679A38F2BE0}" presName="Name64" presStyleLbl="parChTrans1D4" presStyleIdx="19" presStyleCnt="31"/>
      <dgm:spPr/>
    </dgm:pt>
    <dgm:pt modelId="{EC40E019-0120-4F45-94FE-CCD6C60DCCFC}" type="pres">
      <dgm:prSet presAssocID="{CD4954CC-F1E7-474A-9C14-897F60DC4DA4}" presName="hierRoot2" presStyleCnt="0">
        <dgm:presLayoutVars>
          <dgm:hierBranch val="init"/>
        </dgm:presLayoutVars>
      </dgm:prSet>
      <dgm:spPr/>
    </dgm:pt>
    <dgm:pt modelId="{E12CBF1C-8ECA-451E-8BF7-19C54F17F51C}" type="pres">
      <dgm:prSet presAssocID="{CD4954CC-F1E7-474A-9C14-897F60DC4DA4}" presName="rootComposite" presStyleCnt="0"/>
      <dgm:spPr/>
    </dgm:pt>
    <dgm:pt modelId="{1D1D8692-63AE-448E-8E39-430F6A4B46BF}" type="pres">
      <dgm:prSet presAssocID="{CD4954CC-F1E7-474A-9C14-897F60DC4DA4}" presName="rootText" presStyleLbl="node4" presStyleIdx="19" presStyleCnt="31">
        <dgm:presLayoutVars>
          <dgm:chPref val="3"/>
        </dgm:presLayoutVars>
      </dgm:prSet>
      <dgm:spPr/>
    </dgm:pt>
    <dgm:pt modelId="{18E21695-07C6-4F19-99E8-D16CE3157C9B}" type="pres">
      <dgm:prSet presAssocID="{CD4954CC-F1E7-474A-9C14-897F60DC4DA4}" presName="rootConnector" presStyleLbl="node4" presStyleIdx="19" presStyleCnt="31"/>
      <dgm:spPr/>
    </dgm:pt>
    <dgm:pt modelId="{3BDF94F5-1D25-402E-8247-6F898723BBB9}" type="pres">
      <dgm:prSet presAssocID="{CD4954CC-F1E7-474A-9C14-897F60DC4DA4}" presName="hierChild4" presStyleCnt="0"/>
      <dgm:spPr/>
    </dgm:pt>
    <dgm:pt modelId="{6EBCB12D-6D77-4447-9F58-D885806C37C1}" type="pres">
      <dgm:prSet presAssocID="{04012DFC-77A8-4A46-B858-7332CB8C84A1}" presName="Name64" presStyleLbl="parChTrans1D4" presStyleIdx="20" presStyleCnt="31"/>
      <dgm:spPr/>
    </dgm:pt>
    <dgm:pt modelId="{C4BC5194-FE1C-4020-9B78-BED164EFDC75}" type="pres">
      <dgm:prSet presAssocID="{6D92348B-BF22-4F09-BD16-E4E9FEADFB32}" presName="hierRoot2" presStyleCnt="0">
        <dgm:presLayoutVars>
          <dgm:hierBranch val="init"/>
        </dgm:presLayoutVars>
      </dgm:prSet>
      <dgm:spPr/>
    </dgm:pt>
    <dgm:pt modelId="{6F6AD7DC-1E5E-41D5-81EA-F136CC76DE3B}" type="pres">
      <dgm:prSet presAssocID="{6D92348B-BF22-4F09-BD16-E4E9FEADFB32}" presName="rootComposite" presStyleCnt="0"/>
      <dgm:spPr/>
    </dgm:pt>
    <dgm:pt modelId="{CF184D97-6870-475F-82DD-C951C974B444}" type="pres">
      <dgm:prSet presAssocID="{6D92348B-BF22-4F09-BD16-E4E9FEADFB32}" presName="rootText" presStyleLbl="node4" presStyleIdx="20" presStyleCnt="31">
        <dgm:presLayoutVars>
          <dgm:chPref val="3"/>
        </dgm:presLayoutVars>
      </dgm:prSet>
      <dgm:spPr/>
    </dgm:pt>
    <dgm:pt modelId="{368DE4E4-C42A-435E-AD32-88164C04A62F}" type="pres">
      <dgm:prSet presAssocID="{6D92348B-BF22-4F09-BD16-E4E9FEADFB32}" presName="rootConnector" presStyleLbl="node4" presStyleIdx="20" presStyleCnt="31"/>
      <dgm:spPr/>
    </dgm:pt>
    <dgm:pt modelId="{2F5EE40E-768E-468A-97CB-B7D089D3E5A6}" type="pres">
      <dgm:prSet presAssocID="{6D92348B-BF22-4F09-BD16-E4E9FEADFB32}" presName="hierChild4" presStyleCnt="0"/>
      <dgm:spPr/>
    </dgm:pt>
    <dgm:pt modelId="{3527D649-6D94-44F6-949B-641733A2557F}" type="pres">
      <dgm:prSet presAssocID="{6D92348B-BF22-4F09-BD16-E4E9FEADFB32}" presName="hierChild5" presStyleCnt="0"/>
      <dgm:spPr/>
    </dgm:pt>
    <dgm:pt modelId="{A67D8E25-55D4-42F5-B7CB-B526BAD5CB0E}" type="pres">
      <dgm:prSet presAssocID="{CD4954CC-F1E7-474A-9C14-897F60DC4DA4}" presName="hierChild5" presStyleCnt="0"/>
      <dgm:spPr/>
    </dgm:pt>
    <dgm:pt modelId="{D097B0BF-81C7-4309-9852-2E865B8B14EA}" type="pres">
      <dgm:prSet presAssocID="{D7660C3C-E08D-431C-8EE1-9AA78C89B4A5}" presName="hierChild5" presStyleCnt="0"/>
      <dgm:spPr/>
    </dgm:pt>
    <dgm:pt modelId="{418A319B-5CB8-4C1A-929A-A579AE777841}" type="pres">
      <dgm:prSet presAssocID="{7F41646D-7809-44F5-B24B-6E191227AD5F}" presName="Name64" presStyleLbl="parChTrans1D4" presStyleIdx="21" presStyleCnt="31"/>
      <dgm:spPr/>
    </dgm:pt>
    <dgm:pt modelId="{F49CA836-44E5-4C40-8AC4-2AE0EF430965}" type="pres">
      <dgm:prSet presAssocID="{C499CC0F-4E7A-4FEC-97EE-0BDE6BB4004A}" presName="hierRoot2" presStyleCnt="0">
        <dgm:presLayoutVars>
          <dgm:hierBranch val="init"/>
        </dgm:presLayoutVars>
      </dgm:prSet>
      <dgm:spPr/>
    </dgm:pt>
    <dgm:pt modelId="{FDE5C0D2-1D67-4212-86C6-397D790596CF}" type="pres">
      <dgm:prSet presAssocID="{C499CC0F-4E7A-4FEC-97EE-0BDE6BB4004A}" presName="rootComposite" presStyleCnt="0"/>
      <dgm:spPr/>
    </dgm:pt>
    <dgm:pt modelId="{FD314EC3-FAF3-42D4-B72F-81E23652E3D9}" type="pres">
      <dgm:prSet presAssocID="{C499CC0F-4E7A-4FEC-97EE-0BDE6BB4004A}" presName="rootText" presStyleLbl="node4" presStyleIdx="21" presStyleCnt="31">
        <dgm:presLayoutVars>
          <dgm:chPref val="3"/>
        </dgm:presLayoutVars>
      </dgm:prSet>
      <dgm:spPr/>
    </dgm:pt>
    <dgm:pt modelId="{3FD13D51-28CB-4ACA-8CF5-784F6B0C3075}" type="pres">
      <dgm:prSet presAssocID="{C499CC0F-4E7A-4FEC-97EE-0BDE6BB4004A}" presName="rootConnector" presStyleLbl="node4" presStyleIdx="21" presStyleCnt="31"/>
      <dgm:spPr/>
    </dgm:pt>
    <dgm:pt modelId="{16EE9FFA-E407-4775-9823-E76B3F7213DD}" type="pres">
      <dgm:prSet presAssocID="{C499CC0F-4E7A-4FEC-97EE-0BDE6BB4004A}" presName="hierChild4" presStyleCnt="0"/>
      <dgm:spPr/>
    </dgm:pt>
    <dgm:pt modelId="{9296E3D5-989F-4B79-93AD-BF39EEE4C999}" type="pres">
      <dgm:prSet presAssocID="{37ECD93D-C6A9-4F2D-B4DF-3F071835E72F}" presName="Name64" presStyleLbl="parChTrans1D4" presStyleIdx="22" presStyleCnt="31"/>
      <dgm:spPr/>
    </dgm:pt>
    <dgm:pt modelId="{9AE62F2E-6CB3-4473-B405-A3BA1D9BFA8A}" type="pres">
      <dgm:prSet presAssocID="{38A0B2E5-D90D-4428-806C-7CCE3CC93BD2}" presName="hierRoot2" presStyleCnt="0">
        <dgm:presLayoutVars>
          <dgm:hierBranch val="init"/>
        </dgm:presLayoutVars>
      </dgm:prSet>
      <dgm:spPr/>
    </dgm:pt>
    <dgm:pt modelId="{2D6DC72C-5D67-49D0-B044-6D2B7E2D9CA6}" type="pres">
      <dgm:prSet presAssocID="{38A0B2E5-D90D-4428-806C-7CCE3CC93BD2}" presName="rootComposite" presStyleCnt="0"/>
      <dgm:spPr/>
    </dgm:pt>
    <dgm:pt modelId="{2CFF43AD-E638-48CC-A1A6-213BB3000388}" type="pres">
      <dgm:prSet presAssocID="{38A0B2E5-D90D-4428-806C-7CCE3CC93BD2}" presName="rootText" presStyleLbl="node4" presStyleIdx="22" presStyleCnt="31">
        <dgm:presLayoutVars>
          <dgm:chPref val="3"/>
        </dgm:presLayoutVars>
      </dgm:prSet>
      <dgm:spPr/>
    </dgm:pt>
    <dgm:pt modelId="{47B80075-7A99-4CC4-8E04-7AE4D94B5491}" type="pres">
      <dgm:prSet presAssocID="{38A0B2E5-D90D-4428-806C-7CCE3CC93BD2}" presName="rootConnector" presStyleLbl="node4" presStyleIdx="22" presStyleCnt="31"/>
      <dgm:spPr/>
    </dgm:pt>
    <dgm:pt modelId="{2B1F2EC5-D922-47CB-9075-5C58620A91A3}" type="pres">
      <dgm:prSet presAssocID="{38A0B2E5-D90D-4428-806C-7CCE3CC93BD2}" presName="hierChild4" presStyleCnt="0"/>
      <dgm:spPr/>
    </dgm:pt>
    <dgm:pt modelId="{3CAB886C-4BD0-4321-8ECB-8E4B5608D104}" type="pres">
      <dgm:prSet presAssocID="{38A0B2E5-D90D-4428-806C-7CCE3CC93BD2}" presName="hierChild5" presStyleCnt="0"/>
      <dgm:spPr/>
    </dgm:pt>
    <dgm:pt modelId="{51EA36A6-1667-467C-86F8-B276FBB41886}" type="pres">
      <dgm:prSet presAssocID="{C499CC0F-4E7A-4FEC-97EE-0BDE6BB4004A}" presName="hierChild5" presStyleCnt="0"/>
      <dgm:spPr/>
    </dgm:pt>
    <dgm:pt modelId="{325B629F-ABB1-4EC6-9F54-565334BD27E2}" type="pres">
      <dgm:prSet presAssocID="{A3638297-C98E-49B2-935E-46CEF1892D42}" presName="Name64" presStyleLbl="parChTrans1D4" presStyleIdx="23" presStyleCnt="31"/>
      <dgm:spPr/>
    </dgm:pt>
    <dgm:pt modelId="{BA8D7E82-10E0-4B5D-A7A8-5B403C181AAD}" type="pres">
      <dgm:prSet presAssocID="{503A382B-1D5A-4546-833B-2164E945BC79}" presName="hierRoot2" presStyleCnt="0">
        <dgm:presLayoutVars>
          <dgm:hierBranch val="init"/>
        </dgm:presLayoutVars>
      </dgm:prSet>
      <dgm:spPr/>
    </dgm:pt>
    <dgm:pt modelId="{ECA125E0-FC36-4EDC-B5F3-63E1C3C35BB0}" type="pres">
      <dgm:prSet presAssocID="{503A382B-1D5A-4546-833B-2164E945BC79}" presName="rootComposite" presStyleCnt="0"/>
      <dgm:spPr/>
    </dgm:pt>
    <dgm:pt modelId="{B7E87C89-F2A3-40BE-A158-9348331D318D}" type="pres">
      <dgm:prSet presAssocID="{503A382B-1D5A-4546-833B-2164E945BC79}" presName="rootText" presStyleLbl="node4" presStyleIdx="23" presStyleCnt="31">
        <dgm:presLayoutVars>
          <dgm:chPref val="3"/>
        </dgm:presLayoutVars>
      </dgm:prSet>
      <dgm:spPr/>
    </dgm:pt>
    <dgm:pt modelId="{F4F402F9-353D-4DAF-A0B3-B8E72F14207C}" type="pres">
      <dgm:prSet presAssocID="{503A382B-1D5A-4546-833B-2164E945BC79}" presName="rootConnector" presStyleLbl="node4" presStyleIdx="23" presStyleCnt="31"/>
      <dgm:spPr/>
    </dgm:pt>
    <dgm:pt modelId="{75DC4A39-6C23-4835-9E4D-4BC7EA472591}" type="pres">
      <dgm:prSet presAssocID="{503A382B-1D5A-4546-833B-2164E945BC79}" presName="hierChild4" presStyleCnt="0"/>
      <dgm:spPr/>
    </dgm:pt>
    <dgm:pt modelId="{C1341CAE-26B4-413C-B659-B4133610AE2C}" type="pres">
      <dgm:prSet presAssocID="{95FA36E0-4680-4632-B27E-091BE020210A}" presName="Name64" presStyleLbl="parChTrans1D4" presStyleIdx="24" presStyleCnt="31"/>
      <dgm:spPr/>
    </dgm:pt>
    <dgm:pt modelId="{34334FEB-0A74-4945-9E06-62902E13F72D}" type="pres">
      <dgm:prSet presAssocID="{1BCF77AA-6B04-4D81-9D59-6F959F70F803}" presName="hierRoot2" presStyleCnt="0">
        <dgm:presLayoutVars>
          <dgm:hierBranch val="init"/>
        </dgm:presLayoutVars>
      </dgm:prSet>
      <dgm:spPr/>
    </dgm:pt>
    <dgm:pt modelId="{0A75E738-A60A-41CD-B3C2-B6F965160774}" type="pres">
      <dgm:prSet presAssocID="{1BCF77AA-6B04-4D81-9D59-6F959F70F803}" presName="rootComposite" presStyleCnt="0"/>
      <dgm:spPr/>
    </dgm:pt>
    <dgm:pt modelId="{FD27C63C-53AB-4EF5-B065-A5CCC6683CBC}" type="pres">
      <dgm:prSet presAssocID="{1BCF77AA-6B04-4D81-9D59-6F959F70F803}" presName="rootText" presStyleLbl="node4" presStyleIdx="24" presStyleCnt="31">
        <dgm:presLayoutVars>
          <dgm:chPref val="3"/>
        </dgm:presLayoutVars>
      </dgm:prSet>
      <dgm:spPr/>
    </dgm:pt>
    <dgm:pt modelId="{B81833A2-355D-431A-B42B-FFB97F5DED7E}" type="pres">
      <dgm:prSet presAssocID="{1BCF77AA-6B04-4D81-9D59-6F959F70F803}" presName="rootConnector" presStyleLbl="node4" presStyleIdx="24" presStyleCnt="31"/>
      <dgm:spPr/>
    </dgm:pt>
    <dgm:pt modelId="{B75101D1-41FE-4F79-AE84-A03090A9821A}" type="pres">
      <dgm:prSet presAssocID="{1BCF77AA-6B04-4D81-9D59-6F959F70F803}" presName="hierChild4" presStyleCnt="0"/>
      <dgm:spPr/>
    </dgm:pt>
    <dgm:pt modelId="{E2141735-2F07-4BB8-BD72-01BC72AD7827}" type="pres">
      <dgm:prSet presAssocID="{1BCF77AA-6B04-4D81-9D59-6F959F70F803}" presName="hierChild5" presStyleCnt="0"/>
      <dgm:spPr/>
    </dgm:pt>
    <dgm:pt modelId="{F121FC04-6ABC-4471-9661-93ED72B93D39}" type="pres">
      <dgm:prSet presAssocID="{503A382B-1D5A-4546-833B-2164E945BC79}" presName="hierChild5" presStyleCnt="0"/>
      <dgm:spPr/>
    </dgm:pt>
    <dgm:pt modelId="{43CC1C42-04AA-435A-979C-E62AFAAF4D5E}" type="pres">
      <dgm:prSet presAssocID="{C270D4B2-63B3-44BE-90B2-A3B79110A5BC}" presName="Name64" presStyleLbl="parChTrans1D4" presStyleIdx="25" presStyleCnt="31"/>
      <dgm:spPr/>
    </dgm:pt>
    <dgm:pt modelId="{44A8D897-8291-4E69-A253-691929D80E5E}" type="pres">
      <dgm:prSet presAssocID="{06F09080-0CCF-47DD-9F14-9B09338FC156}" presName="hierRoot2" presStyleCnt="0">
        <dgm:presLayoutVars>
          <dgm:hierBranch val="init"/>
        </dgm:presLayoutVars>
      </dgm:prSet>
      <dgm:spPr/>
    </dgm:pt>
    <dgm:pt modelId="{B29E445C-130D-466D-9BC6-3401B845091F}" type="pres">
      <dgm:prSet presAssocID="{06F09080-0CCF-47DD-9F14-9B09338FC156}" presName="rootComposite" presStyleCnt="0"/>
      <dgm:spPr/>
    </dgm:pt>
    <dgm:pt modelId="{77267FA6-0CDF-4F47-97BA-153747EF1791}" type="pres">
      <dgm:prSet presAssocID="{06F09080-0CCF-47DD-9F14-9B09338FC156}" presName="rootText" presStyleLbl="node4" presStyleIdx="25" presStyleCnt="31">
        <dgm:presLayoutVars>
          <dgm:chPref val="3"/>
        </dgm:presLayoutVars>
      </dgm:prSet>
      <dgm:spPr/>
    </dgm:pt>
    <dgm:pt modelId="{213124F1-A749-4DBC-85FE-5AC202AF5919}" type="pres">
      <dgm:prSet presAssocID="{06F09080-0CCF-47DD-9F14-9B09338FC156}" presName="rootConnector" presStyleLbl="node4" presStyleIdx="25" presStyleCnt="31"/>
      <dgm:spPr/>
    </dgm:pt>
    <dgm:pt modelId="{6F0A908E-CE1D-48B7-9FC6-B9C6A134D0D8}" type="pres">
      <dgm:prSet presAssocID="{06F09080-0CCF-47DD-9F14-9B09338FC156}" presName="hierChild4" presStyleCnt="0"/>
      <dgm:spPr/>
    </dgm:pt>
    <dgm:pt modelId="{980D180F-0C13-4DC6-B9DC-1434889638D1}" type="pres">
      <dgm:prSet presAssocID="{06F09080-0CCF-47DD-9F14-9B09338FC156}" presName="hierChild5" presStyleCnt="0"/>
      <dgm:spPr/>
    </dgm:pt>
    <dgm:pt modelId="{42B863AB-8FAF-4752-9099-E77932F0D395}" type="pres">
      <dgm:prSet presAssocID="{E0F095D0-0CDD-4899-95AE-C151B28DF4D1}" presName="hierChild5" presStyleCnt="0"/>
      <dgm:spPr/>
    </dgm:pt>
    <dgm:pt modelId="{5E890DBA-4975-4C75-941F-F0AF649459D5}" type="pres">
      <dgm:prSet presAssocID="{9388F973-CD46-4AFC-9454-5895E33035BE}" presName="Name64" presStyleLbl="parChTrans1D3" presStyleIdx="5" presStyleCnt="8"/>
      <dgm:spPr/>
    </dgm:pt>
    <dgm:pt modelId="{1457AC4E-F267-437E-877A-1B46D5336CAC}" type="pres">
      <dgm:prSet presAssocID="{A63AFC23-093E-44C6-B267-3891CF123A84}" presName="hierRoot2" presStyleCnt="0">
        <dgm:presLayoutVars>
          <dgm:hierBranch val="init"/>
        </dgm:presLayoutVars>
      </dgm:prSet>
      <dgm:spPr/>
    </dgm:pt>
    <dgm:pt modelId="{D5D8FEA8-2FA9-46E7-936A-DE00846C26BC}" type="pres">
      <dgm:prSet presAssocID="{A63AFC23-093E-44C6-B267-3891CF123A84}" presName="rootComposite" presStyleCnt="0"/>
      <dgm:spPr/>
    </dgm:pt>
    <dgm:pt modelId="{3BF77DC6-A893-4A65-9C1E-D38F5E103AA5}" type="pres">
      <dgm:prSet presAssocID="{A63AFC23-093E-44C6-B267-3891CF123A84}" presName="rootText" presStyleLbl="node3" presStyleIdx="5" presStyleCnt="8">
        <dgm:presLayoutVars>
          <dgm:chPref val="3"/>
        </dgm:presLayoutVars>
      </dgm:prSet>
      <dgm:spPr/>
    </dgm:pt>
    <dgm:pt modelId="{4E262D70-023C-4E9D-82BC-E1D1DAA6E0E0}" type="pres">
      <dgm:prSet presAssocID="{A63AFC23-093E-44C6-B267-3891CF123A84}" presName="rootConnector" presStyleLbl="node3" presStyleIdx="5" presStyleCnt="8"/>
      <dgm:spPr/>
    </dgm:pt>
    <dgm:pt modelId="{9F61D904-DB97-4461-AA89-0EBCDF58B28C}" type="pres">
      <dgm:prSet presAssocID="{A63AFC23-093E-44C6-B267-3891CF123A84}" presName="hierChild4" presStyleCnt="0"/>
      <dgm:spPr/>
    </dgm:pt>
    <dgm:pt modelId="{E28180BC-C29F-4744-B670-C17F06C7EB26}" type="pres">
      <dgm:prSet presAssocID="{A63AFC23-093E-44C6-B267-3891CF123A84}" presName="hierChild5" presStyleCnt="0"/>
      <dgm:spPr/>
    </dgm:pt>
    <dgm:pt modelId="{0388B9DF-2E42-4F52-A48F-58CC2C71E622}" type="pres">
      <dgm:prSet presAssocID="{9DFAA83C-0ED7-4C5D-908E-2A02657C3D57}" presName="hierChild5" presStyleCnt="0"/>
      <dgm:spPr/>
    </dgm:pt>
    <dgm:pt modelId="{C7F7A17E-AF77-42CB-93B1-39B0770E3C79}" type="pres">
      <dgm:prSet presAssocID="{880276D0-EB74-4489-85C7-23E81AC85430}" presName="Name64" presStyleLbl="parChTrans1D2" presStyleIdx="3" presStyleCnt="4"/>
      <dgm:spPr/>
    </dgm:pt>
    <dgm:pt modelId="{64BE223F-5889-4D6D-A0F4-BB63E949CCCB}" type="pres">
      <dgm:prSet presAssocID="{CA6200AF-7336-4AB8-A4E9-530BC5027306}" presName="hierRoot2" presStyleCnt="0">
        <dgm:presLayoutVars>
          <dgm:hierBranch val="init"/>
        </dgm:presLayoutVars>
      </dgm:prSet>
      <dgm:spPr/>
    </dgm:pt>
    <dgm:pt modelId="{0650E139-1253-4EAC-B9BF-AAABDAC4C50A}" type="pres">
      <dgm:prSet presAssocID="{CA6200AF-7336-4AB8-A4E9-530BC5027306}" presName="rootComposite" presStyleCnt="0"/>
      <dgm:spPr/>
    </dgm:pt>
    <dgm:pt modelId="{F727FD69-DA36-400A-9A17-E435D30B6294}" type="pres">
      <dgm:prSet presAssocID="{CA6200AF-7336-4AB8-A4E9-530BC5027306}" presName="rootText" presStyleLbl="node2" presStyleIdx="3" presStyleCnt="4">
        <dgm:presLayoutVars>
          <dgm:chPref val="3"/>
        </dgm:presLayoutVars>
      </dgm:prSet>
      <dgm:spPr/>
    </dgm:pt>
    <dgm:pt modelId="{2CB5E2D1-00D5-4B61-9756-D570A792B6B1}" type="pres">
      <dgm:prSet presAssocID="{CA6200AF-7336-4AB8-A4E9-530BC5027306}" presName="rootConnector" presStyleLbl="node2" presStyleIdx="3" presStyleCnt="4"/>
      <dgm:spPr/>
    </dgm:pt>
    <dgm:pt modelId="{8C32301D-5FB8-498A-9CA5-A658480BBA39}" type="pres">
      <dgm:prSet presAssocID="{CA6200AF-7336-4AB8-A4E9-530BC5027306}" presName="hierChild4" presStyleCnt="0"/>
      <dgm:spPr/>
    </dgm:pt>
    <dgm:pt modelId="{1BDA3CD5-F552-4A8E-AA99-3DA9469CB538}" type="pres">
      <dgm:prSet presAssocID="{ACF9E546-FC16-43CF-809C-930B68C88DB1}" presName="Name64" presStyleLbl="parChTrans1D3" presStyleIdx="6" presStyleCnt="8"/>
      <dgm:spPr/>
    </dgm:pt>
    <dgm:pt modelId="{C46F1EF1-B875-4283-8030-8CE5A965CE21}" type="pres">
      <dgm:prSet presAssocID="{C9E721F3-3509-40BA-945D-417CE334E5F2}" presName="hierRoot2" presStyleCnt="0">
        <dgm:presLayoutVars>
          <dgm:hierBranch val="init"/>
        </dgm:presLayoutVars>
      </dgm:prSet>
      <dgm:spPr/>
    </dgm:pt>
    <dgm:pt modelId="{CB9C4A04-7D15-4A43-8BA5-EB32A8B11500}" type="pres">
      <dgm:prSet presAssocID="{C9E721F3-3509-40BA-945D-417CE334E5F2}" presName="rootComposite" presStyleCnt="0"/>
      <dgm:spPr/>
    </dgm:pt>
    <dgm:pt modelId="{490BDFA8-D452-4BE4-9F81-245774E0D158}" type="pres">
      <dgm:prSet presAssocID="{C9E721F3-3509-40BA-945D-417CE334E5F2}" presName="rootText" presStyleLbl="node3" presStyleIdx="6" presStyleCnt="8">
        <dgm:presLayoutVars>
          <dgm:chPref val="3"/>
        </dgm:presLayoutVars>
      </dgm:prSet>
      <dgm:spPr/>
    </dgm:pt>
    <dgm:pt modelId="{D1162B1B-B769-48DB-B85B-AF3C1F73D58F}" type="pres">
      <dgm:prSet presAssocID="{C9E721F3-3509-40BA-945D-417CE334E5F2}" presName="rootConnector" presStyleLbl="node3" presStyleIdx="6" presStyleCnt="8"/>
      <dgm:spPr/>
    </dgm:pt>
    <dgm:pt modelId="{DF467D77-B7F9-4F62-89A6-51F4A7058AA6}" type="pres">
      <dgm:prSet presAssocID="{C9E721F3-3509-40BA-945D-417CE334E5F2}" presName="hierChild4" presStyleCnt="0"/>
      <dgm:spPr/>
    </dgm:pt>
    <dgm:pt modelId="{AF9CAAFC-37A2-4187-8C63-BDC2E7B8A2E9}" type="pres">
      <dgm:prSet presAssocID="{5CD82464-BD85-410D-9486-CDF630216295}" presName="Name64" presStyleLbl="parChTrans1D4" presStyleIdx="26" presStyleCnt="31"/>
      <dgm:spPr/>
    </dgm:pt>
    <dgm:pt modelId="{2042EA74-39A6-4A01-BBF1-F23AE808212A}" type="pres">
      <dgm:prSet presAssocID="{97A8E0E5-1256-46F5-BDCA-CBF242F3C57E}" presName="hierRoot2" presStyleCnt="0">
        <dgm:presLayoutVars>
          <dgm:hierBranch val="init"/>
        </dgm:presLayoutVars>
      </dgm:prSet>
      <dgm:spPr/>
    </dgm:pt>
    <dgm:pt modelId="{5147FB01-2857-4113-ABC7-32880B1752A1}" type="pres">
      <dgm:prSet presAssocID="{97A8E0E5-1256-46F5-BDCA-CBF242F3C57E}" presName="rootComposite" presStyleCnt="0"/>
      <dgm:spPr/>
    </dgm:pt>
    <dgm:pt modelId="{BEB5F23A-260D-4EA4-9C52-D29289AE19DF}" type="pres">
      <dgm:prSet presAssocID="{97A8E0E5-1256-46F5-BDCA-CBF242F3C57E}" presName="rootText" presStyleLbl="node4" presStyleIdx="26" presStyleCnt="31">
        <dgm:presLayoutVars>
          <dgm:chPref val="3"/>
        </dgm:presLayoutVars>
      </dgm:prSet>
      <dgm:spPr/>
    </dgm:pt>
    <dgm:pt modelId="{B70E4C0E-1521-4091-B753-26370D64F4FD}" type="pres">
      <dgm:prSet presAssocID="{97A8E0E5-1256-46F5-BDCA-CBF242F3C57E}" presName="rootConnector" presStyleLbl="node4" presStyleIdx="26" presStyleCnt="31"/>
      <dgm:spPr/>
    </dgm:pt>
    <dgm:pt modelId="{59A16828-9F48-4DC0-B6AB-56DC66C5C14A}" type="pres">
      <dgm:prSet presAssocID="{97A8E0E5-1256-46F5-BDCA-CBF242F3C57E}" presName="hierChild4" presStyleCnt="0"/>
      <dgm:spPr/>
    </dgm:pt>
    <dgm:pt modelId="{64DA6633-6213-4B4C-9040-F2F6E0E07A92}" type="pres">
      <dgm:prSet presAssocID="{97A8E0E5-1256-46F5-BDCA-CBF242F3C57E}" presName="hierChild5" presStyleCnt="0"/>
      <dgm:spPr/>
    </dgm:pt>
    <dgm:pt modelId="{B074A3F9-9B82-47D6-B99B-37FA4AD461B1}" type="pres">
      <dgm:prSet presAssocID="{2053DD24-1A05-4174-B3A2-006AF3B872F4}" presName="Name64" presStyleLbl="parChTrans1D4" presStyleIdx="27" presStyleCnt="31"/>
      <dgm:spPr/>
    </dgm:pt>
    <dgm:pt modelId="{E5641DC2-99FE-4CFE-BBC9-8BC561313068}" type="pres">
      <dgm:prSet presAssocID="{35D396C7-832D-4310-9EFD-0CBA7534B49E}" presName="hierRoot2" presStyleCnt="0">
        <dgm:presLayoutVars>
          <dgm:hierBranch val="init"/>
        </dgm:presLayoutVars>
      </dgm:prSet>
      <dgm:spPr/>
    </dgm:pt>
    <dgm:pt modelId="{5C7EC92A-C4CB-4B99-BB1E-AAEF0913B482}" type="pres">
      <dgm:prSet presAssocID="{35D396C7-832D-4310-9EFD-0CBA7534B49E}" presName="rootComposite" presStyleCnt="0"/>
      <dgm:spPr/>
    </dgm:pt>
    <dgm:pt modelId="{15470CCD-2DC4-4446-952E-0EA1F9168293}" type="pres">
      <dgm:prSet presAssocID="{35D396C7-832D-4310-9EFD-0CBA7534B49E}" presName="rootText" presStyleLbl="node4" presStyleIdx="27" presStyleCnt="31">
        <dgm:presLayoutVars>
          <dgm:chPref val="3"/>
        </dgm:presLayoutVars>
      </dgm:prSet>
      <dgm:spPr/>
    </dgm:pt>
    <dgm:pt modelId="{C1FA8641-48D3-43B7-8727-7E323B1B501C}" type="pres">
      <dgm:prSet presAssocID="{35D396C7-832D-4310-9EFD-0CBA7534B49E}" presName="rootConnector" presStyleLbl="node4" presStyleIdx="27" presStyleCnt="31"/>
      <dgm:spPr/>
    </dgm:pt>
    <dgm:pt modelId="{C6CE1518-27B6-404B-99E1-54C509EB30D2}" type="pres">
      <dgm:prSet presAssocID="{35D396C7-832D-4310-9EFD-0CBA7534B49E}" presName="hierChild4" presStyleCnt="0"/>
      <dgm:spPr/>
    </dgm:pt>
    <dgm:pt modelId="{B4F70755-F4D1-485F-892E-3C7B87066BCB}" type="pres">
      <dgm:prSet presAssocID="{455048BF-88A9-42EC-8893-BB00D9AEA4E4}" presName="Name64" presStyleLbl="parChTrans1D4" presStyleIdx="28" presStyleCnt="31"/>
      <dgm:spPr/>
    </dgm:pt>
    <dgm:pt modelId="{ABFA4637-8EA1-4BB9-A524-2A1FE95E5257}" type="pres">
      <dgm:prSet presAssocID="{BD4CBB34-BFC3-4314-AC58-360CE3F828A3}" presName="hierRoot2" presStyleCnt="0">
        <dgm:presLayoutVars>
          <dgm:hierBranch val="init"/>
        </dgm:presLayoutVars>
      </dgm:prSet>
      <dgm:spPr/>
    </dgm:pt>
    <dgm:pt modelId="{A6FDC029-0113-4C4A-9136-B1F1B01F0754}" type="pres">
      <dgm:prSet presAssocID="{BD4CBB34-BFC3-4314-AC58-360CE3F828A3}" presName="rootComposite" presStyleCnt="0"/>
      <dgm:spPr/>
    </dgm:pt>
    <dgm:pt modelId="{9921040E-A9AE-4E20-B3A7-1033725EAB32}" type="pres">
      <dgm:prSet presAssocID="{BD4CBB34-BFC3-4314-AC58-360CE3F828A3}" presName="rootText" presStyleLbl="node4" presStyleIdx="28" presStyleCnt="31">
        <dgm:presLayoutVars>
          <dgm:chPref val="3"/>
        </dgm:presLayoutVars>
      </dgm:prSet>
      <dgm:spPr/>
    </dgm:pt>
    <dgm:pt modelId="{3374B034-7516-421E-BD23-9C0F9E320F00}" type="pres">
      <dgm:prSet presAssocID="{BD4CBB34-BFC3-4314-AC58-360CE3F828A3}" presName="rootConnector" presStyleLbl="node4" presStyleIdx="28" presStyleCnt="31"/>
      <dgm:spPr/>
    </dgm:pt>
    <dgm:pt modelId="{33F80BDE-DC97-4638-BCF9-8B0A5C5B0084}" type="pres">
      <dgm:prSet presAssocID="{BD4CBB34-BFC3-4314-AC58-360CE3F828A3}" presName="hierChild4" presStyleCnt="0"/>
      <dgm:spPr/>
    </dgm:pt>
    <dgm:pt modelId="{D52B820B-8882-45A0-9A47-4DF787F724FF}" type="pres">
      <dgm:prSet presAssocID="{BD4CBB34-BFC3-4314-AC58-360CE3F828A3}" presName="hierChild5" presStyleCnt="0"/>
      <dgm:spPr/>
    </dgm:pt>
    <dgm:pt modelId="{8DDA93F8-5C72-4B48-9D1D-CEE49333C83C}" type="pres">
      <dgm:prSet presAssocID="{7D9BDDE8-7610-4C76-ACCC-5EF685046CB6}" presName="Name64" presStyleLbl="parChTrans1D4" presStyleIdx="29" presStyleCnt="31"/>
      <dgm:spPr/>
    </dgm:pt>
    <dgm:pt modelId="{2644546B-EA91-4559-89A5-D9CC3F2967A0}" type="pres">
      <dgm:prSet presAssocID="{D81506E7-9321-4CD6-B783-B535E14E9673}" presName="hierRoot2" presStyleCnt="0">
        <dgm:presLayoutVars>
          <dgm:hierBranch val="init"/>
        </dgm:presLayoutVars>
      </dgm:prSet>
      <dgm:spPr/>
    </dgm:pt>
    <dgm:pt modelId="{289E3FC7-5A7E-4052-A541-0F4DFDE43E38}" type="pres">
      <dgm:prSet presAssocID="{D81506E7-9321-4CD6-B783-B535E14E9673}" presName="rootComposite" presStyleCnt="0"/>
      <dgm:spPr/>
    </dgm:pt>
    <dgm:pt modelId="{4C50E7F0-CBE9-462F-A0E5-5FFE1AE84F4E}" type="pres">
      <dgm:prSet presAssocID="{D81506E7-9321-4CD6-B783-B535E14E9673}" presName="rootText" presStyleLbl="node4" presStyleIdx="29" presStyleCnt="31">
        <dgm:presLayoutVars>
          <dgm:chPref val="3"/>
        </dgm:presLayoutVars>
      </dgm:prSet>
      <dgm:spPr/>
    </dgm:pt>
    <dgm:pt modelId="{86FF5A9C-E5F2-4B8C-83BD-290D4D4AB6AC}" type="pres">
      <dgm:prSet presAssocID="{D81506E7-9321-4CD6-B783-B535E14E9673}" presName="rootConnector" presStyleLbl="node4" presStyleIdx="29" presStyleCnt="31"/>
      <dgm:spPr/>
    </dgm:pt>
    <dgm:pt modelId="{4816209B-7B93-4538-AC6F-995B7E78A1F7}" type="pres">
      <dgm:prSet presAssocID="{D81506E7-9321-4CD6-B783-B535E14E9673}" presName="hierChild4" presStyleCnt="0"/>
      <dgm:spPr/>
    </dgm:pt>
    <dgm:pt modelId="{D1E7CE6F-9E8B-40AB-83D4-2BDDA3AAD06B}" type="pres">
      <dgm:prSet presAssocID="{D81506E7-9321-4CD6-B783-B535E14E9673}" presName="hierChild5" presStyleCnt="0"/>
      <dgm:spPr/>
    </dgm:pt>
    <dgm:pt modelId="{57E71043-9BEF-45AB-827F-B88C2C0B8C64}" type="pres">
      <dgm:prSet presAssocID="{35D396C7-832D-4310-9EFD-0CBA7534B49E}" presName="hierChild5" presStyleCnt="0"/>
      <dgm:spPr/>
    </dgm:pt>
    <dgm:pt modelId="{4B5CDAF5-A7FE-436E-9DA3-25A539D89D1F}" type="pres">
      <dgm:prSet presAssocID="{320AF489-F490-4FB9-A435-9E69697CB6A1}" presName="Name64" presStyleLbl="parChTrans1D4" presStyleIdx="30" presStyleCnt="31"/>
      <dgm:spPr/>
    </dgm:pt>
    <dgm:pt modelId="{B5E7DA6C-2B95-499E-967F-1829236E4839}" type="pres">
      <dgm:prSet presAssocID="{73528B28-3862-4C56-BB94-20BFCA4D977C}" presName="hierRoot2" presStyleCnt="0">
        <dgm:presLayoutVars>
          <dgm:hierBranch val="init"/>
        </dgm:presLayoutVars>
      </dgm:prSet>
      <dgm:spPr/>
    </dgm:pt>
    <dgm:pt modelId="{28F73B73-C4A9-4875-95EE-9F6ED06FA340}" type="pres">
      <dgm:prSet presAssocID="{73528B28-3862-4C56-BB94-20BFCA4D977C}" presName="rootComposite" presStyleCnt="0"/>
      <dgm:spPr/>
    </dgm:pt>
    <dgm:pt modelId="{E142E4F7-A4D2-449F-AA7F-C04C088A3C1F}" type="pres">
      <dgm:prSet presAssocID="{73528B28-3862-4C56-BB94-20BFCA4D977C}" presName="rootText" presStyleLbl="node4" presStyleIdx="30" presStyleCnt="31">
        <dgm:presLayoutVars>
          <dgm:chPref val="3"/>
        </dgm:presLayoutVars>
      </dgm:prSet>
      <dgm:spPr/>
    </dgm:pt>
    <dgm:pt modelId="{74B77C7E-36E3-406E-BAC0-4831F4BABB3C}" type="pres">
      <dgm:prSet presAssocID="{73528B28-3862-4C56-BB94-20BFCA4D977C}" presName="rootConnector" presStyleLbl="node4" presStyleIdx="30" presStyleCnt="31"/>
      <dgm:spPr/>
    </dgm:pt>
    <dgm:pt modelId="{13C0BE53-A6FB-4FC3-BE13-CB6347CDFEC7}" type="pres">
      <dgm:prSet presAssocID="{73528B28-3862-4C56-BB94-20BFCA4D977C}" presName="hierChild4" presStyleCnt="0"/>
      <dgm:spPr/>
    </dgm:pt>
    <dgm:pt modelId="{AC1F50A9-4FB7-4695-9A1B-7F88EE7E2895}" type="pres">
      <dgm:prSet presAssocID="{73528B28-3862-4C56-BB94-20BFCA4D977C}" presName="hierChild5" presStyleCnt="0"/>
      <dgm:spPr/>
    </dgm:pt>
    <dgm:pt modelId="{A5C0843B-BF8C-4CD8-BFB8-B34ABB30BC41}" type="pres">
      <dgm:prSet presAssocID="{C9E721F3-3509-40BA-945D-417CE334E5F2}" presName="hierChild5" presStyleCnt="0"/>
      <dgm:spPr/>
    </dgm:pt>
    <dgm:pt modelId="{E72137B5-59A0-4482-82E0-2CA84074B9ED}" type="pres">
      <dgm:prSet presAssocID="{7607DCFD-2AEA-4454-AD75-99E4327A6DA2}" presName="Name64" presStyleLbl="parChTrans1D3" presStyleIdx="7" presStyleCnt="8"/>
      <dgm:spPr/>
    </dgm:pt>
    <dgm:pt modelId="{B39B5A8D-FDDB-4B5F-9592-FCF82ABC3E36}" type="pres">
      <dgm:prSet presAssocID="{6C8E784B-F666-494C-B943-E6FE294FAEB1}" presName="hierRoot2" presStyleCnt="0">
        <dgm:presLayoutVars>
          <dgm:hierBranch val="init"/>
        </dgm:presLayoutVars>
      </dgm:prSet>
      <dgm:spPr/>
    </dgm:pt>
    <dgm:pt modelId="{868FD3F8-36C2-40B9-A0C9-19560145CFAD}" type="pres">
      <dgm:prSet presAssocID="{6C8E784B-F666-494C-B943-E6FE294FAEB1}" presName="rootComposite" presStyleCnt="0"/>
      <dgm:spPr/>
    </dgm:pt>
    <dgm:pt modelId="{E4AFD26B-C7BB-41CA-A59C-D4C3576380A8}" type="pres">
      <dgm:prSet presAssocID="{6C8E784B-F666-494C-B943-E6FE294FAEB1}" presName="rootText" presStyleLbl="node3" presStyleIdx="7" presStyleCnt="8">
        <dgm:presLayoutVars>
          <dgm:chPref val="3"/>
        </dgm:presLayoutVars>
      </dgm:prSet>
      <dgm:spPr/>
    </dgm:pt>
    <dgm:pt modelId="{8700B5FB-1AEC-447F-A85A-B23DFECB41F1}" type="pres">
      <dgm:prSet presAssocID="{6C8E784B-F666-494C-B943-E6FE294FAEB1}" presName="rootConnector" presStyleLbl="node3" presStyleIdx="7" presStyleCnt="8"/>
      <dgm:spPr/>
    </dgm:pt>
    <dgm:pt modelId="{035F8A94-9F71-4AA7-84F8-CC97894A38B2}" type="pres">
      <dgm:prSet presAssocID="{6C8E784B-F666-494C-B943-E6FE294FAEB1}" presName="hierChild4" presStyleCnt="0"/>
      <dgm:spPr/>
    </dgm:pt>
    <dgm:pt modelId="{D4F07FEA-5316-4290-9236-A3D544D64BD8}" type="pres">
      <dgm:prSet presAssocID="{6C8E784B-F666-494C-B943-E6FE294FAEB1}" presName="hierChild5" presStyleCnt="0"/>
      <dgm:spPr/>
    </dgm:pt>
    <dgm:pt modelId="{A267EB81-E463-4D76-BE76-C7894AF884CA}" type="pres">
      <dgm:prSet presAssocID="{CA6200AF-7336-4AB8-A4E9-530BC5027306}" presName="hierChild5" presStyleCnt="0"/>
      <dgm:spPr/>
    </dgm:pt>
    <dgm:pt modelId="{AF38169B-BDF1-4FB4-B1A3-205F3C8764D4}" type="pres">
      <dgm:prSet presAssocID="{5AFEC8AD-8C3F-4724-85E3-77D8EA592781}" presName="hierChild3" presStyleCnt="0"/>
      <dgm:spPr/>
    </dgm:pt>
  </dgm:ptLst>
  <dgm:cxnLst>
    <dgm:cxn modelId="{5F7F4002-AAAB-487D-A922-DE3C62EC2CEB}" type="presOf" srcId="{4F9DC5B4-E119-4273-B0C6-F44F279BA1CA}" destId="{BC5242FB-9811-49A0-A754-F9DF7804FA27}" srcOrd="1" destOrd="0" presId="urn:microsoft.com/office/officeart/2009/3/layout/HorizontalOrganizationChart"/>
    <dgm:cxn modelId="{B87D8605-21F3-4A5B-9F6B-B69F9D77A2FA}" type="presOf" srcId="{455048BF-88A9-42EC-8893-BB00D9AEA4E4}" destId="{B4F70755-F4D1-485F-892E-3C7B87066BCB}" srcOrd="0" destOrd="0" presId="urn:microsoft.com/office/officeart/2009/3/layout/HorizontalOrganizationChart"/>
    <dgm:cxn modelId="{21093C0A-C656-4228-8AE6-87D8DE598B46}" type="presOf" srcId="{9A5D99C4-3A63-4397-B386-EBF9464401C2}" destId="{0A14706F-1BC6-48E6-BDBA-7B500E589BAD}" srcOrd="0" destOrd="0" presId="urn:microsoft.com/office/officeart/2009/3/layout/HorizontalOrganizationChart"/>
    <dgm:cxn modelId="{3A315C0A-B5DE-4E07-8FB5-1CD50648992C}" srcId="{9A4F48F6-BCF9-4165-AF3C-7C7BA667FA27}" destId="{24C79789-50A6-4247-997A-B75D020D2C6D}" srcOrd="6" destOrd="0" parTransId="{4F864848-EEBF-4930-A161-A4A71CAED760}" sibTransId="{710B0101-9A84-4BC6-8C5A-657A5D29E445}"/>
    <dgm:cxn modelId="{7A651C0B-A30D-41A2-8512-08735A8212CA}" type="presOf" srcId="{2053DD24-1A05-4174-B3A2-006AF3B872F4}" destId="{B074A3F9-9B82-47D6-B99B-37FA4AD461B1}" srcOrd="0" destOrd="0" presId="urn:microsoft.com/office/officeart/2009/3/layout/HorizontalOrganizationChart"/>
    <dgm:cxn modelId="{9154D30D-EAA0-42E1-8C09-EB4FE655F630}" srcId="{C499CC0F-4E7A-4FEC-97EE-0BDE6BB4004A}" destId="{38A0B2E5-D90D-4428-806C-7CCE3CC93BD2}" srcOrd="0" destOrd="0" parTransId="{37ECD93D-C6A9-4F2D-B4DF-3F071835E72F}" sibTransId="{2EA43260-1DBE-427E-AE7E-F1D9881271AE}"/>
    <dgm:cxn modelId="{751A140E-BD01-4228-9DD6-3DA5AD793CD2}" srcId="{E0F095D0-0CDD-4899-95AE-C151B28DF4D1}" destId="{C499CC0F-4E7A-4FEC-97EE-0BDE6BB4004A}" srcOrd="2" destOrd="0" parTransId="{7F41646D-7809-44F5-B24B-6E191227AD5F}" sibTransId="{EA7DEC92-39F8-4663-8710-1BE6F53B5DCC}"/>
    <dgm:cxn modelId="{71325B10-288B-46F5-8CCD-19BCBD816DA1}" type="presOf" srcId="{9510750D-81D3-4DD1-BEEF-9ABF3212385B}" destId="{5D697390-7377-44AA-914E-7F34A506AC17}" srcOrd="0" destOrd="0" presId="urn:microsoft.com/office/officeart/2009/3/layout/HorizontalOrganizationChart"/>
    <dgm:cxn modelId="{C6F24612-618B-4429-8087-6E33AE31D2B0}" type="presOf" srcId="{4ECE59B8-536D-4DBD-9298-39EEE1A4E2F2}" destId="{171F98E8-7A93-4667-99EC-A67EE133F035}" srcOrd="0" destOrd="0" presId="urn:microsoft.com/office/officeart/2009/3/layout/HorizontalOrganizationChart"/>
    <dgm:cxn modelId="{0C446813-01CF-4A50-AB25-9D57AB1B8897}" type="presOf" srcId="{76476CBF-B102-41E4-9248-4221376F70AF}" destId="{AE91CF76-6598-4254-A5BF-61941E0FBFD6}" srcOrd="0" destOrd="0" presId="urn:microsoft.com/office/officeart/2009/3/layout/HorizontalOrganizationChart"/>
    <dgm:cxn modelId="{A556BF14-73AB-4358-B285-B711A4B48A0E}" type="presOf" srcId="{9A4F48F6-BCF9-4165-AF3C-7C7BA667FA27}" destId="{BAE31ACF-752D-4EA8-8B6E-54DBD06D21AE}" srcOrd="0" destOrd="0" presId="urn:microsoft.com/office/officeart/2009/3/layout/HorizontalOrganizationChart"/>
    <dgm:cxn modelId="{68EA8417-4719-460C-8D34-9D35288C7C06}" type="presOf" srcId="{7BFC5FFE-8955-4513-8485-C479782305F9}" destId="{B509227D-8391-4FEA-8798-380D7D9E41EE}" srcOrd="0" destOrd="0" presId="urn:microsoft.com/office/officeart/2009/3/layout/HorizontalOrganizationChart"/>
    <dgm:cxn modelId="{0E2E9919-B78A-4EF9-B729-F8A4F450627E}" type="presOf" srcId="{B777D164-DD56-45DE-9496-BC18234B1690}" destId="{50A4060C-F737-4459-BC6A-B233FEC9432A}" srcOrd="0" destOrd="0" presId="urn:microsoft.com/office/officeart/2009/3/layout/HorizontalOrganizationChart"/>
    <dgm:cxn modelId="{732BF519-8AF9-46E9-A605-D8B3016E8487}" srcId="{9A4F48F6-BCF9-4165-AF3C-7C7BA667FA27}" destId="{B9CE2267-5814-421B-8674-D202299E0DA9}" srcOrd="1" destOrd="0" parTransId="{8E55D407-483C-4F95-9E0F-F2F663299F50}" sibTransId="{6BDF92C9-5D8A-4F54-A8D5-BCAC6B9A57C3}"/>
    <dgm:cxn modelId="{ADC9EB1A-EAA0-4413-99C2-6C78DCF66C47}" type="presOf" srcId="{23D84297-71D0-47C1-8874-FF344216EAC8}" destId="{8C63EC56-3637-4380-B189-D0B66ADCD3F7}" srcOrd="0" destOrd="0" presId="urn:microsoft.com/office/officeart/2009/3/layout/HorizontalOrganizationChart"/>
    <dgm:cxn modelId="{9909391B-DA23-458C-845D-DFC7A6258A45}" type="presOf" srcId="{6D92348B-BF22-4F09-BD16-E4E9FEADFB32}" destId="{368DE4E4-C42A-435E-AD32-88164C04A62F}" srcOrd="1" destOrd="0" presId="urn:microsoft.com/office/officeart/2009/3/layout/HorizontalOrganizationChart"/>
    <dgm:cxn modelId="{45EF7B1E-7AFC-4B41-ABFA-BE089431C67D}" type="presOf" srcId="{9A4F48F6-BCF9-4165-AF3C-7C7BA667FA27}" destId="{D46F3F0D-30A4-4DDE-884B-BD4A774332AE}" srcOrd="1" destOrd="0" presId="urn:microsoft.com/office/officeart/2009/3/layout/HorizontalOrganizationChart"/>
    <dgm:cxn modelId="{298EC01E-98EA-4317-8BCB-5EEC17688623}" type="presOf" srcId="{BD4CBB34-BFC3-4314-AC58-360CE3F828A3}" destId="{9921040E-A9AE-4E20-B3A7-1033725EAB32}" srcOrd="0" destOrd="0" presId="urn:microsoft.com/office/officeart/2009/3/layout/HorizontalOrganizationChart"/>
    <dgm:cxn modelId="{3DB9051F-96AB-4953-AF48-724E87CD80CD}" type="presOf" srcId="{8E55D407-483C-4F95-9E0F-F2F663299F50}" destId="{4CFCDFA8-E01C-4C6B-A731-226D0B6C2C76}" srcOrd="0" destOrd="0" presId="urn:microsoft.com/office/officeart/2009/3/layout/HorizontalOrganizationChart"/>
    <dgm:cxn modelId="{28759523-A437-43C1-A9BB-7FAC025B6677}" type="presOf" srcId="{7D9BDDE8-7610-4C76-ACCC-5EF685046CB6}" destId="{8DDA93F8-5C72-4B48-9D1D-CEE49333C83C}" srcOrd="0" destOrd="0" presId="urn:microsoft.com/office/officeart/2009/3/layout/HorizontalOrganizationChart"/>
    <dgm:cxn modelId="{971C8624-073D-432B-91AD-9AC714A8F52F}" type="presOf" srcId="{928CD5CC-816D-4B40-9D14-7256E32D7DFD}" destId="{171E7136-836A-486B-B91D-37B90AC43AE7}" srcOrd="0" destOrd="0" presId="urn:microsoft.com/office/officeart/2009/3/layout/HorizontalOrganizationChart"/>
    <dgm:cxn modelId="{C20B4925-E18E-4EB5-8898-51B0093D7DDD}" type="presOf" srcId="{B0A38B96-90FF-402E-A24A-BEF06D54B9B6}" destId="{D5EFD006-A32B-489A-B809-E3D7E0386B88}" srcOrd="0" destOrd="0" presId="urn:microsoft.com/office/officeart/2009/3/layout/HorizontalOrganizationChart"/>
    <dgm:cxn modelId="{B7CC2626-7B8F-4FB2-89CC-DE44A98C8849}" type="presOf" srcId="{B9CE2267-5814-421B-8674-D202299E0DA9}" destId="{33C6A336-A8D1-4674-9B6A-18C545834C69}" srcOrd="1" destOrd="0" presId="urn:microsoft.com/office/officeart/2009/3/layout/HorizontalOrganizationChart"/>
    <dgm:cxn modelId="{06E83A27-AD94-4C9E-B91C-81BA65C337F2}" type="presOf" srcId="{73528B28-3862-4C56-BB94-20BFCA4D977C}" destId="{74B77C7E-36E3-406E-BAC0-4831F4BABB3C}" srcOrd="1" destOrd="0" presId="urn:microsoft.com/office/officeart/2009/3/layout/HorizontalOrganizationChart"/>
    <dgm:cxn modelId="{CB62C827-67E5-4123-88C9-AC674D1D8A7E}" srcId="{5AFEC8AD-8C3F-4724-85E3-77D8EA592781}" destId="{3E6A9241-7ED7-4E1E-9A0C-FCCB8AFE0676}" srcOrd="0" destOrd="0" parTransId="{C3FB077C-2462-498E-B844-9538FDE898FE}" sibTransId="{CB332FBD-7E08-4152-AD88-22BA4367C068}"/>
    <dgm:cxn modelId="{E6FA3029-BCAE-4787-B32C-97F513F5C215}" type="presOf" srcId="{764BB32F-0818-4190-8CBA-5BFD6043BFBC}" destId="{5CE68631-E50F-4A7D-A78E-B9848249D5F3}" srcOrd="0" destOrd="0" presId="urn:microsoft.com/office/officeart/2009/3/layout/HorizontalOrganizationChart"/>
    <dgm:cxn modelId="{454CD22B-764C-406C-B10A-DDB93BD901C5}" type="presOf" srcId="{E0F095D0-0CDD-4899-95AE-C151B28DF4D1}" destId="{5ED98B15-1271-4C1B-BD70-D93D404A68CE}" srcOrd="0" destOrd="0" presId="urn:microsoft.com/office/officeart/2009/3/layout/HorizontalOrganizationChart"/>
    <dgm:cxn modelId="{7B59A634-F433-4A07-AFCE-9B65DE03FE70}" type="presOf" srcId="{83D18EB3-F613-46C2-86CF-CF849473A283}" destId="{183240E7-EEA6-46D8-AE60-487B0566B9A2}" srcOrd="0" destOrd="0" presId="urn:microsoft.com/office/officeart/2009/3/layout/HorizontalOrganizationChart"/>
    <dgm:cxn modelId="{6620BD34-0599-4A37-843B-95E73982D995}" srcId="{9DFAA83C-0ED7-4C5D-908E-2A02657C3D57}" destId="{E0F095D0-0CDD-4899-95AE-C151B28DF4D1}" srcOrd="0" destOrd="0" parTransId="{A901081C-4D82-49A2-9AF0-FDB6D79D7219}" sibTransId="{A65C86A5-0AE7-4EEE-9D4F-A9803E1BE21B}"/>
    <dgm:cxn modelId="{F70E783C-4981-4DD6-9698-7F39109CADA9}" type="presOf" srcId="{CD4954CC-F1E7-474A-9C14-897F60DC4DA4}" destId="{18E21695-07C6-4F19-99E8-D16CE3157C9B}" srcOrd="1" destOrd="0" presId="urn:microsoft.com/office/officeart/2009/3/layout/HorizontalOrganizationChart"/>
    <dgm:cxn modelId="{A50AE63F-71DF-4A50-9477-BB78123FEF7A}" srcId="{4ECE59B8-536D-4DBD-9298-39EEE1A4E2F2}" destId="{9AC9B081-25C5-4E83-B9FC-4EE1220C42CC}" srcOrd="0" destOrd="0" parTransId="{454A2903-42E9-4AD4-B32C-56480B741CA4}" sibTransId="{BFCB5B5C-D340-456B-9E1E-50850228EC60}"/>
    <dgm:cxn modelId="{50A0AC5D-9134-499A-BD17-8191D5159EB6}" type="presOf" srcId="{9242D754-7730-4B78-AB9C-A02DFB9723F4}" destId="{B0CC0030-18CD-4C76-8E04-002BB6D32A15}" srcOrd="0" destOrd="0" presId="urn:microsoft.com/office/officeart/2009/3/layout/HorizontalOrganizationChart"/>
    <dgm:cxn modelId="{04F8C65E-115C-4784-89A0-4491AD529736}" srcId="{D5809694-423C-4057-A791-AE12D92AEFEC}" destId="{5AFEC8AD-8C3F-4724-85E3-77D8EA592781}" srcOrd="0" destOrd="0" parTransId="{8D4DADF3-A559-473F-B457-30AAF42C09D7}" sibTransId="{20C3EAD4-7885-4840-B357-8B0AE16E3E20}"/>
    <dgm:cxn modelId="{2479AA60-8724-4253-B798-9CB835066611}" type="presOf" srcId="{6D41F822-3F5E-498D-8427-D9976FC14949}" destId="{89FD8EE9-AA60-48A6-9D40-0DBE92C02DE0}" srcOrd="1" destOrd="0" presId="urn:microsoft.com/office/officeart/2009/3/layout/HorizontalOrganizationChart"/>
    <dgm:cxn modelId="{92666C42-575A-458A-A537-6AF157077065}" srcId="{9A4F48F6-BCF9-4165-AF3C-7C7BA667FA27}" destId="{7170B3D7-7385-4271-BFDD-77BDCB4B9D7D}" srcOrd="5" destOrd="0" parTransId="{4A1ABC62-FD06-4AC0-BC51-20F24998E5FF}" sibTransId="{E0F509D1-F4E5-4341-B785-E6BE8356D007}"/>
    <dgm:cxn modelId="{EBB8BA63-CB30-47BF-9C3C-8659668948D4}" type="presOf" srcId="{880276D0-EB74-4489-85C7-23E81AC85430}" destId="{C7F7A17E-AF77-42CB-93B1-39B0770E3C79}" srcOrd="0" destOrd="0" presId="urn:microsoft.com/office/officeart/2009/3/layout/HorizontalOrganizationChart"/>
    <dgm:cxn modelId="{1F209B64-49F2-4F4B-A304-49D36FA0231D}" type="presOf" srcId="{A396E0BF-DF91-4BCD-8AC5-B6EA0224F397}" destId="{0A0759F7-AEC9-45E6-B0C9-C7C1A3150A4F}" srcOrd="1" destOrd="0" presId="urn:microsoft.com/office/officeart/2009/3/layout/HorizontalOrganizationChart"/>
    <dgm:cxn modelId="{99ED2365-AA58-4E74-BBAB-049EB6EBAE8F}" type="presOf" srcId="{03FC0ABC-78B9-4767-8291-52E8792ED142}" destId="{6D1FD870-2315-4054-B29C-39DF6F98439B}" srcOrd="0" destOrd="0" presId="urn:microsoft.com/office/officeart/2009/3/layout/HorizontalOrganizationChart"/>
    <dgm:cxn modelId="{357ACD45-2BE6-452D-A42F-BC085E501C01}" type="presOf" srcId="{6A27566D-5E2B-4C81-8C09-639ED0AF984B}" destId="{6B320540-8EFC-424C-87BB-7A322C848E8D}" srcOrd="1" destOrd="0" presId="urn:microsoft.com/office/officeart/2009/3/layout/HorizontalOrganizationChart"/>
    <dgm:cxn modelId="{2E38E245-170B-4B02-9DE1-AFCCE9F418EF}" type="presOf" srcId="{04012DFC-77A8-4A46-B858-7332CB8C84A1}" destId="{6EBCB12D-6D77-4447-9F58-D885806C37C1}" srcOrd="0" destOrd="0" presId="urn:microsoft.com/office/officeart/2009/3/layout/HorizontalOrganizationChart"/>
    <dgm:cxn modelId="{263BD466-55EF-4C3E-B87D-2979FD87D387}" type="presOf" srcId="{D7660C3C-E08D-431C-8EE1-9AA78C89B4A5}" destId="{E64611E0-F76B-4B48-BD4A-3D9E4DE85202}" srcOrd="1" destOrd="0" presId="urn:microsoft.com/office/officeart/2009/3/layout/HorizontalOrganizationChart"/>
    <dgm:cxn modelId="{CDD4A047-F4BF-4ABD-A4FB-2F7EC7FCA8CA}" type="presOf" srcId="{97A8E0E5-1256-46F5-BDCA-CBF242F3C57E}" destId="{B70E4C0E-1521-4091-B753-26370D64F4FD}" srcOrd="1" destOrd="0" presId="urn:microsoft.com/office/officeart/2009/3/layout/HorizontalOrganizationChart"/>
    <dgm:cxn modelId="{3E22BB47-A0E4-425D-9F59-7CD72CC2B451}" type="presOf" srcId="{BCC45095-3A8B-4CB4-9AE4-6772688B37EF}" destId="{D56AF9D6-52CD-49B7-B03A-910C74477DFD}" srcOrd="0" destOrd="0" presId="urn:microsoft.com/office/officeart/2009/3/layout/HorizontalOrganizationChart"/>
    <dgm:cxn modelId="{800EE247-EC32-48D2-A361-03622924637C}" type="presOf" srcId="{4ECE59B8-536D-4DBD-9298-39EEE1A4E2F2}" destId="{B4B0D416-48DF-4327-B6CB-95B60821634B}" srcOrd="1" destOrd="0" presId="urn:microsoft.com/office/officeart/2009/3/layout/HorizontalOrganizationChart"/>
    <dgm:cxn modelId="{059FA869-55EA-4180-9A42-7A27FDC568B0}" type="presOf" srcId="{503A382B-1D5A-4546-833B-2164E945BC79}" destId="{B7E87C89-F2A3-40BE-A158-9348331D318D}" srcOrd="0" destOrd="0" presId="urn:microsoft.com/office/officeart/2009/3/layout/HorizontalOrganizationChart"/>
    <dgm:cxn modelId="{2A9B7C4B-D978-4918-A408-6A548363CF3E}" srcId="{E0F095D0-0CDD-4899-95AE-C151B28DF4D1}" destId="{B9F7BE26-7120-4362-B07A-512CE293CF66}" srcOrd="0" destOrd="0" parTransId="{9510750D-81D3-4DD1-BEEF-9ABF3212385B}" sibTransId="{4522FBCC-88DD-42A2-A603-47CAAEA95766}"/>
    <dgm:cxn modelId="{8CECBE6B-4095-4413-A9E3-6ECB6E167828}" type="presOf" srcId="{061809CC-87E0-4E97-84A6-384BF07724D8}" destId="{B2D69DCB-202B-46EC-819A-C954631D964B}" srcOrd="1" destOrd="0" presId="urn:microsoft.com/office/officeart/2009/3/layout/HorizontalOrganizationChart"/>
    <dgm:cxn modelId="{C327066D-2ABE-4B55-9F1B-FF1110DCEEBE}" type="presOf" srcId="{A396E0BF-DF91-4BCD-8AC5-B6EA0224F397}" destId="{2A231453-FF0D-443D-87E8-87257BA9B0EE}" srcOrd="0" destOrd="0" presId="urn:microsoft.com/office/officeart/2009/3/layout/HorizontalOrganizationChart"/>
    <dgm:cxn modelId="{9FA1FD4D-C0B6-46AF-8D1F-39D47A93FC1E}" type="presOf" srcId="{1BCF77AA-6B04-4D81-9D59-6F959F70F803}" destId="{B81833A2-355D-431A-B42B-FFB97F5DED7E}" srcOrd="1" destOrd="0" presId="urn:microsoft.com/office/officeart/2009/3/layout/HorizontalOrganizationChart"/>
    <dgm:cxn modelId="{2D9FCC4E-C6C6-49FB-9B66-685C5A1233FC}" type="presOf" srcId="{6C8E784B-F666-494C-B943-E6FE294FAEB1}" destId="{E4AFD26B-C7BB-41CA-A59C-D4C3576380A8}" srcOrd="0" destOrd="0" presId="urn:microsoft.com/office/officeart/2009/3/layout/HorizontalOrganizationChart"/>
    <dgm:cxn modelId="{A062E06E-BEA6-4826-9916-FE23DE38C25D}" type="presOf" srcId="{3CBB9B95-F2DE-4200-8B3A-58D04CAEA47D}" destId="{C2C48CC0-3A5A-4EE7-B580-FAF454A09CD8}" srcOrd="1" destOrd="0" presId="urn:microsoft.com/office/officeart/2009/3/layout/HorizontalOrganizationChart"/>
    <dgm:cxn modelId="{B548EB4E-A18C-482C-9829-84F08B29B3CD}" type="presOf" srcId="{4A1ABC62-FD06-4AC0-BC51-20F24998E5FF}" destId="{34B1EDD2-BFE8-4A14-8948-7EEB84EDF964}" srcOrd="0" destOrd="0" presId="urn:microsoft.com/office/officeart/2009/3/layout/HorizontalOrganizationChart"/>
    <dgm:cxn modelId="{29B3BB4F-B37B-4D27-B6ED-CFD6223B9DC0}" type="presOf" srcId="{C9E721F3-3509-40BA-945D-417CE334E5F2}" destId="{490BDFA8-D452-4BE4-9F81-245774E0D158}" srcOrd="0" destOrd="0" presId="urn:microsoft.com/office/officeart/2009/3/layout/HorizontalOrganizationChart"/>
    <dgm:cxn modelId="{21695A70-3472-408A-A064-EB4ABD5C77F1}" type="presOf" srcId="{C7EBEF87-5076-4181-B19B-8AD6A127BA45}" destId="{16D33CAD-B597-414C-9523-47A079B2FFFB}" srcOrd="0" destOrd="0" presId="urn:microsoft.com/office/officeart/2009/3/layout/HorizontalOrganizationChart"/>
    <dgm:cxn modelId="{C5AE9650-7B23-40D6-AD75-0C98CFFC981C}" srcId="{13719A43-B673-4C88-9D1E-16D752C05E25}" destId="{764BB32F-0818-4190-8CBA-5BFD6043BFBC}" srcOrd="0" destOrd="0" parTransId="{B0A38B96-90FF-402E-A24A-BEF06D54B9B6}" sibTransId="{80C549BF-85F2-4AF0-82FE-EA09792BFF8F}"/>
    <dgm:cxn modelId="{1205B670-9953-4B26-AE11-939D8C0615D3}" srcId="{CD4954CC-F1E7-474A-9C14-897F60DC4DA4}" destId="{6D92348B-BF22-4F09-BD16-E4E9FEADFB32}" srcOrd="0" destOrd="0" parTransId="{04012DFC-77A8-4A46-B858-7332CB8C84A1}" sibTransId="{AAC775F1-969C-42B7-9AD1-47CC76C9852B}"/>
    <dgm:cxn modelId="{19B91C51-5562-44A2-9B1C-8BC4C261CCB6}" srcId="{D7660C3C-E08D-431C-8EE1-9AA78C89B4A5}" destId="{061809CC-87E0-4E97-84A6-384BF07724D8}" srcOrd="0" destOrd="0" parTransId="{BCF3A011-CCE5-4332-B9BE-4DBB4EB90D3E}" sibTransId="{56F3B771-1C0C-4C21-9EAF-35C1EBB1DB78}"/>
    <dgm:cxn modelId="{FF25C671-29E0-452F-800B-C8D83AAC5DA2}" srcId="{9A4F48F6-BCF9-4165-AF3C-7C7BA667FA27}" destId="{4ECE59B8-536D-4DBD-9298-39EEE1A4E2F2}" srcOrd="0" destOrd="0" parTransId="{6C4DA155-8243-4072-B293-EC0CBA97AD7C}" sibTransId="{F4455422-8EF8-4653-ACAA-E71029CF2328}"/>
    <dgm:cxn modelId="{A2B97172-721A-4303-8F66-6F662D34CC3E}" srcId="{061809CC-87E0-4E97-84A6-384BF07724D8}" destId="{F7D84224-A973-485F-ADAD-95BF5231A40B}" srcOrd="0" destOrd="0" parTransId="{2637AE1D-117E-454F-9D3F-416D113148BB}" sibTransId="{48D7C72E-85E8-400B-A2C7-9DB69FDA5390}"/>
    <dgm:cxn modelId="{4D6B2273-EC6F-44A1-8C0B-9E3F6EDFFD88}" srcId="{24C79789-50A6-4247-997A-B75D020D2C6D}" destId="{218DF31D-CF8B-459F-887A-8E793F7A6593}" srcOrd="0" destOrd="0" parTransId="{928CD5CC-816D-4B40-9D14-7256E32D7DFD}" sibTransId="{63F6D207-5CB3-4B31-B829-F97C6E8DF686}"/>
    <dgm:cxn modelId="{8175DA54-2A32-4264-8F2E-AE304F0511C1}" srcId="{6A27566D-5E2B-4C81-8C09-639ED0AF984B}" destId="{A396E0BF-DF91-4BCD-8AC5-B6EA0224F397}" srcOrd="0" destOrd="0" parTransId="{76476CBF-B102-41E4-9248-4221376F70AF}" sibTransId="{E0E25494-38AF-49C6-9C83-A7EBB5DADB17}"/>
    <dgm:cxn modelId="{29A6CD55-0479-475D-930B-770CD5D9F765}" type="presOf" srcId="{5AFEC8AD-8C3F-4724-85E3-77D8EA592781}" destId="{04C1E8F7-D7F2-4A83-90D5-2A24E89AE95F}" srcOrd="1" destOrd="0" presId="urn:microsoft.com/office/officeart/2009/3/layout/HorizontalOrganizationChart"/>
    <dgm:cxn modelId="{F4ACDE77-00A4-4ED0-88AC-64D12E52333B}" type="presOf" srcId="{A5F5E471-F067-43AE-8556-402C42D66216}" destId="{7C3BC206-817E-47FC-AA4A-7E68D35E9CC7}" srcOrd="0" destOrd="0" presId="urn:microsoft.com/office/officeart/2009/3/layout/HorizontalOrganizationChart"/>
    <dgm:cxn modelId="{D5E9F657-209B-4667-A841-FBDB87658C52}" type="presOf" srcId="{C4BC2D65-C06B-4D32-962C-942429050144}" destId="{11F963ED-B3F0-41A3-B824-325961929004}" srcOrd="0" destOrd="0" presId="urn:microsoft.com/office/officeart/2009/3/layout/HorizontalOrganizationChart"/>
    <dgm:cxn modelId="{23961458-6448-4A27-851D-5D110D3C3E9B}" type="presOf" srcId="{C499CC0F-4E7A-4FEC-97EE-0BDE6BB4004A}" destId="{FD314EC3-FAF3-42D4-B72F-81E23652E3D9}" srcOrd="0" destOrd="0" presId="urn:microsoft.com/office/officeart/2009/3/layout/HorizontalOrganizationChart"/>
    <dgm:cxn modelId="{6BC14278-E359-4CA3-82DF-1B3A120AC2FF}" type="presOf" srcId="{CD4954CC-F1E7-474A-9C14-897F60DC4DA4}" destId="{1D1D8692-63AE-448E-8E39-430F6A4B46BF}" srcOrd="0" destOrd="0" presId="urn:microsoft.com/office/officeart/2009/3/layout/HorizontalOrganizationChart"/>
    <dgm:cxn modelId="{CA478C58-A7AC-4CBE-B48C-D5A4A8045F97}" type="presOf" srcId="{9DFAA83C-0ED7-4C5D-908E-2A02657C3D57}" destId="{110F79BE-B8CE-48C2-943A-1C7F5605B400}" srcOrd="0" destOrd="0" presId="urn:microsoft.com/office/officeart/2009/3/layout/HorizontalOrganizationChart"/>
    <dgm:cxn modelId="{74EA1D59-CE25-4484-898B-D0B363CF7FF8}" srcId="{9DFAA83C-0ED7-4C5D-908E-2A02657C3D57}" destId="{A63AFC23-093E-44C6-B267-3891CF123A84}" srcOrd="1" destOrd="0" parTransId="{9388F973-CD46-4AFC-9454-5895E33035BE}" sibTransId="{1F61FF8D-23AE-4147-B5BA-4EC53E60A999}"/>
    <dgm:cxn modelId="{B0544159-2B54-4B40-B794-E990ACD48374}" srcId="{B9CE2267-5814-421B-8674-D202299E0DA9}" destId="{915177A7-D4EB-4AE8-86BD-249E5278466B}" srcOrd="0" destOrd="0" parTransId="{B5BAD76A-7E9A-4668-B9E3-5A85C816283D}" sibTransId="{DF845212-58D8-452F-BDF5-6A66F33A5CFF}"/>
    <dgm:cxn modelId="{008E2A5A-FC96-4448-989D-05380C61A955}" type="presOf" srcId="{D81506E7-9321-4CD6-B783-B535E14E9673}" destId="{86FF5A9C-E5F2-4B8C-83BD-290D4D4AB6AC}" srcOrd="1" destOrd="0" presId="urn:microsoft.com/office/officeart/2009/3/layout/HorizontalOrganizationChart"/>
    <dgm:cxn modelId="{1BC8F17B-2D29-4A0A-B853-6E01900B14BF}" srcId="{503A382B-1D5A-4546-833B-2164E945BC79}" destId="{1BCF77AA-6B04-4D81-9D59-6F959F70F803}" srcOrd="0" destOrd="0" parTransId="{95FA36E0-4680-4632-B27E-091BE020210A}" sibTransId="{3B701667-5E66-46AB-BDA3-3F2779701BE7}"/>
    <dgm:cxn modelId="{099CBF7E-623A-4E34-A8A8-237B6F145EF1}" srcId="{3CBB9B95-F2DE-4200-8B3A-58D04CAEA47D}" destId="{9A4F48F6-BCF9-4165-AF3C-7C7BA667FA27}" srcOrd="0" destOrd="0" parTransId="{9A5D99C4-3A63-4397-B386-EBF9464401C2}" sibTransId="{3D288AF2-D587-4DAC-A032-2120C9951061}"/>
    <dgm:cxn modelId="{F025887F-2A22-4D69-9948-F4C6CA85D111}" type="presOf" srcId="{218DF31D-CF8B-459F-887A-8E793F7A6593}" destId="{0BA28261-1ED3-47EB-A7EA-310484F5DF09}" srcOrd="0" destOrd="0" presId="urn:microsoft.com/office/officeart/2009/3/layout/HorizontalOrganizationChart"/>
    <dgm:cxn modelId="{A9C8CA7F-ED22-4315-9204-8028581C3F5F}" type="presOf" srcId="{3E6A9241-7ED7-4E1E-9A0C-FCCB8AFE0676}" destId="{1557FC18-F726-42E8-B0B5-F6D08A985014}" srcOrd="0" destOrd="0" presId="urn:microsoft.com/office/officeart/2009/3/layout/HorizontalOrganizationChart"/>
    <dgm:cxn modelId="{2084E27F-86C7-464C-A56C-B5A8E841ED67}" type="presOf" srcId="{AE4652B3-3398-42D3-A9DE-FBC115B53A0D}" destId="{9D3EEB16-49D5-49C0-85BE-0CF3D3E7D9DC}" srcOrd="1" destOrd="0" presId="urn:microsoft.com/office/officeart/2009/3/layout/HorizontalOrganizationChart"/>
    <dgm:cxn modelId="{5B800C80-94B9-4F92-AF4B-4CEA866A56D6}" srcId="{5AFEC8AD-8C3F-4724-85E3-77D8EA592781}" destId="{CA6200AF-7336-4AB8-A4E9-530BC5027306}" srcOrd="3" destOrd="0" parTransId="{880276D0-EB74-4489-85C7-23E81AC85430}" sibTransId="{36022CDB-DAA5-4DCB-AB8C-CC60CF58AABA}"/>
    <dgm:cxn modelId="{DEA0D483-6702-41BA-9CC0-2EDED1E94763}" type="presOf" srcId="{9AC9B081-25C5-4E83-B9FC-4EE1220C42CC}" destId="{32B448BD-E161-46C8-A1F6-88A373738118}" srcOrd="1" destOrd="0" presId="urn:microsoft.com/office/officeart/2009/3/layout/HorizontalOrganizationChart"/>
    <dgm:cxn modelId="{36CE1E84-4C4D-4176-8BB7-E633CBBF4631}" type="presOf" srcId="{2A323462-12B1-44A5-95A4-30F7D5E83E80}" destId="{ADACFA42-F20B-4E19-8623-C276B1FF0253}" srcOrd="1" destOrd="0" presId="urn:microsoft.com/office/officeart/2009/3/layout/HorizontalOrganizationChart"/>
    <dgm:cxn modelId="{FE708485-FFDF-48BB-B0BC-165ED27709E5}" srcId="{AE4652B3-3398-42D3-A9DE-FBC115B53A0D}" destId="{4F9DC5B4-E119-4273-B0C6-F44F279BA1CA}" srcOrd="0" destOrd="0" parTransId="{471AAB30-6948-4AC5-A872-0315651955DF}" sibTransId="{2408ECCD-D6DE-4241-9433-C9D56DB2C8B8}"/>
    <dgm:cxn modelId="{EC3D8886-B783-4ED8-8144-CE41B12FC531}" type="presOf" srcId="{3CBB9B95-F2DE-4200-8B3A-58D04CAEA47D}" destId="{61A0D4EF-EC3A-4279-BC51-4F36D0B52EB7}" srcOrd="0" destOrd="0" presId="urn:microsoft.com/office/officeart/2009/3/layout/HorizontalOrganizationChart"/>
    <dgm:cxn modelId="{1D709486-917D-4E3E-A2B2-D152DB358277}" type="presOf" srcId="{915177A7-D4EB-4AE8-86BD-249E5278466B}" destId="{88A62553-AA35-4C7E-AEE4-0944A5577F9F}" srcOrd="0" destOrd="0" presId="urn:microsoft.com/office/officeart/2009/3/layout/HorizontalOrganizationChart"/>
    <dgm:cxn modelId="{F7A39686-1557-4B57-B314-1DA187D30F6F}" type="presOf" srcId="{B9CE2267-5814-421B-8674-D202299E0DA9}" destId="{1ECE9F9F-A668-4333-B43A-1DABED3BF4C5}" srcOrd="0" destOrd="0" presId="urn:microsoft.com/office/officeart/2009/3/layout/HorizontalOrganizationChart"/>
    <dgm:cxn modelId="{D595DF86-55CC-40E1-991D-096A4EDC08CB}" srcId="{E0F095D0-0CDD-4899-95AE-C151B28DF4D1}" destId="{06F09080-0CCF-47DD-9F14-9B09338FC156}" srcOrd="4" destOrd="0" parTransId="{C270D4B2-63B3-44BE-90B2-A3B79110A5BC}" sibTransId="{CCEFAA32-A3AE-42BA-A24E-BFA35382DBF3}"/>
    <dgm:cxn modelId="{D71C7287-F713-4C75-87F8-22ED08C8637E}" srcId="{5AFEC8AD-8C3F-4724-85E3-77D8EA592781}" destId="{3CBB9B95-F2DE-4200-8B3A-58D04CAEA47D}" srcOrd="1" destOrd="0" parTransId="{9242D754-7730-4B78-AB9C-A02DFB9723F4}" sibTransId="{66961319-D3B5-4BBF-B054-793B033D15B6}"/>
    <dgm:cxn modelId="{1FDD9787-B7EE-4F29-9B32-98FC63BF655D}" type="presOf" srcId="{C270D4B2-63B3-44BE-90B2-A3B79110A5BC}" destId="{43CC1C42-04AA-435A-979C-E62AFAAF4D5E}" srcOrd="0" destOrd="0" presId="urn:microsoft.com/office/officeart/2009/3/layout/HorizontalOrganizationChart"/>
    <dgm:cxn modelId="{99D97E88-742D-4B77-B7BA-9F2DC084B2FC}" srcId="{E0F095D0-0CDD-4899-95AE-C151B28DF4D1}" destId="{D7660C3C-E08D-431C-8EE1-9AA78C89B4A5}" srcOrd="1" destOrd="0" parTransId="{A5F5E471-F067-43AE-8556-402C42D66216}" sibTransId="{2056AD32-03D3-4873-9D29-9396256F501C}"/>
    <dgm:cxn modelId="{EE07448A-C93A-4E21-87A5-CC7C460E750D}" type="presOf" srcId="{503A382B-1D5A-4546-833B-2164E945BC79}" destId="{F4F402F9-353D-4DAF-A0B3-B8E72F14207C}" srcOrd="1" destOrd="0" presId="urn:microsoft.com/office/officeart/2009/3/layout/HorizontalOrganizationChart"/>
    <dgm:cxn modelId="{1193068B-09F2-45B6-9C0A-CE53F3352ACD}" type="presOf" srcId="{C9E721F3-3509-40BA-945D-417CE334E5F2}" destId="{D1162B1B-B769-48DB-B85B-AF3C1F73D58F}" srcOrd="1" destOrd="0" presId="urn:microsoft.com/office/officeart/2009/3/layout/HorizontalOrganizationChart"/>
    <dgm:cxn modelId="{BE22608B-B59E-4CE5-B117-E75C151BC162}" type="presOf" srcId="{38A0B2E5-D90D-4428-806C-7CCE3CC93BD2}" destId="{2CFF43AD-E638-48CC-A1A6-213BB3000388}" srcOrd="0" destOrd="0" presId="urn:microsoft.com/office/officeart/2009/3/layout/HorizontalOrganizationChart"/>
    <dgm:cxn modelId="{0683D38B-7109-4322-A243-E865981057CE}" type="presOf" srcId="{A63AFC23-093E-44C6-B267-3891CF123A84}" destId="{4E262D70-023C-4E9D-82BC-E1D1DAA6E0E0}" srcOrd="1" destOrd="0" presId="urn:microsoft.com/office/officeart/2009/3/layout/HorizontalOrganizationChart"/>
    <dgm:cxn modelId="{55772C8E-448C-4DC9-A074-76F225A7B1A5}" srcId="{35D396C7-832D-4310-9EFD-0CBA7534B49E}" destId="{BD4CBB34-BFC3-4314-AC58-360CE3F828A3}" srcOrd="0" destOrd="0" parTransId="{455048BF-88A9-42EC-8893-BB00D9AEA4E4}" sibTransId="{1F5900FF-7037-4382-8E40-1F8FA4C91733}"/>
    <dgm:cxn modelId="{4A52468F-FADF-4AD1-8BF8-227ED1BE1440}" srcId="{5AFEC8AD-8C3F-4724-85E3-77D8EA592781}" destId="{9DFAA83C-0ED7-4C5D-908E-2A02657C3D57}" srcOrd="2" destOrd="0" parTransId="{B6EFE756-66AC-4682-AE3E-4E5A980226A5}" sibTransId="{0FBCAEE9-6184-4B39-99B3-8073FB519715}"/>
    <dgm:cxn modelId="{1144B990-88A9-42EB-846B-E8012E67860F}" type="presOf" srcId="{2637AE1D-117E-454F-9D3F-416D113148BB}" destId="{00A95A3F-3AAD-468F-908F-845C4ED90DA2}" srcOrd="0" destOrd="0" presId="urn:microsoft.com/office/officeart/2009/3/layout/HorizontalOrganizationChart"/>
    <dgm:cxn modelId="{3E473E91-71BA-420D-88C3-60AB2A50E126}" type="presOf" srcId="{4EAB6B4E-4AE3-4DD0-93A3-0784ECF3F600}" destId="{172AD772-32C1-453D-A10B-AD2F2B8A156F}" srcOrd="0" destOrd="0" presId="urn:microsoft.com/office/officeart/2009/3/layout/HorizontalOrganizationChart"/>
    <dgm:cxn modelId="{FE0B7E91-4D6B-470E-831C-16FEC3C727AD}" type="presOf" srcId="{13719A43-B673-4C88-9D1E-16D752C05E25}" destId="{3E0FA384-F7A7-4EF5-BB6C-325C5B877E93}" srcOrd="0" destOrd="0" presId="urn:microsoft.com/office/officeart/2009/3/layout/HorizontalOrganizationChart"/>
    <dgm:cxn modelId="{FD43B093-1BA2-44A5-8B10-4E712C96DD10}" type="presOf" srcId="{6C4DA155-8243-4072-B293-EC0CBA97AD7C}" destId="{E7F095C9-0EEA-49B6-905E-AC74937B597A}" srcOrd="0" destOrd="0" presId="urn:microsoft.com/office/officeart/2009/3/layout/HorizontalOrganizationChart"/>
    <dgm:cxn modelId="{211F0B96-D3FD-4748-8EB5-C9E671C9500D}" type="presOf" srcId="{35D396C7-832D-4310-9EFD-0CBA7534B49E}" destId="{15470CCD-2DC4-4446-952E-0EA1F9168293}" srcOrd="0" destOrd="0" presId="urn:microsoft.com/office/officeart/2009/3/layout/HorizontalOrganizationChart"/>
    <dgm:cxn modelId="{15864D97-D1F2-47BF-9472-004D9D10A728}" type="presOf" srcId="{35D396C7-832D-4310-9EFD-0CBA7534B49E}" destId="{C1FA8641-48D3-43B7-8727-7E323B1B501C}" srcOrd="1" destOrd="0" presId="urn:microsoft.com/office/officeart/2009/3/layout/HorizontalOrganizationChart"/>
    <dgm:cxn modelId="{3B5AF897-87F6-4AA8-A2AB-6811C6141BF7}" type="presOf" srcId="{A901081C-4D82-49A2-9AF0-FDB6D79D7219}" destId="{554A0E78-C210-4338-8B5C-48DD3D201C5A}" srcOrd="0" destOrd="0" presId="urn:microsoft.com/office/officeart/2009/3/layout/HorizontalOrganizationChart"/>
    <dgm:cxn modelId="{3C99589B-58BB-4C92-B2D0-A5E935D1A605}" type="presOf" srcId="{4F864848-EEBF-4930-A161-A4A71CAED760}" destId="{26800CCF-2CF7-4C2B-BE5D-668243245262}" srcOrd="0" destOrd="0" presId="urn:microsoft.com/office/officeart/2009/3/layout/HorizontalOrganizationChart"/>
    <dgm:cxn modelId="{3FD8B39C-0640-4384-B97E-203A0CF8F63B}" srcId="{9A4F48F6-BCF9-4165-AF3C-7C7BA667FA27}" destId="{6A27566D-5E2B-4C81-8C09-639ED0AF984B}" srcOrd="4" destOrd="0" parTransId="{C7EBEF87-5076-4181-B19B-8AD6A127BA45}" sibTransId="{FC4E0FFA-63F1-4B37-95CB-4240840490FF}"/>
    <dgm:cxn modelId="{6CA5CA9D-FB00-4A4D-8AD3-D957C425516B}" type="presOf" srcId="{915177A7-D4EB-4AE8-86BD-249E5278466B}" destId="{B1A98113-5456-4FA2-978F-D9BF6518B3D2}" srcOrd="1" destOrd="0" presId="urn:microsoft.com/office/officeart/2009/3/layout/HorizontalOrganizationChart"/>
    <dgm:cxn modelId="{517039A2-AF71-40DF-BA14-7ECAA2110576}" srcId="{35D396C7-832D-4310-9EFD-0CBA7534B49E}" destId="{D81506E7-9321-4CD6-B783-B535E14E9673}" srcOrd="1" destOrd="0" parTransId="{7D9BDDE8-7610-4C76-ACCC-5EF685046CB6}" sibTransId="{33EBB137-5154-41C5-9AB1-B8A70F9210AB}"/>
    <dgm:cxn modelId="{9ABB5DA2-9E09-4498-9CBA-E87CEA76D57F}" type="presOf" srcId="{7BFC5FFE-8955-4513-8485-C479782305F9}" destId="{13AAB80B-89C4-451F-A39D-CC96E0BE201C}" srcOrd="1" destOrd="0" presId="urn:microsoft.com/office/officeart/2009/3/layout/HorizontalOrganizationChart"/>
    <dgm:cxn modelId="{983A92A3-EF29-4954-A755-8D540079A70E}" srcId="{3E6A9241-7ED7-4E1E-9A0C-FCCB8AFE0676}" destId="{2A323462-12B1-44A5-95A4-30F7D5E83E80}" srcOrd="1" destOrd="0" parTransId="{4EAB6B4E-4AE3-4DD0-93A3-0784ECF3F600}" sibTransId="{A6DF5D9B-B3EB-49CE-B0F2-E2BA7CAB9FCB}"/>
    <dgm:cxn modelId="{E25DCEA5-B6FA-4435-AD7D-BF37FDC43A71}" type="presOf" srcId="{37ECD93D-C6A9-4F2D-B4DF-3F071835E72F}" destId="{9296E3D5-989F-4B79-93AD-BF39EEE4C999}" srcOrd="0" destOrd="0" presId="urn:microsoft.com/office/officeart/2009/3/layout/HorizontalOrganizationChart"/>
    <dgm:cxn modelId="{F602DDA6-26D3-4AEE-A764-D513467CE7D9}" type="presOf" srcId="{A3638297-C98E-49B2-935E-46CEF1892D42}" destId="{325B629F-ABB1-4EC6-9F54-565334BD27E2}" srcOrd="0" destOrd="0" presId="urn:microsoft.com/office/officeart/2009/3/layout/HorizontalOrganizationChart"/>
    <dgm:cxn modelId="{8FD882A9-51FB-44B1-9AE0-D20723B5D415}" type="presOf" srcId="{AE4652B3-3398-42D3-A9DE-FBC115B53A0D}" destId="{8C383FB3-4D14-4CBA-A0C6-CFF4847BA3EC}" srcOrd="0" destOrd="0" presId="urn:microsoft.com/office/officeart/2009/3/layout/HorizontalOrganizationChart"/>
    <dgm:cxn modelId="{4AED2DAA-86D7-4FCF-9DDC-4CD826CBB2D4}" type="presOf" srcId="{B9F7BE26-7120-4362-B07A-512CE293CF66}" destId="{6F9A1A66-336B-4BA9-A352-FD8CB9DA2042}" srcOrd="1" destOrd="0" presId="urn:microsoft.com/office/officeart/2009/3/layout/HorizontalOrganizationChart"/>
    <dgm:cxn modelId="{275F19AB-FB94-4522-82C4-768168C950F8}" type="presOf" srcId="{9388F973-CD46-4AFC-9454-5895E33035BE}" destId="{5E890DBA-4975-4C75-941F-F0AF649459D5}" srcOrd="0" destOrd="0" presId="urn:microsoft.com/office/officeart/2009/3/layout/HorizontalOrganizationChart"/>
    <dgm:cxn modelId="{5AA581AB-FA3C-46E1-8FE9-D2ACB9CD0344}" type="presOf" srcId="{D81506E7-9321-4CD6-B783-B535E14E9673}" destId="{4C50E7F0-CBE9-462F-A0E5-5FFE1AE84F4E}" srcOrd="0" destOrd="0" presId="urn:microsoft.com/office/officeart/2009/3/layout/HorizontalOrganizationChart"/>
    <dgm:cxn modelId="{64831DAD-7865-465F-AF4B-735466EEA3DD}" type="presOf" srcId="{5AFEC8AD-8C3F-4724-85E3-77D8EA592781}" destId="{03A1BB14-9637-40F9-B5B5-81520F48315F}" srcOrd="0" destOrd="0" presId="urn:microsoft.com/office/officeart/2009/3/layout/HorizontalOrganizationChart"/>
    <dgm:cxn modelId="{9882D6AF-E4FF-4057-AC54-C5C1EFDADCD9}" type="presOf" srcId="{855297F2-A162-4EED-8FE7-B40916947E1F}" destId="{2846335E-09B8-4070-8AE1-F4A8659BD36F}" srcOrd="1" destOrd="0" presId="urn:microsoft.com/office/officeart/2009/3/layout/HorizontalOrganizationChart"/>
    <dgm:cxn modelId="{3CBEDCAF-A3E4-4CE4-8384-220FCA09B055}" type="presOf" srcId="{D5809694-423C-4057-A791-AE12D92AEFEC}" destId="{58CB3A1D-119E-4A17-8333-D813B10F6904}" srcOrd="0" destOrd="0" presId="urn:microsoft.com/office/officeart/2009/3/layout/HorizontalOrganizationChart"/>
    <dgm:cxn modelId="{68668FB0-6D62-4FB7-B120-C1CE7C93395D}" type="presOf" srcId="{9DFAA83C-0ED7-4C5D-908E-2A02657C3D57}" destId="{B8476156-8F22-41DE-9C5C-CDA42789A7C4}" srcOrd="1" destOrd="0" presId="urn:microsoft.com/office/officeart/2009/3/layout/HorizontalOrganizationChart"/>
    <dgm:cxn modelId="{DE927CB2-6046-4EF1-BCBA-9E93A812AD53}" type="presOf" srcId="{45EF24BF-2957-4968-9E77-C679A38F2BE0}" destId="{CA185CE9-65D3-4677-966D-33B7645E2257}" srcOrd="0" destOrd="0" presId="urn:microsoft.com/office/officeart/2009/3/layout/HorizontalOrganizationChart"/>
    <dgm:cxn modelId="{E191AEB2-9ECC-4400-A418-71A1D0DD24A4}" srcId="{218DF31D-CF8B-459F-887A-8E793F7A6593}" destId="{7BFC5FFE-8955-4513-8485-C479782305F9}" srcOrd="0" destOrd="0" parTransId="{BCC45095-3A8B-4CB4-9AE4-6772688B37EF}" sibTransId="{469377AA-6EAB-4AB7-93B9-E73437C88BD3}"/>
    <dgm:cxn modelId="{C51E00B3-6BC8-41FA-B11B-9EA9D8FB3307}" type="presOf" srcId="{97A8E0E5-1256-46F5-BDCA-CBF242F3C57E}" destId="{BEB5F23A-260D-4EA4-9C52-D29289AE19DF}" srcOrd="0" destOrd="0" presId="urn:microsoft.com/office/officeart/2009/3/layout/HorizontalOrganizationChart"/>
    <dgm:cxn modelId="{862130B3-B160-49E6-BE4D-6FED61A2C0C1}" type="presOf" srcId="{5CD82464-BD85-410D-9486-CDF630216295}" destId="{AF9CAAFC-37A2-4187-8C63-BDC2E7B8A2E9}" srcOrd="0" destOrd="0" presId="urn:microsoft.com/office/officeart/2009/3/layout/HorizontalOrganizationChart"/>
    <dgm:cxn modelId="{28CCA9B5-D7B0-4667-BFEF-DD03B81CFB3F}" type="presOf" srcId="{38A0B2E5-D90D-4428-806C-7CCE3CC93BD2}" destId="{47B80075-7A99-4CC4-8E04-7AE4D94B5491}" srcOrd="1" destOrd="0" presId="urn:microsoft.com/office/officeart/2009/3/layout/HorizontalOrganizationChart"/>
    <dgm:cxn modelId="{E314F4B5-40B5-447A-B126-45A7D8D28ED6}" srcId="{7170B3D7-7385-4271-BFDD-77BDCB4B9D7D}" destId="{6D41F822-3F5E-498D-8427-D9976FC14949}" srcOrd="0" destOrd="0" parTransId="{B777D164-DD56-45DE-9496-BC18234B1690}" sibTransId="{C03D6BDD-B589-42C4-86BE-8B4E25D47F0C}"/>
    <dgm:cxn modelId="{C7A992B7-A2A5-4554-BEF6-995687E7C961}" type="presOf" srcId="{CA6200AF-7336-4AB8-A4E9-530BC5027306}" destId="{2CB5E2D1-00D5-4B61-9756-D570A792B6B1}" srcOrd="1" destOrd="0" presId="urn:microsoft.com/office/officeart/2009/3/layout/HorizontalOrganizationChart"/>
    <dgm:cxn modelId="{F3262CBC-3CE5-4362-8CFB-058FEE1D2988}" type="presOf" srcId="{F7D84224-A973-485F-ADAD-95BF5231A40B}" destId="{B652EFB0-A88E-48A1-836A-A245919707FD}" srcOrd="0" destOrd="0" presId="urn:microsoft.com/office/officeart/2009/3/layout/HorizontalOrganizationChart"/>
    <dgm:cxn modelId="{9D1BD3BC-40FD-45CC-B7FD-65BA7FF6DA53}" type="presOf" srcId="{BD4CBB34-BFC3-4314-AC58-360CE3F828A3}" destId="{3374B034-7516-421E-BD23-9C0F9E320F00}" srcOrd="1" destOrd="0" presId="urn:microsoft.com/office/officeart/2009/3/layout/HorizontalOrganizationChart"/>
    <dgm:cxn modelId="{A6CC44BF-B8E0-4DB8-8502-7006D6B12140}" type="presOf" srcId="{4F9DC5B4-E119-4273-B0C6-F44F279BA1CA}" destId="{8A071F50-0936-48EF-AE15-796B92F4F4A2}" srcOrd="0" destOrd="0" presId="urn:microsoft.com/office/officeart/2009/3/layout/HorizontalOrganizationChart"/>
    <dgm:cxn modelId="{83FBF2BF-D738-4FD7-A175-4850320580AB}" type="presOf" srcId="{2A323462-12B1-44A5-95A4-30F7D5E83E80}" destId="{582577D3-050E-4B41-BF32-01AA487AE0ED}" srcOrd="0" destOrd="0" presId="urn:microsoft.com/office/officeart/2009/3/layout/HorizontalOrganizationChart"/>
    <dgm:cxn modelId="{04AEC7C0-657E-41D6-B0FC-B1A337ED6A76}" type="presOf" srcId="{B6EFE756-66AC-4682-AE3E-4E5A980226A5}" destId="{3E53AB13-732C-4F83-9B8F-D6D7DB3860B6}" srcOrd="0" destOrd="0" presId="urn:microsoft.com/office/officeart/2009/3/layout/HorizontalOrganizationChart"/>
    <dgm:cxn modelId="{D897B6C1-26D4-4EBF-9545-D4DF4EB294AC}" srcId="{D7660C3C-E08D-431C-8EE1-9AA78C89B4A5}" destId="{CD4954CC-F1E7-474A-9C14-897F60DC4DA4}" srcOrd="1" destOrd="0" parTransId="{45EF24BF-2957-4968-9E77-C679A38F2BE0}" sibTransId="{B9DFB9A1-FCC7-46AA-8558-BC4D60E4B362}"/>
    <dgm:cxn modelId="{760621C2-E86C-4607-A302-CD20979C09E9}" srcId="{C9E721F3-3509-40BA-945D-417CE334E5F2}" destId="{97A8E0E5-1256-46F5-BDCA-CBF242F3C57E}" srcOrd="0" destOrd="0" parTransId="{5CD82464-BD85-410D-9486-CDF630216295}" sibTransId="{F2FF7060-498E-4C33-B37F-3A4AE0EED5E3}"/>
    <dgm:cxn modelId="{67D49FC7-06BA-46E8-81C2-ED49ED470F83}" type="presOf" srcId="{13719A43-B673-4C88-9D1E-16D752C05E25}" destId="{039EE693-846A-452B-938C-A79863754B50}" srcOrd="1" destOrd="0" presId="urn:microsoft.com/office/officeart/2009/3/layout/HorizontalOrganizationChart"/>
    <dgm:cxn modelId="{423BC6C7-D534-4600-BF71-230FA9E14697}" type="presOf" srcId="{061809CC-87E0-4E97-84A6-384BF07724D8}" destId="{07CF39E6-9B2B-4A5F-B780-120DD8E62C9B}" srcOrd="0" destOrd="0" presId="urn:microsoft.com/office/officeart/2009/3/layout/HorizontalOrganizationChart"/>
    <dgm:cxn modelId="{DBF9F3C7-8713-48F8-939E-02FE8C807189}" srcId="{3E6A9241-7ED7-4E1E-9A0C-FCCB8AFE0676}" destId="{AE4652B3-3398-42D3-A9DE-FBC115B53A0D}" srcOrd="0" destOrd="0" parTransId="{03FC0ABC-78B9-4767-8291-52E8792ED142}" sibTransId="{8BC6BC54-3043-424C-91DC-F945F6203B98}"/>
    <dgm:cxn modelId="{E85E9BCC-1423-463F-A022-B73473935300}" type="presOf" srcId="{06F09080-0CCF-47DD-9F14-9B09338FC156}" destId="{77267FA6-0CDF-4F47-97BA-153747EF1791}" srcOrd="0" destOrd="0" presId="urn:microsoft.com/office/officeart/2009/3/layout/HorizontalOrganizationChart"/>
    <dgm:cxn modelId="{923AA2CF-E25B-4F56-942F-D7DB4CF22EF0}" type="presOf" srcId="{06F09080-0CCF-47DD-9F14-9B09338FC156}" destId="{213124F1-A749-4DBC-85FE-5AC202AF5919}" srcOrd="1" destOrd="0" presId="urn:microsoft.com/office/officeart/2009/3/layout/HorizontalOrganizationChart"/>
    <dgm:cxn modelId="{D66976D0-F36B-4CF1-BF84-4CE482A0D354}" type="presOf" srcId="{24C79789-50A6-4247-997A-B75D020D2C6D}" destId="{49F9D926-559F-4648-BFF5-79BEBC70A452}" srcOrd="1" destOrd="0" presId="urn:microsoft.com/office/officeart/2009/3/layout/HorizontalOrganizationChart"/>
    <dgm:cxn modelId="{90681ED2-3EAC-49B8-95ED-7DF7EFAC3BD8}" type="presOf" srcId="{7F41646D-7809-44F5-B24B-6E191227AD5F}" destId="{418A319B-5CB8-4C1A-929A-A579AE777841}" srcOrd="0" destOrd="0" presId="urn:microsoft.com/office/officeart/2009/3/layout/HorizontalOrganizationChart"/>
    <dgm:cxn modelId="{196D6ED2-D91E-482C-B59B-AD2FEC248E9A}" srcId="{3CBB9B95-F2DE-4200-8B3A-58D04CAEA47D}" destId="{23D84297-71D0-47C1-8874-FF344216EAC8}" srcOrd="1" destOrd="0" parTransId="{C4BC2D65-C06B-4D32-962C-942429050144}" sibTransId="{5E828AE2-BCBB-4D2E-B901-535C4EEBD24B}"/>
    <dgm:cxn modelId="{64D972D2-F918-428C-A5DD-3764FB480B80}" type="presOf" srcId="{D7660C3C-E08D-431C-8EE1-9AA78C89B4A5}" destId="{E3458C5F-4332-4439-96AF-FD966B7B137A}" srcOrd="0" destOrd="0" presId="urn:microsoft.com/office/officeart/2009/3/layout/HorizontalOrganizationChart"/>
    <dgm:cxn modelId="{858DB3D2-169E-40AE-BCA1-C6201612F4CA}" type="presOf" srcId="{24C79789-50A6-4247-997A-B75D020D2C6D}" destId="{9E916334-F27B-4E86-B949-E7079E77F959}" srcOrd="0" destOrd="0" presId="urn:microsoft.com/office/officeart/2009/3/layout/HorizontalOrganizationChart"/>
    <dgm:cxn modelId="{6242E6D4-1648-4C83-B536-E0319125103E}" type="presOf" srcId="{764BB32F-0818-4190-8CBA-5BFD6043BFBC}" destId="{313097A2-C9D5-4518-B29A-5B216269D568}" srcOrd="1" destOrd="0" presId="urn:microsoft.com/office/officeart/2009/3/layout/HorizontalOrganizationChart"/>
    <dgm:cxn modelId="{4A685CD6-FBC9-4127-A0F5-37D3BCE66070}" type="presOf" srcId="{3E6A9241-7ED7-4E1E-9A0C-FCCB8AFE0676}" destId="{8E0DAD77-8259-47D3-8A7C-09406F1139F1}" srcOrd="1" destOrd="0" presId="urn:microsoft.com/office/officeart/2009/3/layout/HorizontalOrganizationChart"/>
    <dgm:cxn modelId="{8E3770D7-0B35-45E9-B125-163D6B7F46EE}" type="presOf" srcId="{B5BAD76A-7E9A-4668-B9E3-5A85C816283D}" destId="{595CFFA0-B569-4A56-8175-567F57E3E286}" srcOrd="0" destOrd="0" presId="urn:microsoft.com/office/officeart/2009/3/layout/HorizontalOrganizationChart"/>
    <dgm:cxn modelId="{F8341BD8-94E9-40AC-88B1-ACB42E4DEF42}" type="presOf" srcId="{A874BA0B-B7EF-479E-B1B8-17FB9E8D2868}" destId="{B8837C6A-8105-408D-9A2C-4FAA52810339}" srcOrd="0" destOrd="0" presId="urn:microsoft.com/office/officeart/2009/3/layout/HorizontalOrganizationChart"/>
    <dgm:cxn modelId="{15DB7FD8-11C6-49D8-A70C-8DD53B254F44}" type="presOf" srcId="{A63AFC23-093E-44C6-B267-3891CF123A84}" destId="{3BF77DC6-A893-4A65-9C1E-D38F5E103AA5}" srcOrd="0" destOrd="0" presId="urn:microsoft.com/office/officeart/2009/3/layout/HorizontalOrganizationChart"/>
    <dgm:cxn modelId="{F13991D9-D545-4270-8C27-75BEF434E4D6}" type="presOf" srcId="{95FA36E0-4680-4632-B27E-091BE020210A}" destId="{C1341CAE-26B4-413C-B659-B4133610AE2C}" srcOrd="0" destOrd="0" presId="urn:microsoft.com/office/officeart/2009/3/layout/HorizontalOrganizationChart"/>
    <dgm:cxn modelId="{3A62B7D9-3C40-4560-A73C-D23AD318741D}" srcId="{CA6200AF-7336-4AB8-A4E9-530BC5027306}" destId="{6C8E784B-F666-494C-B943-E6FE294FAEB1}" srcOrd="1" destOrd="0" parTransId="{7607DCFD-2AEA-4454-AD75-99E4327A6DA2}" sibTransId="{2125BE52-3AA7-429B-8CE3-D4E62C9DFFAC}"/>
    <dgm:cxn modelId="{7C2866DA-4492-4CCF-A299-C5835C143C87}" type="presOf" srcId="{218DF31D-CF8B-459F-887A-8E793F7A6593}" destId="{1F3D57A6-91D2-48AA-B105-E07306DABA2F}" srcOrd="1" destOrd="0" presId="urn:microsoft.com/office/officeart/2009/3/layout/HorizontalOrganizationChart"/>
    <dgm:cxn modelId="{C2967EDA-9653-4F23-B3D4-61987FDA9C84}" type="presOf" srcId="{1BCF77AA-6B04-4D81-9D59-6F959F70F803}" destId="{FD27C63C-53AB-4EF5-B065-A5CCC6683CBC}" srcOrd="0" destOrd="0" presId="urn:microsoft.com/office/officeart/2009/3/layout/HorizontalOrganizationChart"/>
    <dgm:cxn modelId="{49F000DB-4F28-4651-9617-7D64486B96ED}" type="presOf" srcId="{7607DCFD-2AEA-4454-AD75-99E4327A6DA2}" destId="{E72137B5-59A0-4482-82E0-2CA84074B9ED}" srcOrd="0" destOrd="0" presId="urn:microsoft.com/office/officeart/2009/3/layout/HorizontalOrganizationChart"/>
    <dgm:cxn modelId="{1A151DDC-C358-45AA-8292-1D842FFCB969}" type="presOf" srcId="{6D41F822-3F5E-498D-8427-D9976FC14949}" destId="{90D35EA2-A25D-449A-8C0B-91C81C67A50C}" srcOrd="0" destOrd="0" presId="urn:microsoft.com/office/officeart/2009/3/layout/HorizontalOrganizationChart"/>
    <dgm:cxn modelId="{C779CFDC-74B7-4D05-AE18-02800D090B81}" type="presOf" srcId="{23D84297-71D0-47C1-8874-FF344216EAC8}" destId="{AC252788-612D-4E9E-AE60-64A72A6D6716}" srcOrd="1" destOrd="0" presId="urn:microsoft.com/office/officeart/2009/3/layout/HorizontalOrganizationChart"/>
    <dgm:cxn modelId="{C836C7E1-AC04-46B2-ADA8-E6B5747CBABE}" type="presOf" srcId="{454A2903-42E9-4AD4-B32C-56480B741CA4}" destId="{2086A9C7-9135-4192-911C-9FD307A3662E}" srcOrd="0" destOrd="0" presId="urn:microsoft.com/office/officeart/2009/3/layout/HorizontalOrganizationChart"/>
    <dgm:cxn modelId="{2C51EDE1-6CE8-4630-BABC-D0F8A19FB7D7}" srcId="{C9E721F3-3509-40BA-945D-417CE334E5F2}" destId="{35D396C7-832D-4310-9EFD-0CBA7534B49E}" srcOrd="1" destOrd="0" parTransId="{2053DD24-1A05-4174-B3A2-006AF3B872F4}" sibTransId="{0D904290-0D38-4707-88C1-2BE985B0DCCE}"/>
    <dgm:cxn modelId="{36E676E2-5DC9-489E-8E77-AE0CE63D0E98}" type="presOf" srcId="{7170B3D7-7385-4271-BFDD-77BDCB4B9D7D}" destId="{75AB063C-95C2-4D08-BD75-E990F011A243}" srcOrd="1" destOrd="0" presId="urn:microsoft.com/office/officeart/2009/3/layout/HorizontalOrganizationChart"/>
    <dgm:cxn modelId="{A53FD4E2-8707-469A-ADCB-40DE617D1E66}" type="presOf" srcId="{ACF9E546-FC16-43CF-809C-930B68C88DB1}" destId="{1BDA3CD5-F552-4A8E-AA99-3DA9469CB538}" srcOrd="0" destOrd="0" presId="urn:microsoft.com/office/officeart/2009/3/layout/HorizontalOrganizationChart"/>
    <dgm:cxn modelId="{686A47E5-A54C-46A2-89A8-1C206315CC30}" type="presOf" srcId="{6A27566D-5E2B-4C81-8C09-639ED0AF984B}" destId="{7E303F30-9711-4703-9E93-53900C059588}" srcOrd="0" destOrd="0" presId="urn:microsoft.com/office/officeart/2009/3/layout/HorizontalOrganizationChart"/>
    <dgm:cxn modelId="{4312D3E6-C624-4B8E-AE85-99B1376016E0}" type="presOf" srcId="{7170B3D7-7385-4271-BFDD-77BDCB4B9D7D}" destId="{3D02A4C7-D3F8-46A9-BF13-B91E1207C679}" srcOrd="0" destOrd="0" presId="urn:microsoft.com/office/officeart/2009/3/layout/HorizontalOrganizationChart"/>
    <dgm:cxn modelId="{2E67DEE8-C969-404E-9443-B1550685DECE}" type="presOf" srcId="{BCF3A011-CCE5-4332-B9BE-4DBB4EB90D3E}" destId="{93F93993-47F1-428E-9F9E-450A331F894E}" srcOrd="0" destOrd="0" presId="urn:microsoft.com/office/officeart/2009/3/layout/HorizontalOrganizationChart"/>
    <dgm:cxn modelId="{11DCFEE9-7CF2-4534-AE53-E99754A5C6C4}" type="presOf" srcId="{471AAB30-6948-4AC5-A872-0315651955DF}" destId="{5613D8DC-8394-4EB2-BEC0-4978BB2F3DA3}" srcOrd="0" destOrd="0" presId="urn:microsoft.com/office/officeart/2009/3/layout/HorizontalOrganizationChart"/>
    <dgm:cxn modelId="{30C0C9EA-6F50-4C0A-8241-2267EAE25A62}" type="presOf" srcId="{E0F095D0-0CDD-4899-95AE-C151B28DF4D1}" destId="{32F9F6CA-A9C9-4EC0-B487-8A6B1DDEE396}" srcOrd="1" destOrd="0" presId="urn:microsoft.com/office/officeart/2009/3/layout/HorizontalOrganizationChart"/>
    <dgm:cxn modelId="{30CCBCEE-6C5C-42DE-B1C3-C53210DE7090}" srcId="{CA6200AF-7336-4AB8-A4E9-530BC5027306}" destId="{C9E721F3-3509-40BA-945D-417CE334E5F2}" srcOrd="0" destOrd="0" parTransId="{ACF9E546-FC16-43CF-809C-930B68C88DB1}" sibTransId="{FEEFCB98-559B-4F6D-9142-483778425DB0}"/>
    <dgm:cxn modelId="{5F71C4EE-DE86-4D3D-A586-A7EF0D7E8D25}" type="presOf" srcId="{855297F2-A162-4EED-8FE7-B40916947E1F}" destId="{E9A97367-2565-4CA7-B81D-4E147657D835}" srcOrd="0" destOrd="0" presId="urn:microsoft.com/office/officeart/2009/3/layout/HorizontalOrganizationChart"/>
    <dgm:cxn modelId="{B64D05EF-FB2D-4372-977C-DE53C9B0C8FE}" type="presOf" srcId="{320AF489-F490-4FB9-A435-9E69697CB6A1}" destId="{4B5CDAF5-A7FE-436E-9DA3-25A539D89D1F}" srcOrd="0" destOrd="0" presId="urn:microsoft.com/office/officeart/2009/3/layout/HorizontalOrganizationChart"/>
    <dgm:cxn modelId="{526800F2-737C-4995-9ADB-A89BFCE175C2}" type="presOf" srcId="{B9F7BE26-7120-4362-B07A-512CE293CF66}" destId="{DDF5EC19-41AE-4BDE-81B3-DB61285BD74A}" srcOrd="0" destOrd="0" presId="urn:microsoft.com/office/officeart/2009/3/layout/HorizontalOrganizationChart"/>
    <dgm:cxn modelId="{7F8A03F2-7EA5-4C71-A334-A861E289C53A}" type="presOf" srcId="{6D92348B-BF22-4F09-BD16-E4E9FEADFB32}" destId="{CF184D97-6870-475F-82DD-C951C974B444}" srcOrd="0" destOrd="0" presId="urn:microsoft.com/office/officeart/2009/3/layout/HorizontalOrganizationChart"/>
    <dgm:cxn modelId="{80EFA3F4-6790-452A-9BF5-C5D779877A64}" type="presOf" srcId="{C499CC0F-4E7A-4FEC-97EE-0BDE6BB4004A}" destId="{3FD13D51-28CB-4ACA-8CF5-784F6B0C3075}" srcOrd="1" destOrd="0" presId="urn:microsoft.com/office/officeart/2009/3/layout/HorizontalOrganizationChart"/>
    <dgm:cxn modelId="{AD4C48F6-D1BF-454B-9E1C-9111D36AC05F}" srcId="{9A4F48F6-BCF9-4165-AF3C-7C7BA667FA27}" destId="{855297F2-A162-4EED-8FE7-B40916947E1F}" srcOrd="2" destOrd="0" parTransId="{83D18EB3-F613-46C2-86CF-CF849473A283}" sibTransId="{B3957AC8-05AC-4C73-A0A8-40D5AE41615E}"/>
    <dgm:cxn modelId="{E87AAAF9-0B13-48F9-BE0F-7BA3B308A3C2}" type="presOf" srcId="{C3FB077C-2462-498E-B844-9538FDE898FE}" destId="{E35E075B-61F2-41BC-BC2A-69356E0D43EE}" srcOrd="0" destOrd="0" presId="urn:microsoft.com/office/officeart/2009/3/layout/HorizontalOrganizationChart"/>
    <dgm:cxn modelId="{DA0883FA-D7EC-41F6-8FC5-923101C9BE62}" type="presOf" srcId="{73528B28-3862-4C56-BB94-20BFCA4D977C}" destId="{E142E4F7-A4D2-449F-AA7F-C04C088A3C1F}" srcOrd="0" destOrd="0" presId="urn:microsoft.com/office/officeart/2009/3/layout/HorizontalOrganizationChart"/>
    <dgm:cxn modelId="{7E6A30FB-B133-4CA1-B077-25F8067ACA84}" type="presOf" srcId="{9AC9B081-25C5-4E83-B9FC-4EE1220C42CC}" destId="{4F157AFE-1A3E-4945-AFFE-3FBFDF773F45}" srcOrd="0" destOrd="0" presId="urn:microsoft.com/office/officeart/2009/3/layout/HorizontalOrganizationChart"/>
    <dgm:cxn modelId="{423FA7FB-73E0-4BCD-A13F-A99D2D9F6154}" srcId="{E0F095D0-0CDD-4899-95AE-C151B28DF4D1}" destId="{503A382B-1D5A-4546-833B-2164E945BC79}" srcOrd="3" destOrd="0" parTransId="{A3638297-C98E-49B2-935E-46CEF1892D42}" sibTransId="{1D474A4F-185C-4214-81CF-5568DF079C10}"/>
    <dgm:cxn modelId="{298FB6FD-6372-4943-BE8E-8023D8A2C70C}" type="presOf" srcId="{6C8E784B-F666-494C-B943-E6FE294FAEB1}" destId="{8700B5FB-1AEC-447F-A85A-B23DFECB41F1}" srcOrd="1" destOrd="0" presId="urn:microsoft.com/office/officeart/2009/3/layout/HorizontalOrganizationChart"/>
    <dgm:cxn modelId="{A4A279FE-988A-4BA7-87C8-1954FFD9F6F8}" type="presOf" srcId="{F7D84224-A973-485F-ADAD-95BF5231A40B}" destId="{DC81B629-CD82-4B25-9F47-C4E4D420D1AE}" srcOrd="1" destOrd="0" presId="urn:microsoft.com/office/officeart/2009/3/layout/HorizontalOrganizationChart"/>
    <dgm:cxn modelId="{64512EFF-FE16-4811-99ED-A308AC4F74E3}" srcId="{9A4F48F6-BCF9-4165-AF3C-7C7BA667FA27}" destId="{13719A43-B673-4C88-9D1E-16D752C05E25}" srcOrd="3" destOrd="0" parTransId="{A874BA0B-B7EF-479E-B1B8-17FB9E8D2868}" sibTransId="{212A347A-5399-4312-9400-C1BF5604C0A3}"/>
    <dgm:cxn modelId="{074691FF-3BDB-4A1F-AC59-7D56E1497EFC}" type="presOf" srcId="{CA6200AF-7336-4AB8-A4E9-530BC5027306}" destId="{F727FD69-DA36-400A-9A17-E435D30B6294}" srcOrd="0" destOrd="0" presId="urn:microsoft.com/office/officeart/2009/3/layout/HorizontalOrganizationChart"/>
    <dgm:cxn modelId="{360BAAFF-63FD-43F2-9802-8A20EFFEA078}" srcId="{C9E721F3-3509-40BA-945D-417CE334E5F2}" destId="{73528B28-3862-4C56-BB94-20BFCA4D977C}" srcOrd="2" destOrd="0" parTransId="{320AF489-F490-4FB9-A435-9E69697CB6A1}" sibTransId="{D5F06BC4-1238-41A8-9412-D18B338823BA}"/>
    <dgm:cxn modelId="{8515D4D8-AC8D-468F-8516-B3F8F6E104C6}" type="presParOf" srcId="{58CB3A1D-119E-4A17-8333-D813B10F6904}" destId="{72548BFA-9BBC-45A7-9143-4A33BB8882F9}" srcOrd="0" destOrd="0" presId="urn:microsoft.com/office/officeart/2009/3/layout/HorizontalOrganizationChart"/>
    <dgm:cxn modelId="{AEEB19AE-F342-4D91-8D23-1907B7291660}" type="presParOf" srcId="{72548BFA-9BBC-45A7-9143-4A33BB8882F9}" destId="{C6E05D97-7EA0-48B5-B671-3A23A78C70BD}" srcOrd="0" destOrd="0" presId="urn:microsoft.com/office/officeart/2009/3/layout/HorizontalOrganizationChart"/>
    <dgm:cxn modelId="{66F47CF2-A976-4672-8572-8D3A3BB57C7A}" type="presParOf" srcId="{C6E05D97-7EA0-48B5-B671-3A23A78C70BD}" destId="{03A1BB14-9637-40F9-B5B5-81520F48315F}" srcOrd="0" destOrd="0" presId="urn:microsoft.com/office/officeart/2009/3/layout/HorizontalOrganizationChart"/>
    <dgm:cxn modelId="{9B37B43E-39A0-4166-A495-41BAE4D2CF8F}" type="presParOf" srcId="{C6E05D97-7EA0-48B5-B671-3A23A78C70BD}" destId="{04C1E8F7-D7F2-4A83-90D5-2A24E89AE95F}" srcOrd="1" destOrd="0" presId="urn:microsoft.com/office/officeart/2009/3/layout/HorizontalOrganizationChart"/>
    <dgm:cxn modelId="{0DF39032-395B-4E7D-A20D-15161BC945D6}" type="presParOf" srcId="{72548BFA-9BBC-45A7-9143-4A33BB8882F9}" destId="{D843F3EE-B8EE-43C2-86E0-4F7E350611A9}" srcOrd="1" destOrd="0" presId="urn:microsoft.com/office/officeart/2009/3/layout/HorizontalOrganizationChart"/>
    <dgm:cxn modelId="{8CBABCDB-49BB-469C-95B5-EE145AD0854A}" type="presParOf" srcId="{D843F3EE-B8EE-43C2-86E0-4F7E350611A9}" destId="{E35E075B-61F2-41BC-BC2A-69356E0D43EE}" srcOrd="0" destOrd="0" presId="urn:microsoft.com/office/officeart/2009/3/layout/HorizontalOrganizationChart"/>
    <dgm:cxn modelId="{7172171C-6111-4A5A-A209-B40176BBAF51}" type="presParOf" srcId="{D843F3EE-B8EE-43C2-86E0-4F7E350611A9}" destId="{644D243D-C3FA-49AC-98C7-4A947FD5C596}" srcOrd="1" destOrd="0" presId="urn:microsoft.com/office/officeart/2009/3/layout/HorizontalOrganizationChart"/>
    <dgm:cxn modelId="{B4FA4F3E-BF81-4A2B-A522-5A336B49AD59}" type="presParOf" srcId="{644D243D-C3FA-49AC-98C7-4A947FD5C596}" destId="{479C7696-5389-4F7E-AB80-043BC155F2EE}" srcOrd="0" destOrd="0" presId="urn:microsoft.com/office/officeart/2009/3/layout/HorizontalOrganizationChart"/>
    <dgm:cxn modelId="{DB679A86-49AF-4698-B5F2-F081AD30544E}" type="presParOf" srcId="{479C7696-5389-4F7E-AB80-043BC155F2EE}" destId="{1557FC18-F726-42E8-B0B5-F6D08A985014}" srcOrd="0" destOrd="0" presId="urn:microsoft.com/office/officeart/2009/3/layout/HorizontalOrganizationChart"/>
    <dgm:cxn modelId="{0539E231-159A-42DB-9D05-4F4BCE8B1661}" type="presParOf" srcId="{479C7696-5389-4F7E-AB80-043BC155F2EE}" destId="{8E0DAD77-8259-47D3-8A7C-09406F1139F1}" srcOrd="1" destOrd="0" presId="urn:microsoft.com/office/officeart/2009/3/layout/HorizontalOrganizationChart"/>
    <dgm:cxn modelId="{A1863144-FD33-4ACE-B3CC-58A96BE52D66}" type="presParOf" srcId="{644D243D-C3FA-49AC-98C7-4A947FD5C596}" destId="{0580859A-50EF-453D-BFC8-CEC25E8395B7}" srcOrd="1" destOrd="0" presId="urn:microsoft.com/office/officeart/2009/3/layout/HorizontalOrganizationChart"/>
    <dgm:cxn modelId="{FFEB4B80-E409-42C6-A104-09B75F781225}" type="presParOf" srcId="{0580859A-50EF-453D-BFC8-CEC25E8395B7}" destId="{6D1FD870-2315-4054-B29C-39DF6F98439B}" srcOrd="0" destOrd="0" presId="urn:microsoft.com/office/officeart/2009/3/layout/HorizontalOrganizationChart"/>
    <dgm:cxn modelId="{A4BDC588-CEB2-4A56-A83A-74E8533F2518}" type="presParOf" srcId="{0580859A-50EF-453D-BFC8-CEC25E8395B7}" destId="{135CFCF6-872B-4789-9B65-2D8EAB952075}" srcOrd="1" destOrd="0" presId="urn:microsoft.com/office/officeart/2009/3/layout/HorizontalOrganizationChart"/>
    <dgm:cxn modelId="{7A9AE036-A6C2-482B-9EED-FC61E0CFCC27}" type="presParOf" srcId="{135CFCF6-872B-4789-9B65-2D8EAB952075}" destId="{83157CDB-F484-4B87-8293-E4B564ADF99F}" srcOrd="0" destOrd="0" presId="urn:microsoft.com/office/officeart/2009/3/layout/HorizontalOrganizationChart"/>
    <dgm:cxn modelId="{13456069-A429-41B5-A6DE-C23A89658E99}" type="presParOf" srcId="{83157CDB-F484-4B87-8293-E4B564ADF99F}" destId="{8C383FB3-4D14-4CBA-A0C6-CFF4847BA3EC}" srcOrd="0" destOrd="0" presId="urn:microsoft.com/office/officeart/2009/3/layout/HorizontalOrganizationChart"/>
    <dgm:cxn modelId="{9143B5A9-3FB1-4AF0-BFF1-7F0A6D1F9D01}" type="presParOf" srcId="{83157CDB-F484-4B87-8293-E4B564ADF99F}" destId="{9D3EEB16-49D5-49C0-85BE-0CF3D3E7D9DC}" srcOrd="1" destOrd="0" presId="urn:microsoft.com/office/officeart/2009/3/layout/HorizontalOrganizationChart"/>
    <dgm:cxn modelId="{E103090D-EE56-4904-B438-7A8866B40186}" type="presParOf" srcId="{135CFCF6-872B-4789-9B65-2D8EAB952075}" destId="{86E86BCC-29B6-43B0-A110-A4C382B83FA3}" srcOrd="1" destOrd="0" presId="urn:microsoft.com/office/officeart/2009/3/layout/HorizontalOrganizationChart"/>
    <dgm:cxn modelId="{40C30F2F-832C-4B2E-BACE-EA5F39A1A0AC}" type="presParOf" srcId="{86E86BCC-29B6-43B0-A110-A4C382B83FA3}" destId="{5613D8DC-8394-4EB2-BEC0-4978BB2F3DA3}" srcOrd="0" destOrd="0" presId="urn:microsoft.com/office/officeart/2009/3/layout/HorizontalOrganizationChart"/>
    <dgm:cxn modelId="{2EB4D8C8-21C0-409A-A34E-9259E78BD870}" type="presParOf" srcId="{86E86BCC-29B6-43B0-A110-A4C382B83FA3}" destId="{7C7902C3-EFB0-42BE-83D6-3EEF998E34AB}" srcOrd="1" destOrd="0" presId="urn:microsoft.com/office/officeart/2009/3/layout/HorizontalOrganizationChart"/>
    <dgm:cxn modelId="{139067BC-EAB1-4181-A381-A2CFE75B01E2}" type="presParOf" srcId="{7C7902C3-EFB0-42BE-83D6-3EEF998E34AB}" destId="{8670FF6F-47A9-4179-A7EC-2F65366EB1A0}" srcOrd="0" destOrd="0" presId="urn:microsoft.com/office/officeart/2009/3/layout/HorizontalOrganizationChart"/>
    <dgm:cxn modelId="{F4111C86-F46C-41F6-AFE3-3DC726CEDCF0}" type="presParOf" srcId="{8670FF6F-47A9-4179-A7EC-2F65366EB1A0}" destId="{8A071F50-0936-48EF-AE15-796B92F4F4A2}" srcOrd="0" destOrd="0" presId="urn:microsoft.com/office/officeart/2009/3/layout/HorizontalOrganizationChart"/>
    <dgm:cxn modelId="{1F5993EB-443E-4F82-ADB7-48A635C255BF}" type="presParOf" srcId="{8670FF6F-47A9-4179-A7EC-2F65366EB1A0}" destId="{BC5242FB-9811-49A0-A754-F9DF7804FA27}" srcOrd="1" destOrd="0" presId="urn:microsoft.com/office/officeart/2009/3/layout/HorizontalOrganizationChart"/>
    <dgm:cxn modelId="{94CEC1FF-A610-4853-821A-0EEE2E9E45E0}" type="presParOf" srcId="{7C7902C3-EFB0-42BE-83D6-3EEF998E34AB}" destId="{EC9AFF7F-5A8E-4CDA-BB48-AD6FD5B8B872}" srcOrd="1" destOrd="0" presId="urn:microsoft.com/office/officeart/2009/3/layout/HorizontalOrganizationChart"/>
    <dgm:cxn modelId="{D70E3288-2D4D-43B0-8489-12A85989F81D}" type="presParOf" srcId="{7C7902C3-EFB0-42BE-83D6-3EEF998E34AB}" destId="{7243B122-BF38-47A9-A7FB-01F27DC5A255}" srcOrd="2" destOrd="0" presId="urn:microsoft.com/office/officeart/2009/3/layout/HorizontalOrganizationChart"/>
    <dgm:cxn modelId="{160BB423-51AD-44F6-8271-1895CB78E58C}" type="presParOf" srcId="{135CFCF6-872B-4789-9B65-2D8EAB952075}" destId="{8948F03F-28E2-4589-96A6-4C0F659AB93C}" srcOrd="2" destOrd="0" presId="urn:microsoft.com/office/officeart/2009/3/layout/HorizontalOrganizationChart"/>
    <dgm:cxn modelId="{21F0590F-1878-4C90-8CD8-703183F583B9}" type="presParOf" srcId="{0580859A-50EF-453D-BFC8-CEC25E8395B7}" destId="{172AD772-32C1-453D-A10B-AD2F2B8A156F}" srcOrd="2" destOrd="0" presId="urn:microsoft.com/office/officeart/2009/3/layout/HorizontalOrganizationChart"/>
    <dgm:cxn modelId="{180CAE02-DF66-44D1-808E-D856614678A6}" type="presParOf" srcId="{0580859A-50EF-453D-BFC8-CEC25E8395B7}" destId="{B89BC2F4-8E12-4AAD-AE0E-8BD41F4F6A66}" srcOrd="3" destOrd="0" presId="urn:microsoft.com/office/officeart/2009/3/layout/HorizontalOrganizationChart"/>
    <dgm:cxn modelId="{BAAA1C34-1102-41E5-A486-F4EB9D8DAF5F}" type="presParOf" srcId="{B89BC2F4-8E12-4AAD-AE0E-8BD41F4F6A66}" destId="{790B3243-67B0-44B6-8319-A1351FA4E1B0}" srcOrd="0" destOrd="0" presId="urn:microsoft.com/office/officeart/2009/3/layout/HorizontalOrganizationChart"/>
    <dgm:cxn modelId="{615E033F-CD04-405D-86B3-72BF31A53A5E}" type="presParOf" srcId="{790B3243-67B0-44B6-8319-A1351FA4E1B0}" destId="{582577D3-050E-4B41-BF32-01AA487AE0ED}" srcOrd="0" destOrd="0" presId="urn:microsoft.com/office/officeart/2009/3/layout/HorizontalOrganizationChart"/>
    <dgm:cxn modelId="{835F0052-87E4-4350-97FF-0EB7D059FF04}" type="presParOf" srcId="{790B3243-67B0-44B6-8319-A1351FA4E1B0}" destId="{ADACFA42-F20B-4E19-8623-C276B1FF0253}" srcOrd="1" destOrd="0" presId="urn:microsoft.com/office/officeart/2009/3/layout/HorizontalOrganizationChart"/>
    <dgm:cxn modelId="{56A7AF53-BD43-48BD-932B-0A1A62BFE7B7}" type="presParOf" srcId="{B89BC2F4-8E12-4AAD-AE0E-8BD41F4F6A66}" destId="{FA7482C3-260F-4FD3-815C-AF4B1B75464D}" srcOrd="1" destOrd="0" presId="urn:microsoft.com/office/officeart/2009/3/layout/HorizontalOrganizationChart"/>
    <dgm:cxn modelId="{580997DF-0A1C-490F-BD8D-42384E679AFC}" type="presParOf" srcId="{B89BC2F4-8E12-4AAD-AE0E-8BD41F4F6A66}" destId="{5E5EF9F5-E3CC-45C6-99DE-3ACA0A30BE43}" srcOrd="2" destOrd="0" presId="urn:microsoft.com/office/officeart/2009/3/layout/HorizontalOrganizationChart"/>
    <dgm:cxn modelId="{6F18B700-D021-4C01-B024-09E724F6AB8A}" type="presParOf" srcId="{644D243D-C3FA-49AC-98C7-4A947FD5C596}" destId="{65807902-FF69-40E6-B197-480C58AD0E5A}" srcOrd="2" destOrd="0" presId="urn:microsoft.com/office/officeart/2009/3/layout/HorizontalOrganizationChart"/>
    <dgm:cxn modelId="{3A8CB891-B71F-44F1-800B-D1AB16072E04}" type="presParOf" srcId="{D843F3EE-B8EE-43C2-86E0-4F7E350611A9}" destId="{B0CC0030-18CD-4C76-8E04-002BB6D32A15}" srcOrd="2" destOrd="0" presId="urn:microsoft.com/office/officeart/2009/3/layout/HorizontalOrganizationChart"/>
    <dgm:cxn modelId="{D66C6916-FCFE-43C2-AB2B-E879667E0AD3}" type="presParOf" srcId="{D843F3EE-B8EE-43C2-86E0-4F7E350611A9}" destId="{309A1635-DE84-4660-81FA-431325D7FF2B}" srcOrd="3" destOrd="0" presId="urn:microsoft.com/office/officeart/2009/3/layout/HorizontalOrganizationChart"/>
    <dgm:cxn modelId="{F3404AC2-DDA3-4BB3-A7A1-039EE39D3666}" type="presParOf" srcId="{309A1635-DE84-4660-81FA-431325D7FF2B}" destId="{0FC2F79D-D526-4E6A-A10F-B46305F486B9}" srcOrd="0" destOrd="0" presId="urn:microsoft.com/office/officeart/2009/3/layout/HorizontalOrganizationChart"/>
    <dgm:cxn modelId="{F3444311-65A2-4AFB-9DB9-E36C2FDC4936}" type="presParOf" srcId="{0FC2F79D-D526-4E6A-A10F-B46305F486B9}" destId="{61A0D4EF-EC3A-4279-BC51-4F36D0B52EB7}" srcOrd="0" destOrd="0" presId="urn:microsoft.com/office/officeart/2009/3/layout/HorizontalOrganizationChart"/>
    <dgm:cxn modelId="{6D5CCD96-F6CE-44EA-812F-4B7C7ED456FD}" type="presParOf" srcId="{0FC2F79D-D526-4E6A-A10F-B46305F486B9}" destId="{C2C48CC0-3A5A-4EE7-B580-FAF454A09CD8}" srcOrd="1" destOrd="0" presId="urn:microsoft.com/office/officeart/2009/3/layout/HorizontalOrganizationChart"/>
    <dgm:cxn modelId="{4EA5A11D-AD83-4D31-A11C-6FEB910652E4}" type="presParOf" srcId="{309A1635-DE84-4660-81FA-431325D7FF2B}" destId="{21C05684-978E-4814-BFFD-06D294C8A223}" srcOrd="1" destOrd="0" presId="urn:microsoft.com/office/officeart/2009/3/layout/HorizontalOrganizationChart"/>
    <dgm:cxn modelId="{561E09B8-23CF-4699-8700-75078E1600D1}" type="presParOf" srcId="{21C05684-978E-4814-BFFD-06D294C8A223}" destId="{0A14706F-1BC6-48E6-BDBA-7B500E589BAD}" srcOrd="0" destOrd="0" presId="urn:microsoft.com/office/officeart/2009/3/layout/HorizontalOrganizationChart"/>
    <dgm:cxn modelId="{A6DEB45A-18AE-42CF-A77C-F6781717D0A7}" type="presParOf" srcId="{21C05684-978E-4814-BFFD-06D294C8A223}" destId="{297A1475-871F-4B02-9E8C-FA3D011634A1}" srcOrd="1" destOrd="0" presId="urn:microsoft.com/office/officeart/2009/3/layout/HorizontalOrganizationChart"/>
    <dgm:cxn modelId="{91D028F1-0978-435B-899F-EA1663A2313B}" type="presParOf" srcId="{297A1475-871F-4B02-9E8C-FA3D011634A1}" destId="{E0F525B7-9159-4C99-B924-C6F3E9886623}" srcOrd="0" destOrd="0" presId="urn:microsoft.com/office/officeart/2009/3/layout/HorizontalOrganizationChart"/>
    <dgm:cxn modelId="{319B3AD4-FC20-4DB6-9BC3-3DB97D36C1D3}" type="presParOf" srcId="{E0F525B7-9159-4C99-B924-C6F3E9886623}" destId="{BAE31ACF-752D-4EA8-8B6E-54DBD06D21AE}" srcOrd="0" destOrd="0" presId="urn:microsoft.com/office/officeart/2009/3/layout/HorizontalOrganizationChart"/>
    <dgm:cxn modelId="{C5E22992-8E40-4C55-BECA-08EFDB566FCC}" type="presParOf" srcId="{E0F525B7-9159-4C99-B924-C6F3E9886623}" destId="{D46F3F0D-30A4-4DDE-884B-BD4A774332AE}" srcOrd="1" destOrd="0" presId="urn:microsoft.com/office/officeart/2009/3/layout/HorizontalOrganizationChart"/>
    <dgm:cxn modelId="{3DC5E7BB-1719-4895-8770-23D90F133D9D}" type="presParOf" srcId="{297A1475-871F-4B02-9E8C-FA3D011634A1}" destId="{6322132C-78CD-43CA-BDB1-15934FC6847D}" srcOrd="1" destOrd="0" presId="urn:microsoft.com/office/officeart/2009/3/layout/HorizontalOrganizationChart"/>
    <dgm:cxn modelId="{649180F8-F268-4217-9781-C2F41C065D31}" type="presParOf" srcId="{6322132C-78CD-43CA-BDB1-15934FC6847D}" destId="{E7F095C9-0EEA-49B6-905E-AC74937B597A}" srcOrd="0" destOrd="0" presId="urn:microsoft.com/office/officeart/2009/3/layout/HorizontalOrganizationChart"/>
    <dgm:cxn modelId="{4779D7BE-49B4-42F2-8B96-87CD4F7075CD}" type="presParOf" srcId="{6322132C-78CD-43CA-BDB1-15934FC6847D}" destId="{2E752132-E630-4632-9600-9B043BD9E414}" srcOrd="1" destOrd="0" presId="urn:microsoft.com/office/officeart/2009/3/layout/HorizontalOrganizationChart"/>
    <dgm:cxn modelId="{B030DADD-D107-435B-A63C-377AFDC023A9}" type="presParOf" srcId="{2E752132-E630-4632-9600-9B043BD9E414}" destId="{9118CF5F-B9CB-4640-BAA2-6FDCB656E312}" srcOrd="0" destOrd="0" presId="urn:microsoft.com/office/officeart/2009/3/layout/HorizontalOrganizationChart"/>
    <dgm:cxn modelId="{B0AF62A6-FB93-4CE3-8D71-9A11DC157721}" type="presParOf" srcId="{9118CF5F-B9CB-4640-BAA2-6FDCB656E312}" destId="{171F98E8-7A93-4667-99EC-A67EE133F035}" srcOrd="0" destOrd="0" presId="urn:microsoft.com/office/officeart/2009/3/layout/HorizontalOrganizationChart"/>
    <dgm:cxn modelId="{4AA342BC-6ABF-4F12-AD09-82F329AA0BD1}" type="presParOf" srcId="{9118CF5F-B9CB-4640-BAA2-6FDCB656E312}" destId="{B4B0D416-48DF-4327-B6CB-95B60821634B}" srcOrd="1" destOrd="0" presId="urn:microsoft.com/office/officeart/2009/3/layout/HorizontalOrganizationChart"/>
    <dgm:cxn modelId="{D994EBA0-69C3-4395-86BA-D0D76597E5D3}" type="presParOf" srcId="{2E752132-E630-4632-9600-9B043BD9E414}" destId="{860F5D21-83EC-4D1B-83FE-010E6AAAD6E1}" srcOrd="1" destOrd="0" presId="urn:microsoft.com/office/officeart/2009/3/layout/HorizontalOrganizationChart"/>
    <dgm:cxn modelId="{29587DE5-39C5-4D05-9C76-C8C1912AD39D}" type="presParOf" srcId="{860F5D21-83EC-4D1B-83FE-010E6AAAD6E1}" destId="{2086A9C7-9135-4192-911C-9FD307A3662E}" srcOrd="0" destOrd="0" presId="urn:microsoft.com/office/officeart/2009/3/layout/HorizontalOrganizationChart"/>
    <dgm:cxn modelId="{380B6175-D2F8-4BA6-9D6B-B56963C5E836}" type="presParOf" srcId="{860F5D21-83EC-4D1B-83FE-010E6AAAD6E1}" destId="{68B35679-26B2-422F-8E58-AD1E0E71C97A}" srcOrd="1" destOrd="0" presId="urn:microsoft.com/office/officeart/2009/3/layout/HorizontalOrganizationChart"/>
    <dgm:cxn modelId="{B14A1EA2-B6B9-4304-804F-BC1854F141A0}" type="presParOf" srcId="{68B35679-26B2-422F-8E58-AD1E0E71C97A}" destId="{283CF7F0-2C2A-4996-86E8-B99611999D67}" srcOrd="0" destOrd="0" presId="urn:microsoft.com/office/officeart/2009/3/layout/HorizontalOrganizationChart"/>
    <dgm:cxn modelId="{452A9719-1390-4ACD-BB60-09DE245D96DF}" type="presParOf" srcId="{283CF7F0-2C2A-4996-86E8-B99611999D67}" destId="{4F157AFE-1A3E-4945-AFFE-3FBFDF773F45}" srcOrd="0" destOrd="0" presId="urn:microsoft.com/office/officeart/2009/3/layout/HorizontalOrganizationChart"/>
    <dgm:cxn modelId="{C352BCFE-D4C3-42EE-AECD-FBCDDC419668}" type="presParOf" srcId="{283CF7F0-2C2A-4996-86E8-B99611999D67}" destId="{32B448BD-E161-46C8-A1F6-88A373738118}" srcOrd="1" destOrd="0" presId="urn:microsoft.com/office/officeart/2009/3/layout/HorizontalOrganizationChart"/>
    <dgm:cxn modelId="{E4C975C4-08D3-4F4A-BFE4-81436F2FF118}" type="presParOf" srcId="{68B35679-26B2-422F-8E58-AD1E0E71C97A}" destId="{E336B98F-281B-4A8A-AE13-8063387C03E3}" srcOrd="1" destOrd="0" presId="urn:microsoft.com/office/officeart/2009/3/layout/HorizontalOrganizationChart"/>
    <dgm:cxn modelId="{59F28106-689D-4A4A-BF08-CE7B4D6E15D0}" type="presParOf" srcId="{68B35679-26B2-422F-8E58-AD1E0E71C97A}" destId="{38ADAED9-8891-4C7D-8154-C0E5F1C45FFB}" srcOrd="2" destOrd="0" presId="urn:microsoft.com/office/officeart/2009/3/layout/HorizontalOrganizationChart"/>
    <dgm:cxn modelId="{98089BAE-7C6B-48FF-A83A-28085638CD53}" type="presParOf" srcId="{2E752132-E630-4632-9600-9B043BD9E414}" destId="{8A3A4087-C2D1-4E88-BA2C-FF26690A6263}" srcOrd="2" destOrd="0" presId="urn:microsoft.com/office/officeart/2009/3/layout/HorizontalOrganizationChart"/>
    <dgm:cxn modelId="{0F58CF65-0D3F-403C-8A73-4CA8233CFE5D}" type="presParOf" srcId="{6322132C-78CD-43CA-BDB1-15934FC6847D}" destId="{4CFCDFA8-E01C-4C6B-A731-226D0B6C2C76}" srcOrd="2" destOrd="0" presId="urn:microsoft.com/office/officeart/2009/3/layout/HorizontalOrganizationChart"/>
    <dgm:cxn modelId="{9EA37A6E-20DB-48D6-9D5A-1EE8924059F0}" type="presParOf" srcId="{6322132C-78CD-43CA-BDB1-15934FC6847D}" destId="{8E96193A-7879-4C54-B22A-A2C9C6D1B243}" srcOrd="3" destOrd="0" presId="urn:microsoft.com/office/officeart/2009/3/layout/HorizontalOrganizationChart"/>
    <dgm:cxn modelId="{2CCDED3A-9F05-40C6-B9E8-67AA74BC463A}" type="presParOf" srcId="{8E96193A-7879-4C54-B22A-A2C9C6D1B243}" destId="{E49EF6BC-879F-4C43-9032-39D4E59C1122}" srcOrd="0" destOrd="0" presId="urn:microsoft.com/office/officeart/2009/3/layout/HorizontalOrganizationChart"/>
    <dgm:cxn modelId="{960AA2C0-59DA-4EA7-8B90-90B16D97306F}" type="presParOf" srcId="{E49EF6BC-879F-4C43-9032-39D4E59C1122}" destId="{1ECE9F9F-A668-4333-B43A-1DABED3BF4C5}" srcOrd="0" destOrd="0" presId="urn:microsoft.com/office/officeart/2009/3/layout/HorizontalOrganizationChart"/>
    <dgm:cxn modelId="{A8534A0E-EBFE-41E3-820F-43687BDD8BFB}" type="presParOf" srcId="{E49EF6BC-879F-4C43-9032-39D4E59C1122}" destId="{33C6A336-A8D1-4674-9B6A-18C545834C69}" srcOrd="1" destOrd="0" presId="urn:microsoft.com/office/officeart/2009/3/layout/HorizontalOrganizationChart"/>
    <dgm:cxn modelId="{9F7D26BD-CA04-48C1-8FE2-CA0D050F26F0}" type="presParOf" srcId="{8E96193A-7879-4C54-B22A-A2C9C6D1B243}" destId="{B7C1DC1A-E336-4BB4-9D9D-A520B288CB01}" srcOrd="1" destOrd="0" presId="urn:microsoft.com/office/officeart/2009/3/layout/HorizontalOrganizationChart"/>
    <dgm:cxn modelId="{E4245FBF-C9DA-4D35-B617-B1FB09388ECC}" type="presParOf" srcId="{B7C1DC1A-E336-4BB4-9D9D-A520B288CB01}" destId="{595CFFA0-B569-4A56-8175-567F57E3E286}" srcOrd="0" destOrd="0" presId="urn:microsoft.com/office/officeart/2009/3/layout/HorizontalOrganizationChart"/>
    <dgm:cxn modelId="{E216E782-2E2A-49C8-BDEE-3E2BD97E64B1}" type="presParOf" srcId="{B7C1DC1A-E336-4BB4-9D9D-A520B288CB01}" destId="{0409A85C-1F0E-4A89-987F-3851A7A68BDF}" srcOrd="1" destOrd="0" presId="urn:microsoft.com/office/officeart/2009/3/layout/HorizontalOrganizationChart"/>
    <dgm:cxn modelId="{E8846104-E4C7-4A58-A789-BDCC9CF54854}" type="presParOf" srcId="{0409A85C-1F0E-4A89-987F-3851A7A68BDF}" destId="{3DBCD097-5046-4AD9-9F47-C3B6A8869991}" srcOrd="0" destOrd="0" presId="urn:microsoft.com/office/officeart/2009/3/layout/HorizontalOrganizationChart"/>
    <dgm:cxn modelId="{C12DBB0B-C378-4A9D-94B9-4B841399BEDE}" type="presParOf" srcId="{3DBCD097-5046-4AD9-9F47-C3B6A8869991}" destId="{88A62553-AA35-4C7E-AEE4-0944A5577F9F}" srcOrd="0" destOrd="0" presId="urn:microsoft.com/office/officeart/2009/3/layout/HorizontalOrganizationChart"/>
    <dgm:cxn modelId="{E8E3A88E-7A9B-4940-BA3B-0BE5DD1FA512}" type="presParOf" srcId="{3DBCD097-5046-4AD9-9F47-C3B6A8869991}" destId="{B1A98113-5456-4FA2-978F-D9BF6518B3D2}" srcOrd="1" destOrd="0" presId="urn:microsoft.com/office/officeart/2009/3/layout/HorizontalOrganizationChart"/>
    <dgm:cxn modelId="{DEBC1C06-4DC3-4391-B8E1-7DF190C3E8E9}" type="presParOf" srcId="{0409A85C-1F0E-4A89-987F-3851A7A68BDF}" destId="{1AE67292-3C18-4CA8-AB74-0B8B6C5F7208}" srcOrd="1" destOrd="0" presId="urn:microsoft.com/office/officeart/2009/3/layout/HorizontalOrganizationChart"/>
    <dgm:cxn modelId="{B36BAE4E-BF56-4126-A716-B249B03DF6BF}" type="presParOf" srcId="{0409A85C-1F0E-4A89-987F-3851A7A68BDF}" destId="{ED18E2C5-2C0C-470F-BF50-AE8352C26AD4}" srcOrd="2" destOrd="0" presId="urn:microsoft.com/office/officeart/2009/3/layout/HorizontalOrganizationChart"/>
    <dgm:cxn modelId="{ED1E6831-D24D-433D-9CF4-67409EBAFF4A}" type="presParOf" srcId="{8E96193A-7879-4C54-B22A-A2C9C6D1B243}" destId="{E32B485E-A57D-472A-85FF-B48E86C2EA4B}" srcOrd="2" destOrd="0" presId="urn:microsoft.com/office/officeart/2009/3/layout/HorizontalOrganizationChart"/>
    <dgm:cxn modelId="{12EFD440-3DE8-4043-94A7-E8898490A475}" type="presParOf" srcId="{6322132C-78CD-43CA-BDB1-15934FC6847D}" destId="{183240E7-EEA6-46D8-AE60-487B0566B9A2}" srcOrd="4" destOrd="0" presId="urn:microsoft.com/office/officeart/2009/3/layout/HorizontalOrganizationChart"/>
    <dgm:cxn modelId="{870A35CC-5750-48CE-8BBF-F801158C3CF8}" type="presParOf" srcId="{6322132C-78CD-43CA-BDB1-15934FC6847D}" destId="{CFDB63F1-940F-405A-A9B4-7DDC93AF5869}" srcOrd="5" destOrd="0" presId="urn:microsoft.com/office/officeart/2009/3/layout/HorizontalOrganizationChart"/>
    <dgm:cxn modelId="{5A93923B-61D9-42EE-A44F-9AAAB722C6D7}" type="presParOf" srcId="{CFDB63F1-940F-405A-A9B4-7DDC93AF5869}" destId="{011E1183-F092-4EB8-9DFF-4332630ED2E5}" srcOrd="0" destOrd="0" presId="urn:microsoft.com/office/officeart/2009/3/layout/HorizontalOrganizationChart"/>
    <dgm:cxn modelId="{8DFAB989-69E0-4988-A587-CB28E4717A9E}" type="presParOf" srcId="{011E1183-F092-4EB8-9DFF-4332630ED2E5}" destId="{E9A97367-2565-4CA7-B81D-4E147657D835}" srcOrd="0" destOrd="0" presId="urn:microsoft.com/office/officeart/2009/3/layout/HorizontalOrganizationChart"/>
    <dgm:cxn modelId="{88C64A4D-ABE0-4D8A-8242-0AE44B84E719}" type="presParOf" srcId="{011E1183-F092-4EB8-9DFF-4332630ED2E5}" destId="{2846335E-09B8-4070-8AE1-F4A8659BD36F}" srcOrd="1" destOrd="0" presId="urn:microsoft.com/office/officeart/2009/3/layout/HorizontalOrganizationChart"/>
    <dgm:cxn modelId="{D96204A1-CFB7-40E6-BF5B-FC01CFD223A5}" type="presParOf" srcId="{CFDB63F1-940F-405A-A9B4-7DDC93AF5869}" destId="{D98298B5-4B34-459A-BC81-9CF46F584A90}" srcOrd="1" destOrd="0" presId="urn:microsoft.com/office/officeart/2009/3/layout/HorizontalOrganizationChart"/>
    <dgm:cxn modelId="{4AD95CD2-6E52-4569-BEC4-AD34FD71CC57}" type="presParOf" srcId="{CFDB63F1-940F-405A-A9B4-7DDC93AF5869}" destId="{51A25AF1-B8A8-40A6-BC8E-0E3A3D038724}" srcOrd="2" destOrd="0" presId="urn:microsoft.com/office/officeart/2009/3/layout/HorizontalOrganizationChart"/>
    <dgm:cxn modelId="{A1748AD2-6D0A-4548-BC45-9A3863F7989E}" type="presParOf" srcId="{6322132C-78CD-43CA-BDB1-15934FC6847D}" destId="{B8837C6A-8105-408D-9A2C-4FAA52810339}" srcOrd="6" destOrd="0" presId="urn:microsoft.com/office/officeart/2009/3/layout/HorizontalOrganizationChart"/>
    <dgm:cxn modelId="{F63414D6-E179-4349-971C-3912F245FD8A}" type="presParOf" srcId="{6322132C-78CD-43CA-BDB1-15934FC6847D}" destId="{7D003827-466D-499B-9492-0D274854DE71}" srcOrd="7" destOrd="0" presId="urn:microsoft.com/office/officeart/2009/3/layout/HorizontalOrganizationChart"/>
    <dgm:cxn modelId="{49AA19C1-C537-4514-8B3D-517714C1EADA}" type="presParOf" srcId="{7D003827-466D-499B-9492-0D274854DE71}" destId="{8321FBBC-0B02-4D6A-B292-31DB58261631}" srcOrd="0" destOrd="0" presId="urn:microsoft.com/office/officeart/2009/3/layout/HorizontalOrganizationChart"/>
    <dgm:cxn modelId="{91F8334E-5690-459A-9F2D-CEFD28A6E945}" type="presParOf" srcId="{8321FBBC-0B02-4D6A-B292-31DB58261631}" destId="{3E0FA384-F7A7-4EF5-BB6C-325C5B877E93}" srcOrd="0" destOrd="0" presId="urn:microsoft.com/office/officeart/2009/3/layout/HorizontalOrganizationChart"/>
    <dgm:cxn modelId="{79FB6999-E98E-4C80-962B-867CD8842453}" type="presParOf" srcId="{8321FBBC-0B02-4D6A-B292-31DB58261631}" destId="{039EE693-846A-452B-938C-A79863754B50}" srcOrd="1" destOrd="0" presId="urn:microsoft.com/office/officeart/2009/3/layout/HorizontalOrganizationChart"/>
    <dgm:cxn modelId="{1619D4F8-7543-41F6-A486-6F966CB737F0}" type="presParOf" srcId="{7D003827-466D-499B-9492-0D274854DE71}" destId="{15438C47-FF5A-46A4-A923-94CF51153C82}" srcOrd="1" destOrd="0" presId="urn:microsoft.com/office/officeart/2009/3/layout/HorizontalOrganizationChart"/>
    <dgm:cxn modelId="{DE583545-41E7-49DB-A13B-74608AFF9B19}" type="presParOf" srcId="{15438C47-FF5A-46A4-A923-94CF51153C82}" destId="{D5EFD006-A32B-489A-B809-E3D7E0386B88}" srcOrd="0" destOrd="0" presId="urn:microsoft.com/office/officeart/2009/3/layout/HorizontalOrganizationChart"/>
    <dgm:cxn modelId="{44339FA5-A389-4C56-BC89-8FFF387EF6F5}" type="presParOf" srcId="{15438C47-FF5A-46A4-A923-94CF51153C82}" destId="{6D2D5EBF-D547-4528-A20C-8F5E2C9B880C}" srcOrd="1" destOrd="0" presId="urn:microsoft.com/office/officeart/2009/3/layout/HorizontalOrganizationChart"/>
    <dgm:cxn modelId="{693CE7F6-283C-4C5F-ACA5-AA258E23B678}" type="presParOf" srcId="{6D2D5EBF-D547-4528-A20C-8F5E2C9B880C}" destId="{10C34B34-3590-46BB-B6F2-FDE6907AB634}" srcOrd="0" destOrd="0" presId="urn:microsoft.com/office/officeart/2009/3/layout/HorizontalOrganizationChart"/>
    <dgm:cxn modelId="{D837DDEC-671A-4F44-B7CF-6EFA2CE18F9C}" type="presParOf" srcId="{10C34B34-3590-46BB-B6F2-FDE6907AB634}" destId="{5CE68631-E50F-4A7D-A78E-B9848249D5F3}" srcOrd="0" destOrd="0" presId="urn:microsoft.com/office/officeart/2009/3/layout/HorizontalOrganizationChart"/>
    <dgm:cxn modelId="{AA6BDF1B-4319-4FDA-808D-86BA6D528620}" type="presParOf" srcId="{10C34B34-3590-46BB-B6F2-FDE6907AB634}" destId="{313097A2-C9D5-4518-B29A-5B216269D568}" srcOrd="1" destOrd="0" presId="urn:microsoft.com/office/officeart/2009/3/layout/HorizontalOrganizationChart"/>
    <dgm:cxn modelId="{7873FAA0-C512-44B1-BB87-81FD01C34802}" type="presParOf" srcId="{6D2D5EBF-D547-4528-A20C-8F5E2C9B880C}" destId="{23275A76-13D0-4464-8314-473BE340AD8F}" srcOrd="1" destOrd="0" presId="urn:microsoft.com/office/officeart/2009/3/layout/HorizontalOrganizationChart"/>
    <dgm:cxn modelId="{A7EBDAA9-BFA0-4B58-B8F5-094A6350171B}" type="presParOf" srcId="{6D2D5EBF-D547-4528-A20C-8F5E2C9B880C}" destId="{DB679513-DBB0-4A13-8DD4-A35C9E981A94}" srcOrd="2" destOrd="0" presId="urn:microsoft.com/office/officeart/2009/3/layout/HorizontalOrganizationChart"/>
    <dgm:cxn modelId="{E541D282-89BB-48FC-9397-ED9E449AF99C}" type="presParOf" srcId="{7D003827-466D-499B-9492-0D274854DE71}" destId="{0F2A9527-4341-4D91-B2A8-08268FCDC96C}" srcOrd="2" destOrd="0" presId="urn:microsoft.com/office/officeart/2009/3/layout/HorizontalOrganizationChart"/>
    <dgm:cxn modelId="{CA0A3597-4FDC-4445-A114-AEE2DDEFE265}" type="presParOf" srcId="{6322132C-78CD-43CA-BDB1-15934FC6847D}" destId="{16D33CAD-B597-414C-9523-47A079B2FFFB}" srcOrd="8" destOrd="0" presId="urn:microsoft.com/office/officeart/2009/3/layout/HorizontalOrganizationChart"/>
    <dgm:cxn modelId="{66A905C6-9E9C-46C4-A676-AC1EA57D3E9F}" type="presParOf" srcId="{6322132C-78CD-43CA-BDB1-15934FC6847D}" destId="{2768B59B-453A-42A2-85F9-75C2F9E31EB2}" srcOrd="9" destOrd="0" presId="urn:microsoft.com/office/officeart/2009/3/layout/HorizontalOrganizationChart"/>
    <dgm:cxn modelId="{3A5F7153-4951-4C5B-A106-C254A5FCE921}" type="presParOf" srcId="{2768B59B-453A-42A2-85F9-75C2F9E31EB2}" destId="{AA82314E-5F22-45DE-BE38-64D9F48D91DF}" srcOrd="0" destOrd="0" presId="urn:microsoft.com/office/officeart/2009/3/layout/HorizontalOrganizationChart"/>
    <dgm:cxn modelId="{4F78B6C6-ACB1-4ABF-8522-BF9BAFF97E98}" type="presParOf" srcId="{AA82314E-5F22-45DE-BE38-64D9F48D91DF}" destId="{7E303F30-9711-4703-9E93-53900C059588}" srcOrd="0" destOrd="0" presId="urn:microsoft.com/office/officeart/2009/3/layout/HorizontalOrganizationChart"/>
    <dgm:cxn modelId="{F0ED13A4-887F-44C9-8BD8-54951695CEBF}" type="presParOf" srcId="{AA82314E-5F22-45DE-BE38-64D9F48D91DF}" destId="{6B320540-8EFC-424C-87BB-7A322C848E8D}" srcOrd="1" destOrd="0" presId="urn:microsoft.com/office/officeart/2009/3/layout/HorizontalOrganizationChart"/>
    <dgm:cxn modelId="{3C35DC6A-E395-4107-BD70-70350D81B698}" type="presParOf" srcId="{2768B59B-453A-42A2-85F9-75C2F9E31EB2}" destId="{3A41FAFC-2989-4EED-BB19-C23AE601C621}" srcOrd="1" destOrd="0" presId="urn:microsoft.com/office/officeart/2009/3/layout/HorizontalOrganizationChart"/>
    <dgm:cxn modelId="{CAD5897A-0AF2-415E-86C9-A9C29BE89619}" type="presParOf" srcId="{3A41FAFC-2989-4EED-BB19-C23AE601C621}" destId="{AE91CF76-6598-4254-A5BF-61941E0FBFD6}" srcOrd="0" destOrd="0" presId="urn:microsoft.com/office/officeart/2009/3/layout/HorizontalOrganizationChart"/>
    <dgm:cxn modelId="{0A8F93B3-DF0E-4552-ADD3-51053FA3852C}" type="presParOf" srcId="{3A41FAFC-2989-4EED-BB19-C23AE601C621}" destId="{ECC1C45E-B00C-4A59-AEB9-1F953F5C00A3}" srcOrd="1" destOrd="0" presId="urn:microsoft.com/office/officeart/2009/3/layout/HorizontalOrganizationChart"/>
    <dgm:cxn modelId="{EA19F49A-FEE5-4494-9AC2-5B89CFDC5C34}" type="presParOf" srcId="{ECC1C45E-B00C-4A59-AEB9-1F953F5C00A3}" destId="{08A8723F-9790-4D05-9A7F-A695DD54ADA0}" srcOrd="0" destOrd="0" presId="urn:microsoft.com/office/officeart/2009/3/layout/HorizontalOrganizationChart"/>
    <dgm:cxn modelId="{C5A4E98A-BC8B-4999-A6C9-AACEF21000BD}" type="presParOf" srcId="{08A8723F-9790-4D05-9A7F-A695DD54ADA0}" destId="{2A231453-FF0D-443D-87E8-87257BA9B0EE}" srcOrd="0" destOrd="0" presId="urn:microsoft.com/office/officeart/2009/3/layout/HorizontalOrganizationChart"/>
    <dgm:cxn modelId="{1983D452-13DA-4598-A794-100E8DE4FCB2}" type="presParOf" srcId="{08A8723F-9790-4D05-9A7F-A695DD54ADA0}" destId="{0A0759F7-AEC9-45E6-B0C9-C7C1A3150A4F}" srcOrd="1" destOrd="0" presId="urn:microsoft.com/office/officeart/2009/3/layout/HorizontalOrganizationChart"/>
    <dgm:cxn modelId="{704A58EB-BECA-4710-8690-337A3E05506D}" type="presParOf" srcId="{ECC1C45E-B00C-4A59-AEB9-1F953F5C00A3}" destId="{F155B652-50D0-4E33-B58C-7DC296E2D5F0}" srcOrd="1" destOrd="0" presId="urn:microsoft.com/office/officeart/2009/3/layout/HorizontalOrganizationChart"/>
    <dgm:cxn modelId="{F381E3F3-4A1A-46B1-A972-1EE828CBDDC5}" type="presParOf" srcId="{ECC1C45E-B00C-4A59-AEB9-1F953F5C00A3}" destId="{B3A37EE4-B0F0-4588-A807-3153A2E69F69}" srcOrd="2" destOrd="0" presId="urn:microsoft.com/office/officeart/2009/3/layout/HorizontalOrganizationChart"/>
    <dgm:cxn modelId="{7EE825D2-9413-4145-97C1-D354A5B101D1}" type="presParOf" srcId="{2768B59B-453A-42A2-85F9-75C2F9E31EB2}" destId="{485D3EB7-314F-4C91-B2D4-8AB5126CF5BB}" srcOrd="2" destOrd="0" presId="urn:microsoft.com/office/officeart/2009/3/layout/HorizontalOrganizationChart"/>
    <dgm:cxn modelId="{7587869D-E5FA-46E5-BC4F-4DFF44CA41C5}" type="presParOf" srcId="{6322132C-78CD-43CA-BDB1-15934FC6847D}" destId="{34B1EDD2-BFE8-4A14-8948-7EEB84EDF964}" srcOrd="10" destOrd="0" presId="urn:microsoft.com/office/officeart/2009/3/layout/HorizontalOrganizationChart"/>
    <dgm:cxn modelId="{02107F15-E828-4FE7-9E06-A508D4F98144}" type="presParOf" srcId="{6322132C-78CD-43CA-BDB1-15934FC6847D}" destId="{A6B1FB9B-052B-489F-9CB1-187B6E579E3C}" srcOrd="11" destOrd="0" presId="urn:microsoft.com/office/officeart/2009/3/layout/HorizontalOrganizationChart"/>
    <dgm:cxn modelId="{4D2154EF-8793-4AF3-AA34-A450088179FC}" type="presParOf" srcId="{A6B1FB9B-052B-489F-9CB1-187B6E579E3C}" destId="{FF477795-AE90-4627-9E54-30BBA876CAB3}" srcOrd="0" destOrd="0" presId="urn:microsoft.com/office/officeart/2009/3/layout/HorizontalOrganizationChart"/>
    <dgm:cxn modelId="{34408C30-CE00-4091-BFF4-FC4D3F91B6C8}" type="presParOf" srcId="{FF477795-AE90-4627-9E54-30BBA876CAB3}" destId="{3D02A4C7-D3F8-46A9-BF13-B91E1207C679}" srcOrd="0" destOrd="0" presId="urn:microsoft.com/office/officeart/2009/3/layout/HorizontalOrganizationChart"/>
    <dgm:cxn modelId="{8E067FDF-C7F9-4833-AC0B-9BA00385A8F0}" type="presParOf" srcId="{FF477795-AE90-4627-9E54-30BBA876CAB3}" destId="{75AB063C-95C2-4D08-BD75-E990F011A243}" srcOrd="1" destOrd="0" presId="urn:microsoft.com/office/officeart/2009/3/layout/HorizontalOrganizationChart"/>
    <dgm:cxn modelId="{DD2219C6-2E47-4B4E-9821-44C065B2E4CD}" type="presParOf" srcId="{A6B1FB9B-052B-489F-9CB1-187B6E579E3C}" destId="{896FC98F-C18B-48B6-9368-6A4224F8D339}" srcOrd="1" destOrd="0" presId="urn:microsoft.com/office/officeart/2009/3/layout/HorizontalOrganizationChart"/>
    <dgm:cxn modelId="{A9ECCE64-AB0B-4122-ACA2-1D259F90A0AC}" type="presParOf" srcId="{896FC98F-C18B-48B6-9368-6A4224F8D339}" destId="{50A4060C-F737-4459-BC6A-B233FEC9432A}" srcOrd="0" destOrd="0" presId="urn:microsoft.com/office/officeart/2009/3/layout/HorizontalOrganizationChart"/>
    <dgm:cxn modelId="{6ACD5032-D999-47ED-B0DD-B02E456A9C3D}" type="presParOf" srcId="{896FC98F-C18B-48B6-9368-6A4224F8D339}" destId="{D14D68CC-E066-4447-90AF-4E5C4D91C745}" srcOrd="1" destOrd="0" presId="urn:microsoft.com/office/officeart/2009/3/layout/HorizontalOrganizationChart"/>
    <dgm:cxn modelId="{0D3B6164-663C-4F6D-9844-F1F9F3AAFAAC}" type="presParOf" srcId="{D14D68CC-E066-4447-90AF-4E5C4D91C745}" destId="{4CB1C44D-18C1-45B3-8B69-3E34236607C4}" srcOrd="0" destOrd="0" presId="urn:microsoft.com/office/officeart/2009/3/layout/HorizontalOrganizationChart"/>
    <dgm:cxn modelId="{94A655F6-E5A5-420D-807D-AB0EF0E6B5C5}" type="presParOf" srcId="{4CB1C44D-18C1-45B3-8B69-3E34236607C4}" destId="{90D35EA2-A25D-449A-8C0B-91C81C67A50C}" srcOrd="0" destOrd="0" presId="urn:microsoft.com/office/officeart/2009/3/layout/HorizontalOrganizationChart"/>
    <dgm:cxn modelId="{083C9064-72ED-42A4-9601-787085D08140}" type="presParOf" srcId="{4CB1C44D-18C1-45B3-8B69-3E34236607C4}" destId="{89FD8EE9-AA60-48A6-9D40-0DBE92C02DE0}" srcOrd="1" destOrd="0" presId="urn:microsoft.com/office/officeart/2009/3/layout/HorizontalOrganizationChart"/>
    <dgm:cxn modelId="{F0B1BC6B-E6CE-4B92-B071-F82A4DB0B8D6}" type="presParOf" srcId="{D14D68CC-E066-4447-90AF-4E5C4D91C745}" destId="{53B6FEF6-D5AE-485A-8D43-4347859156E9}" srcOrd="1" destOrd="0" presId="urn:microsoft.com/office/officeart/2009/3/layout/HorizontalOrganizationChart"/>
    <dgm:cxn modelId="{452C93B9-A173-491A-9CB8-BAEF40450749}" type="presParOf" srcId="{D14D68CC-E066-4447-90AF-4E5C4D91C745}" destId="{6077FBBF-C54E-456A-B261-7861B4F23FB0}" srcOrd="2" destOrd="0" presId="urn:microsoft.com/office/officeart/2009/3/layout/HorizontalOrganizationChart"/>
    <dgm:cxn modelId="{756819BE-F4B8-4F26-B1D4-69F2AC8BAA49}" type="presParOf" srcId="{A6B1FB9B-052B-489F-9CB1-187B6E579E3C}" destId="{293C3232-9283-4A76-99D0-ACC9F33364EB}" srcOrd="2" destOrd="0" presId="urn:microsoft.com/office/officeart/2009/3/layout/HorizontalOrganizationChart"/>
    <dgm:cxn modelId="{3BBD2BB6-7C59-455D-8F1A-99C380F2C2DF}" type="presParOf" srcId="{6322132C-78CD-43CA-BDB1-15934FC6847D}" destId="{26800CCF-2CF7-4C2B-BE5D-668243245262}" srcOrd="12" destOrd="0" presId="urn:microsoft.com/office/officeart/2009/3/layout/HorizontalOrganizationChart"/>
    <dgm:cxn modelId="{FC6F429C-7B77-4E99-A4E0-51810AF88B9B}" type="presParOf" srcId="{6322132C-78CD-43CA-BDB1-15934FC6847D}" destId="{2385C688-3F8F-43A2-A30A-2252C12C33E5}" srcOrd="13" destOrd="0" presId="urn:microsoft.com/office/officeart/2009/3/layout/HorizontalOrganizationChart"/>
    <dgm:cxn modelId="{1F81243E-C4CA-4E66-BFFC-0D0E89D766B0}" type="presParOf" srcId="{2385C688-3F8F-43A2-A30A-2252C12C33E5}" destId="{581FB53A-4B2E-4286-B82E-94AEB51C2972}" srcOrd="0" destOrd="0" presId="urn:microsoft.com/office/officeart/2009/3/layout/HorizontalOrganizationChart"/>
    <dgm:cxn modelId="{D4C9C488-863E-49A8-B9DA-0032F38A44FF}" type="presParOf" srcId="{581FB53A-4B2E-4286-B82E-94AEB51C2972}" destId="{9E916334-F27B-4E86-B949-E7079E77F959}" srcOrd="0" destOrd="0" presId="urn:microsoft.com/office/officeart/2009/3/layout/HorizontalOrganizationChart"/>
    <dgm:cxn modelId="{36B3DC13-98BF-4D8C-AFD2-D0B0949C1473}" type="presParOf" srcId="{581FB53A-4B2E-4286-B82E-94AEB51C2972}" destId="{49F9D926-559F-4648-BFF5-79BEBC70A452}" srcOrd="1" destOrd="0" presId="urn:microsoft.com/office/officeart/2009/3/layout/HorizontalOrganizationChart"/>
    <dgm:cxn modelId="{20977D9C-BE3E-4EA9-98AA-A8A1F451D344}" type="presParOf" srcId="{2385C688-3F8F-43A2-A30A-2252C12C33E5}" destId="{16DEFBD3-D008-4B05-B2DD-39FF5F864F76}" srcOrd="1" destOrd="0" presId="urn:microsoft.com/office/officeart/2009/3/layout/HorizontalOrganizationChart"/>
    <dgm:cxn modelId="{BAB35425-0E40-4F8A-8468-323A58549455}" type="presParOf" srcId="{16DEFBD3-D008-4B05-B2DD-39FF5F864F76}" destId="{171E7136-836A-486B-B91D-37B90AC43AE7}" srcOrd="0" destOrd="0" presId="urn:microsoft.com/office/officeart/2009/3/layout/HorizontalOrganizationChart"/>
    <dgm:cxn modelId="{2E2832BA-154F-4646-AD80-4E99A8EC04E8}" type="presParOf" srcId="{16DEFBD3-D008-4B05-B2DD-39FF5F864F76}" destId="{642302D4-25F5-4191-A6BD-80A90EE256CB}" srcOrd="1" destOrd="0" presId="urn:microsoft.com/office/officeart/2009/3/layout/HorizontalOrganizationChart"/>
    <dgm:cxn modelId="{1C211B05-712A-4E85-8883-9E41EE9135FE}" type="presParOf" srcId="{642302D4-25F5-4191-A6BD-80A90EE256CB}" destId="{B324F531-5460-45CD-AD63-4E1D583EC186}" srcOrd="0" destOrd="0" presId="urn:microsoft.com/office/officeart/2009/3/layout/HorizontalOrganizationChart"/>
    <dgm:cxn modelId="{84D1FEC1-DB2D-4C57-8344-0025A9406559}" type="presParOf" srcId="{B324F531-5460-45CD-AD63-4E1D583EC186}" destId="{0BA28261-1ED3-47EB-A7EA-310484F5DF09}" srcOrd="0" destOrd="0" presId="urn:microsoft.com/office/officeart/2009/3/layout/HorizontalOrganizationChart"/>
    <dgm:cxn modelId="{C7C54DD4-0279-42B3-AC9B-4EA41311156F}" type="presParOf" srcId="{B324F531-5460-45CD-AD63-4E1D583EC186}" destId="{1F3D57A6-91D2-48AA-B105-E07306DABA2F}" srcOrd="1" destOrd="0" presId="urn:microsoft.com/office/officeart/2009/3/layout/HorizontalOrganizationChart"/>
    <dgm:cxn modelId="{1D6AB9EC-0094-47BD-AB46-F983F62BE848}" type="presParOf" srcId="{642302D4-25F5-4191-A6BD-80A90EE256CB}" destId="{E693CDA9-254D-4703-B79E-4F8CEA104BCE}" srcOrd="1" destOrd="0" presId="urn:microsoft.com/office/officeart/2009/3/layout/HorizontalOrganizationChart"/>
    <dgm:cxn modelId="{AB013FC6-C57B-47BE-897E-688DBA4D24BF}" type="presParOf" srcId="{E693CDA9-254D-4703-B79E-4F8CEA104BCE}" destId="{D56AF9D6-52CD-49B7-B03A-910C74477DFD}" srcOrd="0" destOrd="0" presId="urn:microsoft.com/office/officeart/2009/3/layout/HorizontalOrganizationChart"/>
    <dgm:cxn modelId="{3F4F6F0C-8F6F-4F08-A382-90174D64BB3B}" type="presParOf" srcId="{E693CDA9-254D-4703-B79E-4F8CEA104BCE}" destId="{929D98B8-E1AF-4AB0-A72E-45EB1F9E4936}" srcOrd="1" destOrd="0" presId="urn:microsoft.com/office/officeart/2009/3/layout/HorizontalOrganizationChart"/>
    <dgm:cxn modelId="{D03B0645-489D-4172-9524-D66B1C7E2CE2}" type="presParOf" srcId="{929D98B8-E1AF-4AB0-A72E-45EB1F9E4936}" destId="{94CE8272-7C92-4520-8B2F-7E2EACAF34CA}" srcOrd="0" destOrd="0" presId="urn:microsoft.com/office/officeart/2009/3/layout/HorizontalOrganizationChart"/>
    <dgm:cxn modelId="{CF7EBD8D-1321-4795-92D8-5F1E1B3802A5}" type="presParOf" srcId="{94CE8272-7C92-4520-8B2F-7E2EACAF34CA}" destId="{B509227D-8391-4FEA-8798-380D7D9E41EE}" srcOrd="0" destOrd="0" presId="urn:microsoft.com/office/officeart/2009/3/layout/HorizontalOrganizationChart"/>
    <dgm:cxn modelId="{1FC0B09B-F7DA-4420-92B9-9AC4AEC51A80}" type="presParOf" srcId="{94CE8272-7C92-4520-8B2F-7E2EACAF34CA}" destId="{13AAB80B-89C4-451F-A39D-CC96E0BE201C}" srcOrd="1" destOrd="0" presId="urn:microsoft.com/office/officeart/2009/3/layout/HorizontalOrganizationChart"/>
    <dgm:cxn modelId="{C2FF5D12-5364-4ADD-852A-851F134C968A}" type="presParOf" srcId="{929D98B8-E1AF-4AB0-A72E-45EB1F9E4936}" destId="{037CCFC1-A766-48DA-8CDC-17C070D2D1E8}" srcOrd="1" destOrd="0" presId="urn:microsoft.com/office/officeart/2009/3/layout/HorizontalOrganizationChart"/>
    <dgm:cxn modelId="{E743CEA3-6CBD-46CA-ACC6-CFE82A607595}" type="presParOf" srcId="{929D98B8-E1AF-4AB0-A72E-45EB1F9E4936}" destId="{0637968F-433B-4694-843C-7733D3911379}" srcOrd="2" destOrd="0" presId="urn:microsoft.com/office/officeart/2009/3/layout/HorizontalOrganizationChart"/>
    <dgm:cxn modelId="{B1E397FD-C179-4764-BB30-F1BE73C4A936}" type="presParOf" srcId="{642302D4-25F5-4191-A6BD-80A90EE256CB}" destId="{2EBC82D9-8CA9-4573-B5A3-42C5FAEEF36B}" srcOrd="2" destOrd="0" presId="urn:microsoft.com/office/officeart/2009/3/layout/HorizontalOrganizationChart"/>
    <dgm:cxn modelId="{5545C949-F815-425C-8531-0719F2B46C8F}" type="presParOf" srcId="{2385C688-3F8F-43A2-A30A-2252C12C33E5}" destId="{7B4852E4-0821-4A98-95F4-9B67008C205D}" srcOrd="2" destOrd="0" presId="urn:microsoft.com/office/officeart/2009/3/layout/HorizontalOrganizationChart"/>
    <dgm:cxn modelId="{E769F373-0FC8-4105-A4E2-BC37ED9447AD}" type="presParOf" srcId="{297A1475-871F-4B02-9E8C-FA3D011634A1}" destId="{0B06169F-9F61-42D6-8ABC-16C0E3ADE867}" srcOrd="2" destOrd="0" presId="urn:microsoft.com/office/officeart/2009/3/layout/HorizontalOrganizationChart"/>
    <dgm:cxn modelId="{C0497DC9-FEE0-4C59-917E-9A32A048B174}" type="presParOf" srcId="{21C05684-978E-4814-BFFD-06D294C8A223}" destId="{11F963ED-B3F0-41A3-B824-325961929004}" srcOrd="2" destOrd="0" presId="urn:microsoft.com/office/officeart/2009/3/layout/HorizontalOrganizationChart"/>
    <dgm:cxn modelId="{4A311015-90E6-4349-9E22-212D01FE4AAB}" type="presParOf" srcId="{21C05684-978E-4814-BFFD-06D294C8A223}" destId="{DF6F6EFF-03DB-45D7-9A74-CFE192F02E5B}" srcOrd="3" destOrd="0" presId="urn:microsoft.com/office/officeart/2009/3/layout/HorizontalOrganizationChart"/>
    <dgm:cxn modelId="{8DF15BEB-32ED-4FEF-82E4-165F4A0446F2}" type="presParOf" srcId="{DF6F6EFF-03DB-45D7-9A74-CFE192F02E5B}" destId="{88B72410-4735-4833-900A-AE12330D8502}" srcOrd="0" destOrd="0" presId="urn:microsoft.com/office/officeart/2009/3/layout/HorizontalOrganizationChart"/>
    <dgm:cxn modelId="{EFBE15D3-6B0B-47E8-A1CA-C78554A469BD}" type="presParOf" srcId="{88B72410-4735-4833-900A-AE12330D8502}" destId="{8C63EC56-3637-4380-B189-D0B66ADCD3F7}" srcOrd="0" destOrd="0" presId="urn:microsoft.com/office/officeart/2009/3/layout/HorizontalOrganizationChart"/>
    <dgm:cxn modelId="{A1A7BD2A-A2F1-4CD2-B764-9780945BA667}" type="presParOf" srcId="{88B72410-4735-4833-900A-AE12330D8502}" destId="{AC252788-612D-4E9E-AE60-64A72A6D6716}" srcOrd="1" destOrd="0" presId="urn:microsoft.com/office/officeart/2009/3/layout/HorizontalOrganizationChart"/>
    <dgm:cxn modelId="{5CE88CF4-7865-49B0-AB13-662E009E0C3F}" type="presParOf" srcId="{DF6F6EFF-03DB-45D7-9A74-CFE192F02E5B}" destId="{7DC8C575-4697-4BB3-BD29-6296054E1F4E}" srcOrd="1" destOrd="0" presId="urn:microsoft.com/office/officeart/2009/3/layout/HorizontalOrganizationChart"/>
    <dgm:cxn modelId="{BF891F55-AF03-420B-B4E6-0B1593C3370C}" type="presParOf" srcId="{DF6F6EFF-03DB-45D7-9A74-CFE192F02E5B}" destId="{AA35ED9B-1545-493D-AB5A-2EF477C71C83}" srcOrd="2" destOrd="0" presId="urn:microsoft.com/office/officeart/2009/3/layout/HorizontalOrganizationChart"/>
    <dgm:cxn modelId="{302DA3AD-1F2D-4E69-848A-2FF4F3C8FE98}" type="presParOf" srcId="{309A1635-DE84-4660-81FA-431325D7FF2B}" destId="{D580C470-8173-4D6F-8E9E-D5D672C1D4BB}" srcOrd="2" destOrd="0" presId="urn:microsoft.com/office/officeart/2009/3/layout/HorizontalOrganizationChart"/>
    <dgm:cxn modelId="{7465504D-4D05-45BE-BC70-56AF4D6E9829}" type="presParOf" srcId="{D843F3EE-B8EE-43C2-86E0-4F7E350611A9}" destId="{3E53AB13-732C-4F83-9B8F-D6D7DB3860B6}" srcOrd="4" destOrd="0" presId="urn:microsoft.com/office/officeart/2009/3/layout/HorizontalOrganizationChart"/>
    <dgm:cxn modelId="{840351AA-1D53-4F7F-975F-ACA0940728B6}" type="presParOf" srcId="{D843F3EE-B8EE-43C2-86E0-4F7E350611A9}" destId="{2B3438B6-C4AF-4776-9B02-580A7BE79A50}" srcOrd="5" destOrd="0" presId="urn:microsoft.com/office/officeart/2009/3/layout/HorizontalOrganizationChart"/>
    <dgm:cxn modelId="{2DA46ADA-3722-4DBF-B758-9091CD3BEA63}" type="presParOf" srcId="{2B3438B6-C4AF-4776-9B02-580A7BE79A50}" destId="{E7A4D92D-25D1-46AE-B1D5-E3B02045B764}" srcOrd="0" destOrd="0" presId="urn:microsoft.com/office/officeart/2009/3/layout/HorizontalOrganizationChart"/>
    <dgm:cxn modelId="{1877F689-375A-4CC7-8E8E-7F392C48AAEC}" type="presParOf" srcId="{E7A4D92D-25D1-46AE-B1D5-E3B02045B764}" destId="{110F79BE-B8CE-48C2-943A-1C7F5605B400}" srcOrd="0" destOrd="0" presId="urn:microsoft.com/office/officeart/2009/3/layout/HorizontalOrganizationChart"/>
    <dgm:cxn modelId="{C28B04F5-3258-4B5C-B8A9-7E16F4D0BF78}" type="presParOf" srcId="{E7A4D92D-25D1-46AE-B1D5-E3B02045B764}" destId="{B8476156-8F22-41DE-9C5C-CDA42789A7C4}" srcOrd="1" destOrd="0" presId="urn:microsoft.com/office/officeart/2009/3/layout/HorizontalOrganizationChart"/>
    <dgm:cxn modelId="{AEB68990-2265-4334-9AA1-FB254361D3AE}" type="presParOf" srcId="{2B3438B6-C4AF-4776-9B02-580A7BE79A50}" destId="{E94EFD84-5C54-40D8-9A8F-C38CEAB04081}" srcOrd="1" destOrd="0" presId="urn:microsoft.com/office/officeart/2009/3/layout/HorizontalOrganizationChart"/>
    <dgm:cxn modelId="{66503FF9-3BF1-414D-8053-752A060322C4}" type="presParOf" srcId="{E94EFD84-5C54-40D8-9A8F-C38CEAB04081}" destId="{554A0E78-C210-4338-8B5C-48DD3D201C5A}" srcOrd="0" destOrd="0" presId="urn:microsoft.com/office/officeart/2009/3/layout/HorizontalOrganizationChart"/>
    <dgm:cxn modelId="{5D85BF36-623D-487B-A283-14CB54AAF9EF}" type="presParOf" srcId="{E94EFD84-5C54-40D8-9A8F-C38CEAB04081}" destId="{7D941C44-EDB9-43A1-8B0D-A42E00E86928}" srcOrd="1" destOrd="0" presId="urn:microsoft.com/office/officeart/2009/3/layout/HorizontalOrganizationChart"/>
    <dgm:cxn modelId="{2182DBAA-DAB2-49AE-8404-107F952EF6EA}" type="presParOf" srcId="{7D941C44-EDB9-43A1-8B0D-A42E00E86928}" destId="{37131C8B-8B5A-45A5-BF77-ACCEECE3D803}" srcOrd="0" destOrd="0" presId="urn:microsoft.com/office/officeart/2009/3/layout/HorizontalOrganizationChart"/>
    <dgm:cxn modelId="{6A20854A-54EA-4368-AA32-BF45169754D7}" type="presParOf" srcId="{37131C8B-8B5A-45A5-BF77-ACCEECE3D803}" destId="{5ED98B15-1271-4C1B-BD70-D93D404A68CE}" srcOrd="0" destOrd="0" presId="urn:microsoft.com/office/officeart/2009/3/layout/HorizontalOrganizationChart"/>
    <dgm:cxn modelId="{0A979476-738F-4BDB-90B6-A4EA94A72C13}" type="presParOf" srcId="{37131C8B-8B5A-45A5-BF77-ACCEECE3D803}" destId="{32F9F6CA-A9C9-4EC0-B487-8A6B1DDEE396}" srcOrd="1" destOrd="0" presId="urn:microsoft.com/office/officeart/2009/3/layout/HorizontalOrganizationChart"/>
    <dgm:cxn modelId="{8A2E2B89-64D6-4ADD-9B67-B86B53EBFED7}" type="presParOf" srcId="{7D941C44-EDB9-43A1-8B0D-A42E00E86928}" destId="{6072350C-6373-4705-A9DC-82BB2DD64A3A}" srcOrd="1" destOrd="0" presId="urn:microsoft.com/office/officeart/2009/3/layout/HorizontalOrganizationChart"/>
    <dgm:cxn modelId="{9AA87128-3276-4306-B763-0A7C35715E45}" type="presParOf" srcId="{6072350C-6373-4705-A9DC-82BB2DD64A3A}" destId="{5D697390-7377-44AA-914E-7F34A506AC17}" srcOrd="0" destOrd="0" presId="urn:microsoft.com/office/officeart/2009/3/layout/HorizontalOrganizationChart"/>
    <dgm:cxn modelId="{B8F0C071-EE8A-453F-BE91-40B6DAEC7C69}" type="presParOf" srcId="{6072350C-6373-4705-A9DC-82BB2DD64A3A}" destId="{81A249B5-1F4D-4281-8CFD-E20AACD928D8}" srcOrd="1" destOrd="0" presId="urn:microsoft.com/office/officeart/2009/3/layout/HorizontalOrganizationChart"/>
    <dgm:cxn modelId="{5F88D07F-1321-4D83-8C66-CFC9D0931671}" type="presParOf" srcId="{81A249B5-1F4D-4281-8CFD-E20AACD928D8}" destId="{02C783C3-9198-4864-8220-79C5B39D318A}" srcOrd="0" destOrd="0" presId="urn:microsoft.com/office/officeart/2009/3/layout/HorizontalOrganizationChart"/>
    <dgm:cxn modelId="{993BD9CF-91CD-4DDF-85B2-033C2818F101}" type="presParOf" srcId="{02C783C3-9198-4864-8220-79C5B39D318A}" destId="{DDF5EC19-41AE-4BDE-81B3-DB61285BD74A}" srcOrd="0" destOrd="0" presId="urn:microsoft.com/office/officeart/2009/3/layout/HorizontalOrganizationChart"/>
    <dgm:cxn modelId="{2E1C25F9-D08C-4F34-893E-647EC3C5BD8F}" type="presParOf" srcId="{02C783C3-9198-4864-8220-79C5B39D318A}" destId="{6F9A1A66-336B-4BA9-A352-FD8CB9DA2042}" srcOrd="1" destOrd="0" presId="urn:microsoft.com/office/officeart/2009/3/layout/HorizontalOrganizationChart"/>
    <dgm:cxn modelId="{ADD70A42-3A38-496B-B6C7-81996704DFB6}" type="presParOf" srcId="{81A249B5-1F4D-4281-8CFD-E20AACD928D8}" destId="{D39E991D-3564-4C29-BDB1-716D94172FD1}" srcOrd="1" destOrd="0" presId="urn:microsoft.com/office/officeart/2009/3/layout/HorizontalOrganizationChart"/>
    <dgm:cxn modelId="{392FBB16-B59A-4F59-87B9-98AC037342EB}" type="presParOf" srcId="{81A249B5-1F4D-4281-8CFD-E20AACD928D8}" destId="{826711E4-43F7-4415-BEE7-D30FE48D53F0}" srcOrd="2" destOrd="0" presId="urn:microsoft.com/office/officeart/2009/3/layout/HorizontalOrganizationChart"/>
    <dgm:cxn modelId="{8864DC8D-29CB-4012-AC69-543286CDB1A6}" type="presParOf" srcId="{6072350C-6373-4705-A9DC-82BB2DD64A3A}" destId="{7C3BC206-817E-47FC-AA4A-7E68D35E9CC7}" srcOrd="2" destOrd="0" presId="urn:microsoft.com/office/officeart/2009/3/layout/HorizontalOrganizationChart"/>
    <dgm:cxn modelId="{B36A016F-A52A-42B6-88AA-02E3781D88AF}" type="presParOf" srcId="{6072350C-6373-4705-A9DC-82BB2DD64A3A}" destId="{CE404325-D390-4D1D-A6D6-0523ECB0D0C3}" srcOrd="3" destOrd="0" presId="urn:microsoft.com/office/officeart/2009/3/layout/HorizontalOrganizationChart"/>
    <dgm:cxn modelId="{CC010546-320D-4FE7-8E12-F64EEAA55BA8}" type="presParOf" srcId="{CE404325-D390-4D1D-A6D6-0523ECB0D0C3}" destId="{6857FE5E-590C-4932-8F31-20B61F623BF8}" srcOrd="0" destOrd="0" presId="urn:microsoft.com/office/officeart/2009/3/layout/HorizontalOrganizationChart"/>
    <dgm:cxn modelId="{1E2A6686-5A3F-4029-A1C0-D177C5C3D6E1}" type="presParOf" srcId="{6857FE5E-590C-4932-8F31-20B61F623BF8}" destId="{E3458C5F-4332-4439-96AF-FD966B7B137A}" srcOrd="0" destOrd="0" presId="urn:microsoft.com/office/officeart/2009/3/layout/HorizontalOrganizationChart"/>
    <dgm:cxn modelId="{71474BB5-A3D5-43A2-A907-A171473C9007}" type="presParOf" srcId="{6857FE5E-590C-4932-8F31-20B61F623BF8}" destId="{E64611E0-F76B-4B48-BD4A-3D9E4DE85202}" srcOrd="1" destOrd="0" presId="urn:microsoft.com/office/officeart/2009/3/layout/HorizontalOrganizationChart"/>
    <dgm:cxn modelId="{5006AC3B-06DA-4F37-A796-20374507A9A1}" type="presParOf" srcId="{CE404325-D390-4D1D-A6D6-0523ECB0D0C3}" destId="{178FB168-8EC0-4C39-B0F2-CBAC9954840C}" srcOrd="1" destOrd="0" presId="urn:microsoft.com/office/officeart/2009/3/layout/HorizontalOrganizationChart"/>
    <dgm:cxn modelId="{1AF2B4B7-9D27-4045-87DB-72CE64DA5134}" type="presParOf" srcId="{178FB168-8EC0-4C39-B0F2-CBAC9954840C}" destId="{93F93993-47F1-428E-9F9E-450A331F894E}" srcOrd="0" destOrd="0" presId="urn:microsoft.com/office/officeart/2009/3/layout/HorizontalOrganizationChart"/>
    <dgm:cxn modelId="{D639D024-0DDB-4B31-B67A-F1F47D2107C7}" type="presParOf" srcId="{178FB168-8EC0-4C39-B0F2-CBAC9954840C}" destId="{10C12785-5206-46A6-BA56-0F5E579E9E0C}" srcOrd="1" destOrd="0" presId="urn:microsoft.com/office/officeart/2009/3/layout/HorizontalOrganizationChart"/>
    <dgm:cxn modelId="{0C0E6D12-83D2-44C1-8877-5106CB412EF9}" type="presParOf" srcId="{10C12785-5206-46A6-BA56-0F5E579E9E0C}" destId="{B50E8FAC-15A9-4F01-9686-6AD3A2985F93}" srcOrd="0" destOrd="0" presId="urn:microsoft.com/office/officeart/2009/3/layout/HorizontalOrganizationChart"/>
    <dgm:cxn modelId="{1088E71E-2DF6-4938-BFB8-F071D9A6D921}" type="presParOf" srcId="{B50E8FAC-15A9-4F01-9686-6AD3A2985F93}" destId="{07CF39E6-9B2B-4A5F-B780-120DD8E62C9B}" srcOrd="0" destOrd="0" presId="urn:microsoft.com/office/officeart/2009/3/layout/HorizontalOrganizationChart"/>
    <dgm:cxn modelId="{69125712-D517-47CC-BEDC-B8088DF830F3}" type="presParOf" srcId="{B50E8FAC-15A9-4F01-9686-6AD3A2985F93}" destId="{B2D69DCB-202B-46EC-819A-C954631D964B}" srcOrd="1" destOrd="0" presId="urn:microsoft.com/office/officeart/2009/3/layout/HorizontalOrganizationChart"/>
    <dgm:cxn modelId="{943331DC-2C9E-48E7-9F63-011EC3A8CB20}" type="presParOf" srcId="{10C12785-5206-46A6-BA56-0F5E579E9E0C}" destId="{39477503-7022-4EFE-910A-4D9CD5006307}" srcOrd="1" destOrd="0" presId="urn:microsoft.com/office/officeart/2009/3/layout/HorizontalOrganizationChart"/>
    <dgm:cxn modelId="{DA8E1BC0-2FB1-4A9E-AB0E-8D67346C056E}" type="presParOf" srcId="{39477503-7022-4EFE-910A-4D9CD5006307}" destId="{00A95A3F-3AAD-468F-908F-845C4ED90DA2}" srcOrd="0" destOrd="0" presId="urn:microsoft.com/office/officeart/2009/3/layout/HorizontalOrganizationChart"/>
    <dgm:cxn modelId="{C2C1C738-30A8-42AB-AE8F-B340995C180F}" type="presParOf" srcId="{39477503-7022-4EFE-910A-4D9CD5006307}" destId="{A679DF6E-2E87-49EF-9331-294A3BA4327D}" srcOrd="1" destOrd="0" presId="urn:microsoft.com/office/officeart/2009/3/layout/HorizontalOrganizationChart"/>
    <dgm:cxn modelId="{CF5C0651-7B4D-4248-BFEA-504D8B23E6DB}" type="presParOf" srcId="{A679DF6E-2E87-49EF-9331-294A3BA4327D}" destId="{F436D6A1-1ADA-4670-B90C-DCE011D93A3B}" srcOrd="0" destOrd="0" presId="urn:microsoft.com/office/officeart/2009/3/layout/HorizontalOrganizationChart"/>
    <dgm:cxn modelId="{1C622884-9A4D-4296-B800-0BC047550870}" type="presParOf" srcId="{F436D6A1-1ADA-4670-B90C-DCE011D93A3B}" destId="{B652EFB0-A88E-48A1-836A-A245919707FD}" srcOrd="0" destOrd="0" presId="urn:microsoft.com/office/officeart/2009/3/layout/HorizontalOrganizationChart"/>
    <dgm:cxn modelId="{F8AA76E9-4646-4CFB-B2B7-34FBC5732EC1}" type="presParOf" srcId="{F436D6A1-1ADA-4670-B90C-DCE011D93A3B}" destId="{DC81B629-CD82-4B25-9F47-C4E4D420D1AE}" srcOrd="1" destOrd="0" presId="urn:microsoft.com/office/officeart/2009/3/layout/HorizontalOrganizationChart"/>
    <dgm:cxn modelId="{C94C140D-C362-45A5-9DEF-2B6397BCDFCC}" type="presParOf" srcId="{A679DF6E-2E87-49EF-9331-294A3BA4327D}" destId="{6D88FD24-272B-4F88-85DA-3D20C3E257B3}" srcOrd="1" destOrd="0" presId="urn:microsoft.com/office/officeart/2009/3/layout/HorizontalOrganizationChart"/>
    <dgm:cxn modelId="{C24B5BCD-2E82-450D-A6DF-858EF78264E7}" type="presParOf" srcId="{A679DF6E-2E87-49EF-9331-294A3BA4327D}" destId="{06F8F34C-15EC-4471-A6D4-438E4D10EB3A}" srcOrd="2" destOrd="0" presId="urn:microsoft.com/office/officeart/2009/3/layout/HorizontalOrganizationChart"/>
    <dgm:cxn modelId="{60DE89E5-E678-4FF8-9FD2-8F5EB0B9D1B4}" type="presParOf" srcId="{10C12785-5206-46A6-BA56-0F5E579E9E0C}" destId="{B8B3B9BF-9701-4947-ACE9-1AEAD028B857}" srcOrd="2" destOrd="0" presId="urn:microsoft.com/office/officeart/2009/3/layout/HorizontalOrganizationChart"/>
    <dgm:cxn modelId="{B87B38CB-B6CD-42F2-A6E5-F1D496AAD418}" type="presParOf" srcId="{178FB168-8EC0-4C39-B0F2-CBAC9954840C}" destId="{CA185CE9-65D3-4677-966D-33B7645E2257}" srcOrd="2" destOrd="0" presId="urn:microsoft.com/office/officeart/2009/3/layout/HorizontalOrganizationChart"/>
    <dgm:cxn modelId="{881DA124-5387-42AF-89CC-76B5573ED7A1}" type="presParOf" srcId="{178FB168-8EC0-4C39-B0F2-CBAC9954840C}" destId="{EC40E019-0120-4F45-94FE-CCD6C60DCCFC}" srcOrd="3" destOrd="0" presId="urn:microsoft.com/office/officeart/2009/3/layout/HorizontalOrganizationChart"/>
    <dgm:cxn modelId="{5E360286-01B0-4CF2-BB4D-0D5F40324EA3}" type="presParOf" srcId="{EC40E019-0120-4F45-94FE-CCD6C60DCCFC}" destId="{E12CBF1C-8ECA-451E-8BF7-19C54F17F51C}" srcOrd="0" destOrd="0" presId="urn:microsoft.com/office/officeart/2009/3/layout/HorizontalOrganizationChart"/>
    <dgm:cxn modelId="{1254530C-8EDC-4DE3-8BB8-566997F89CE7}" type="presParOf" srcId="{E12CBF1C-8ECA-451E-8BF7-19C54F17F51C}" destId="{1D1D8692-63AE-448E-8E39-430F6A4B46BF}" srcOrd="0" destOrd="0" presId="urn:microsoft.com/office/officeart/2009/3/layout/HorizontalOrganizationChart"/>
    <dgm:cxn modelId="{A2C111F4-4B56-4FC9-B2C1-368589A6060B}" type="presParOf" srcId="{E12CBF1C-8ECA-451E-8BF7-19C54F17F51C}" destId="{18E21695-07C6-4F19-99E8-D16CE3157C9B}" srcOrd="1" destOrd="0" presId="urn:microsoft.com/office/officeart/2009/3/layout/HorizontalOrganizationChart"/>
    <dgm:cxn modelId="{3CD9584E-641C-43EB-A4FE-7126124EEACA}" type="presParOf" srcId="{EC40E019-0120-4F45-94FE-CCD6C60DCCFC}" destId="{3BDF94F5-1D25-402E-8247-6F898723BBB9}" srcOrd="1" destOrd="0" presId="urn:microsoft.com/office/officeart/2009/3/layout/HorizontalOrganizationChart"/>
    <dgm:cxn modelId="{6CEF728F-4C01-4EFF-8E44-F34C49487948}" type="presParOf" srcId="{3BDF94F5-1D25-402E-8247-6F898723BBB9}" destId="{6EBCB12D-6D77-4447-9F58-D885806C37C1}" srcOrd="0" destOrd="0" presId="urn:microsoft.com/office/officeart/2009/3/layout/HorizontalOrganizationChart"/>
    <dgm:cxn modelId="{C033A6B9-644D-428D-99CB-93937E854763}" type="presParOf" srcId="{3BDF94F5-1D25-402E-8247-6F898723BBB9}" destId="{C4BC5194-FE1C-4020-9B78-BED164EFDC75}" srcOrd="1" destOrd="0" presId="urn:microsoft.com/office/officeart/2009/3/layout/HorizontalOrganizationChart"/>
    <dgm:cxn modelId="{8CEF1D7B-B654-444C-BCD2-688E88E816F6}" type="presParOf" srcId="{C4BC5194-FE1C-4020-9B78-BED164EFDC75}" destId="{6F6AD7DC-1E5E-41D5-81EA-F136CC76DE3B}" srcOrd="0" destOrd="0" presId="urn:microsoft.com/office/officeart/2009/3/layout/HorizontalOrganizationChart"/>
    <dgm:cxn modelId="{29BCCA25-3643-48D7-916A-0EA32D3E40E3}" type="presParOf" srcId="{6F6AD7DC-1E5E-41D5-81EA-F136CC76DE3B}" destId="{CF184D97-6870-475F-82DD-C951C974B444}" srcOrd="0" destOrd="0" presId="urn:microsoft.com/office/officeart/2009/3/layout/HorizontalOrganizationChart"/>
    <dgm:cxn modelId="{B1F2BF37-5266-4147-A967-7B7248614B35}" type="presParOf" srcId="{6F6AD7DC-1E5E-41D5-81EA-F136CC76DE3B}" destId="{368DE4E4-C42A-435E-AD32-88164C04A62F}" srcOrd="1" destOrd="0" presId="urn:microsoft.com/office/officeart/2009/3/layout/HorizontalOrganizationChart"/>
    <dgm:cxn modelId="{C66BEE9D-A222-408D-9B20-684C5BA0197E}" type="presParOf" srcId="{C4BC5194-FE1C-4020-9B78-BED164EFDC75}" destId="{2F5EE40E-768E-468A-97CB-B7D089D3E5A6}" srcOrd="1" destOrd="0" presId="urn:microsoft.com/office/officeart/2009/3/layout/HorizontalOrganizationChart"/>
    <dgm:cxn modelId="{CCD8381B-F891-4431-BEA0-32DB2CA8440D}" type="presParOf" srcId="{C4BC5194-FE1C-4020-9B78-BED164EFDC75}" destId="{3527D649-6D94-44F6-949B-641733A2557F}" srcOrd="2" destOrd="0" presId="urn:microsoft.com/office/officeart/2009/3/layout/HorizontalOrganizationChart"/>
    <dgm:cxn modelId="{EC8F5814-611C-4D5D-8102-883FE70845C0}" type="presParOf" srcId="{EC40E019-0120-4F45-94FE-CCD6C60DCCFC}" destId="{A67D8E25-55D4-42F5-B7CB-B526BAD5CB0E}" srcOrd="2" destOrd="0" presId="urn:microsoft.com/office/officeart/2009/3/layout/HorizontalOrganizationChart"/>
    <dgm:cxn modelId="{B50E5670-7867-4402-8557-6B053E5EAADF}" type="presParOf" srcId="{CE404325-D390-4D1D-A6D6-0523ECB0D0C3}" destId="{D097B0BF-81C7-4309-9852-2E865B8B14EA}" srcOrd="2" destOrd="0" presId="urn:microsoft.com/office/officeart/2009/3/layout/HorizontalOrganizationChart"/>
    <dgm:cxn modelId="{10C1B9E5-F219-4C05-9080-058B79781184}" type="presParOf" srcId="{6072350C-6373-4705-A9DC-82BB2DD64A3A}" destId="{418A319B-5CB8-4C1A-929A-A579AE777841}" srcOrd="4" destOrd="0" presId="urn:microsoft.com/office/officeart/2009/3/layout/HorizontalOrganizationChart"/>
    <dgm:cxn modelId="{91063CC3-53D4-4CB6-BEB2-9D7F68AE3514}" type="presParOf" srcId="{6072350C-6373-4705-A9DC-82BB2DD64A3A}" destId="{F49CA836-44E5-4C40-8AC4-2AE0EF430965}" srcOrd="5" destOrd="0" presId="urn:microsoft.com/office/officeart/2009/3/layout/HorizontalOrganizationChart"/>
    <dgm:cxn modelId="{659675E5-4239-42E2-AA3F-74060F94DFB6}" type="presParOf" srcId="{F49CA836-44E5-4C40-8AC4-2AE0EF430965}" destId="{FDE5C0D2-1D67-4212-86C6-397D790596CF}" srcOrd="0" destOrd="0" presId="urn:microsoft.com/office/officeart/2009/3/layout/HorizontalOrganizationChart"/>
    <dgm:cxn modelId="{AAABB6D0-4C0E-44FA-9DD6-5E4381C3C7D4}" type="presParOf" srcId="{FDE5C0D2-1D67-4212-86C6-397D790596CF}" destId="{FD314EC3-FAF3-42D4-B72F-81E23652E3D9}" srcOrd="0" destOrd="0" presId="urn:microsoft.com/office/officeart/2009/3/layout/HorizontalOrganizationChart"/>
    <dgm:cxn modelId="{0E4747EF-9D07-4F8E-ABF2-331C106069A1}" type="presParOf" srcId="{FDE5C0D2-1D67-4212-86C6-397D790596CF}" destId="{3FD13D51-28CB-4ACA-8CF5-784F6B0C3075}" srcOrd="1" destOrd="0" presId="urn:microsoft.com/office/officeart/2009/3/layout/HorizontalOrganizationChart"/>
    <dgm:cxn modelId="{BEFC2C34-8848-4827-A7F6-3DFD485F1E47}" type="presParOf" srcId="{F49CA836-44E5-4C40-8AC4-2AE0EF430965}" destId="{16EE9FFA-E407-4775-9823-E76B3F7213DD}" srcOrd="1" destOrd="0" presId="urn:microsoft.com/office/officeart/2009/3/layout/HorizontalOrganizationChart"/>
    <dgm:cxn modelId="{CD79771F-423D-4F5E-B2B1-787391BE0F79}" type="presParOf" srcId="{16EE9FFA-E407-4775-9823-E76B3F7213DD}" destId="{9296E3D5-989F-4B79-93AD-BF39EEE4C999}" srcOrd="0" destOrd="0" presId="urn:microsoft.com/office/officeart/2009/3/layout/HorizontalOrganizationChart"/>
    <dgm:cxn modelId="{3C500235-B4B8-4241-B972-FB11C243812D}" type="presParOf" srcId="{16EE9FFA-E407-4775-9823-E76B3F7213DD}" destId="{9AE62F2E-6CB3-4473-B405-A3BA1D9BFA8A}" srcOrd="1" destOrd="0" presId="urn:microsoft.com/office/officeart/2009/3/layout/HorizontalOrganizationChart"/>
    <dgm:cxn modelId="{BA4FF887-7427-44DA-B75B-5FF20955A808}" type="presParOf" srcId="{9AE62F2E-6CB3-4473-B405-A3BA1D9BFA8A}" destId="{2D6DC72C-5D67-49D0-B044-6D2B7E2D9CA6}" srcOrd="0" destOrd="0" presId="urn:microsoft.com/office/officeart/2009/3/layout/HorizontalOrganizationChart"/>
    <dgm:cxn modelId="{B48CD820-D38E-47A0-8C5E-3386D26C1D1C}" type="presParOf" srcId="{2D6DC72C-5D67-49D0-B044-6D2B7E2D9CA6}" destId="{2CFF43AD-E638-48CC-A1A6-213BB3000388}" srcOrd="0" destOrd="0" presId="urn:microsoft.com/office/officeart/2009/3/layout/HorizontalOrganizationChart"/>
    <dgm:cxn modelId="{3C13C65C-5C4F-4D9A-BC33-2313F5B848BA}" type="presParOf" srcId="{2D6DC72C-5D67-49D0-B044-6D2B7E2D9CA6}" destId="{47B80075-7A99-4CC4-8E04-7AE4D94B5491}" srcOrd="1" destOrd="0" presId="urn:microsoft.com/office/officeart/2009/3/layout/HorizontalOrganizationChart"/>
    <dgm:cxn modelId="{B77DDD4C-FEF0-4519-AEB5-8B909345737B}" type="presParOf" srcId="{9AE62F2E-6CB3-4473-B405-A3BA1D9BFA8A}" destId="{2B1F2EC5-D922-47CB-9075-5C58620A91A3}" srcOrd="1" destOrd="0" presId="urn:microsoft.com/office/officeart/2009/3/layout/HorizontalOrganizationChart"/>
    <dgm:cxn modelId="{F5F90D0F-83A0-4AD5-A3D9-B7F297A0CBC2}" type="presParOf" srcId="{9AE62F2E-6CB3-4473-B405-A3BA1D9BFA8A}" destId="{3CAB886C-4BD0-4321-8ECB-8E4B5608D104}" srcOrd="2" destOrd="0" presId="urn:microsoft.com/office/officeart/2009/3/layout/HorizontalOrganizationChart"/>
    <dgm:cxn modelId="{ACE2B376-A37B-4933-87E8-FC092768065C}" type="presParOf" srcId="{F49CA836-44E5-4C40-8AC4-2AE0EF430965}" destId="{51EA36A6-1667-467C-86F8-B276FBB41886}" srcOrd="2" destOrd="0" presId="urn:microsoft.com/office/officeart/2009/3/layout/HorizontalOrganizationChart"/>
    <dgm:cxn modelId="{BD0460F3-D05D-4824-A521-89FBCB33E236}" type="presParOf" srcId="{6072350C-6373-4705-A9DC-82BB2DD64A3A}" destId="{325B629F-ABB1-4EC6-9F54-565334BD27E2}" srcOrd="6" destOrd="0" presId="urn:microsoft.com/office/officeart/2009/3/layout/HorizontalOrganizationChart"/>
    <dgm:cxn modelId="{BB96F843-2C58-4DB5-994B-A687F27835A6}" type="presParOf" srcId="{6072350C-6373-4705-A9DC-82BB2DD64A3A}" destId="{BA8D7E82-10E0-4B5D-A7A8-5B403C181AAD}" srcOrd="7" destOrd="0" presId="urn:microsoft.com/office/officeart/2009/3/layout/HorizontalOrganizationChart"/>
    <dgm:cxn modelId="{72021BB3-7BA3-4E11-A792-34647998035A}" type="presParOf" srcId="{BA8D7E82-10E0-4B5D-A7A8-5B403C181AAD}" destId="{ECA125E0-FC36-4EDC-B5F3-63E1C3C35BB0}" srcOrd="0" destOrd="0" presId="urn:microsoft.com/office/officeart/2009/3/layout/HorizontalOrganizationChart"/>
    <dgm:cxn modelId="{5588BEA9-C64D-4A39-ABC3-64C0D966A924}" type="presParOf" srcId="{ECA125E0-FC36-4EDC-B5F3-63E1C3C35BB0}" destId="{B7E87C89-F2A3-40BE-A158-9348331D318D}" srcOrd="0" destOrd="0" presId="urn:microsoft.com/office/officeart/2009/3/layout/HorizontalOrganizationChart"/>
    <dgm:cxn modelId="{ADA2D1F5-F2A6-43EA-BB95-89190B98855E}" type="presParOf" srcId="{ECA125E0-FC36-4EDC-B5F3-63E1C3C35BB0}" destId="{F4F402F9-353D-4DAF-A0B3-B8E72F14207C}" srcOrd="1" destOrd="0" presId="urn:microsoft.com/office/officeart/2009/3/layout/HorizontalOrganizationChart"/>
    <dgm:cxn modelId="{AE8CA8D1-A01A-470F-8264-F0EE01A6E9E5}" type="presParOf" srcId="{BA8D7E82-10E0-4B5D-A7A8-5B403C181AAD}" destId="{75DC4A39-6C23-4835-9E4D-4BC7EA472591}" srcOrd="1" destOrd="0" presId="urn:microsoft.com/office/officeart/2009/3/layout/HorizontalOrganizationChart"/>
    <dgm:cxn modelId="{080881A3-B495-462D-840E-6F8A47E836DF}" type="presParOf" srcId="{75DC4A39-6C23-4835-9E4D-4BC7EA472591}" destId="{C1341CAE-26B4-413C-B659-B4133610AE2C}" srcOrd="0" destOrd="0" presId="urn:microsoft.com/office/officeart/2009/3/layout/HorizontalOrganizationChart"/>
    <dgm:cxn modelId="{D46A71F9-60AE-4F28-90A3-1E2DC46C9667}" type="presParOf" srcId="{75DC4A39-6C23-4835-9E4D-4BC7EA472591}" destId="{34334FEB-0A74-4945-9E06-62902E13F72D}" srcOrd="1" destOrd="0" presId="urn:microsoft.com/office/officeart/2009/3/layout/HorizontalOrganizationChart"/>
    <dgm:cxn modelId="{4B09160F-4C0F-4F96-89E1-82B4EFFA9EF5}" type="presParOf" srcId="{34334FEB-0A74-4945-9E06-62902E13F72D}" destId="{0A75E738-A60A-41CD-B3C2-B6F965160774}" srcOrd="0" destOrd="0" presId="urn:microsoft.com/office/officeart/2009/3/layout/HorizontalOrganizationChart"/>
    <dgm:cxn modelId="{A77CD9AF-E40D-47C2-8B20-3CF6FC863878}" type="presParOf" srcId="{0A75E738-A60A-41CD-B3C2-B6F965160774}" destId="{FD27C63C-53AB-4EF5-B065-A5CCC6683CBC}" srcOrd="0" destOrd="0" presId="urn:microsoft.com/office/officeart/2009/3/layout/HorizontalOrganizationChart"/>
    <dgm:cxn modelId="{BCF70540-22A9-4F40-9F56-0AC00B376FBA}" type="presParOf" srcId="{0A75E738-A60A-41CD-B3C2-B6F965160774}" destId="{B81833A2-355D-431A-B42B-FFB97F5DED7E}" srcOrd="1" destOrd="0" presId="urn:microsoft.com/office/officeart/2009/3/layout/HorizontalOrganizationChart"/>
    <dgm:cxn modelId="{D63B4BC4-A65D-40E1-B44A-80AD1AA2E2C9}" type="presParOf" srcId="{34334FEB-0A74-4945-9E06-62902E13F72D}" destId="{B75101D1-41FE-4F79-AE84-A03090A9821A}" srcOrd="1" destOrd="0" presId="urn:microsoft.com/office/officeart/2009/3/layout/HorizontalOrganizationChart"/>
    <dgm:cxn modelId="{3F116754-8CA2-45E6-A9AA-84224D42E0A9}" type="presParOf" srcId="{34334FEB-0A74-4945-9E06-62902E13F72D}" destId="{E2141735-2F07-4BB8-BD72-01BC72AD7827}" srcOrd="2" destOrd="0" presId="urn:microsoft.com/office/officeart/2009/3/layout/HorizontalOrganizationChart"/>
    <dgm:cxn modelId="{F5ED2324-FB7D-4ECC-9F27-EC5B3391B47B}" type="presParOf" srcId="{BA8D7E82-10E0-4B5D-A7A8-5B403C181AAD}" destId="{F121FC04-6ABC-4471-9661-93ED72B93D39}" srcOrd="2" destOrd="0" presId="urn:microsoft.com/office/officeart/2009/3/layout/HorizontalOrganizationChart"/>
    <dgm:cxn modelId="{D88028B0-4590-4425-8C69-F7E5C1C81862}" type="presParOf" srcId="{6072350C-6373-4705-A9DC-82BB2DD64A3A}" destId="{43CC1C42-04AA-435A-979C-E62AFAAF4D5E}" srcOrd="8" destOrd="0" presId="urn:microsoft.com/office/officeart/2009/3/layout/HorizontalOrganizationChart"/>
    <dgm:cxn modelId="{81914526-67D9-4799-B06E-CC510159200B}" type="presParOf" srcId="{6072350C-6373-4705-A9DC-82BB2DD64A3A}" destId="{44A8D897-8291-4E69-A253-691929D80E5E}" srcOrd="9" destOrd="0" presId="urn:microsoft.com/office/officeart/2009/3/layout/HorizontalOrganizationChart"/>
    <dgm:cxn modelId="{6A482C4B-650F-4C02-9B69-FAE8B9F9A202}" type="presParOf" srcId="{44A8D897-8291-4E69-A253-691929D80E5E}" destId="{B29E445C-130D-466D-9BC6-3401B845091F}" srcOrd="0" destOrd="0" presId="urn:microsoft.com/office/officeart/2009/3/layout/HorizontalOrganizationChart"/>
    <dgm:cxn modelId="{3DEDED4F-2483-41F8-B798-AD0A1B2B973D}" type="presParOf" srcId="{B29E445C-130D-466D-9BC6-3401B845091F}" destId="{77267FA6-0CDF-4F47-97BA-153747EF1791}" srcOrd="0" destOrd="0" presId="urn:microsoft.com/office/officeart/2009/3/layout/HorizontalOrganizationChart"/>
    <dgm:cxn modelId="{787A5720-7C43-4A08-970A-E28F3C04CF0F}" type="presParOf" srcId="{B29E445C-130D-466D-9BC6-3401B845091F}" destId="{213124F1-A749-4DBC-85FE-5AC202AF5919}" srcOrd="1" destOrd="0" presId="urn:microsoft.com/office/officeart/2009/3/layout/HorizontalOrganizationChart"/>
    <dgm:cxn modelId="{F82BE260-6B47-4142-8AF2-AA69838C0EC7}" type="presParOf" srcId="{44A8D897-8291-4E69-A253-691929D80E5E}" destId="{6F0A908E-CE1D-48B7-9FC6-B9C6A134D0D8}" srcOrd="1" destOrd="0" presId="urn:microsoft.com/office/officeart/2009/3/layout/HorizontalOrganizationChart"/>
    <dgm:cxn modelId="{34832424-E2A8-4405-A02E-A0C55CD03F59}" type="presParOf" srcId="{44A8D897-8291-4E69-A253-691929D80E5E}" destId="{980D180F-0C13-4DC6-B9DC-1434889638D1}" srcOrd="2" destOrd="0" presId="urn:microsoft.com/office/officeart/2009/3/layout/HorizontalOrganizationChart"/>
    <dgm:cxn modelId="{DA1214F1-8492-4E49-86D8-3E009136C315}" type="presParOf" srcId="{7D941C44-EDB9-43A1-8B0D-A42E00E86928}" destId="{42B863AB-8FAF-4752-9099-E77932F0D395}" srcOrd="2" destOrd="0" presId="urn:microsoft.com/office/officeart/2009/3/layout/HorizontalOrganizationChart"/>
    <dgm:cxn modelId="{646FF172-3C73-4568-A9FA-B463E3F0FD93}" type="presParOf" srcId="{E94EFD84-5C54-40D8-9A8F-C38CEAB04081}" destId="{5E890DBA-4975-4C75-941F-F0AF649459D5}" srcOrd="2" destOrd="0" presId="urn:microsoft.com/office/officeart/2009/3/layout/HorizontalOrganizationChart"/>
    <dgm:cxn modelId="{775C024F-FCBA-4228-9F86-CB5DD4C47670}" type="presParOf" srcId="{E94EFD84-5C54-40D8-9A8F-C38CEAB04081}" destId="{1457AC4E-F267-437E-877A-1B46D5336CAC}" srcOrd="3" destOrd="0" presId="urn:microsoft.com/office/officeart/2009/3/layout/HorizontalOrganizationChart"/>
    <dgm:cxn modelId="{E4B71FB6-D99F-4537-BCEA-BACF9369D46B}" type="presParOf" srcId="{1457AC4E-F267-437E-877A-1B46D5336CAC}" destId="{D5D8FEA8-2FA9-46E7-936A-DE00846C26BC}" srcOrd="0" destOrd="0" presId="urn:microsoft.com/office/officeart/2009/3/layout/HorizontalOrganizationChart"/>
    <dgm:cxn modelId="{A4BEFD4A-CA5D-46C3-89BA-E8E73E624BF2}" type="presParOf" srcId="{D5D8FEA8-2FA9-46E7-936A-DE00846C26BC}" destId="{3BF77DC6-A893-4A65-9C1E-D38F5E103AA5}" srcOrd="0" destOrd="0" presId="urn:microsoft.com/office/officeart/2009/3/layout/HorizontalOrganizationChart"/>
    <dgm:cxn modelId="{8F8E587A-D35E-46E2-96BC-D34D85DB2BAC}" type="presParOf" srcId="{D5D8FEA8-2FA9-46E7-936A-DE00846C26BC}" destId="{4E262D70-023C-4E9D-82BC-E1D1DAA6E0E0}" srcOrd="1" destOrd="0" presId="urn:microsoft.com/office/officeart/2009/3/layout/HorizontalOrganizationChart"/>
    <dgm:cxn modelId="{5A47BC96-5B44-4117-9433-C926BD38A20A}" type="presParOf" srcId="{1457AC4E-F267-437E-877A-1B46D5336CAC}" destId="{9F61D904-DB97-4461-AA89-0EBCDF58B28C}" srcOrd="1" destOrd="0" presId="urn:microsoft.com/office/officeart/2009/3/layout/HorizontalOrganizationChart"/>
    <dgm:cxn modelId="{1C2E8E45-905B-480E-A0AC-446A70428116}" type="presParOf" srcId="{1457AC4E-F267-437E-877A-1B46D5336CAC}" destId="{E28180BC-C29F-4744-B670-C17F06C7EB26}" srcOrd="2" destOrd="0" presId="urn:microsoft.com/office/officeart/2009/3/layout/HorizontalOrganizationChart"/>
    <dgm:cxn modelId="{07A3C5AA-62F0-4030-9EA7-CE42BB749E7D}" type="presParOf" srcId="{2B3438B6-C4AF-4776-9B02-580A7BE79A50}" destId="{0388B9DF-2E42-4F52-A48F-58CC2C71E622}" srcOrd="2" destOrd="0" presId="urn:microsoft.com/office/officeart/2009/3/layout/HorizontalOrganizationChart"/>
    <dgm:cxn modelId="{5D0C1CED-9708-4778-9A1E-A71D732F7A9D}" type="presParOf" srcId="{D843F3EE-B8EE-43C2-86E0-4F7E350611A9}" destId="{C7F7A17E-AF77-42CB-93B1-39B0770E3C79}" srcOrd="6" destOrd="0" presId="urn:microsoft.com/office/officeart/2009/3/layout/HorizontalOrganizationChart"/>
    <dgm:cxn modelId="{463F8187-F64C-4D1D-842D-D94B84FF95C8}" type="presParOf" srcId="{D843F3EE-B8EE-43C2-86E0-4F7E350611A9}" destId="{64BE223F-5889-4D6D-A0F4-BB63E949CCCB}" srcOrd="7" destOrd="0" presId="urn:microsoft.com/office/officeart/2009/3/layout/HorizontalOrganizationChart"/>
    <dgm:cxn modelId="{DD32160D-1B7E-4B37-8120-39CF3CDBCC31}" type="presParOf" srcId="{64BE223F-5889-4D6D-A0F4-BB63E949CCCB}" destId="{0650E139-1253-4EAC-B9BF-AAABDAC4C50A}" srcOrd="0" destOrd="0" presId="urn:microsoft.com/office/officeart/2009/3/layout/HorizontalOrganizationChart"/>
    <dgm:cxn modelId="{4249935D-D51E-473C-8BC1-59B3E7FF3E08}" type="presParOf" srcId="{0650E139-1253-4EAC-B9BF-AAABDAC4C50A}" destId="{F727FD69-DA36-400A-9A17-E435D30B6294}" srcOrd="0" destOrd="0" presId="urn:microsoft.com/office/officeart/2009/3/layout/HorizontalOrganizationChart"/>
    <dgm:cxn modelId="{6F4C545A-1052-41FD-8219-4878C3DC41E5}" type="presParOf" srcId="{0650E139-1253-4EAC-B9BF-AAABDAC4C50A}" destId="{2CB5E2D1-00D5-4B61-9756-D570A792B6B1}" srcOrd="1" destOrd="0" presId="urn:microsoft.com/office/officeart/2009/3/layout/HorizontalOrganizationChart"/>
    <dgm:cxn modelId="{530528F1-5691-4AE1-92D1-4705ADAC0129}" type="presParOf" srcId="{64BE223F-5889-4D6D-A0F4-BB63E949CCCB}" destId="{8C32301D-5FB8-498A-9CA5-A658480BBA39}" srcOrd="1" destOrd="0" presId="urn:microsoft.com/office/officeart/2009/3/layout/HorizontalOrganizationChart"/>
    <dgm:cxn modelId="{7F8F806E-BE1C-484F-BE00-7AA0003E771E}" type="presParOf" srcId="{8C32301D-5FB8-498A-9CA5-A658480BBA39}" destId="{1BDA3CD5-F552-4A8E-AA99-3DA9469CB538}" srcOrd="0" destOrd="0" presId="urn:microsoft.com/office/officeart/2009/3/layout/HorizontalOrganizationChart"/>
    <dgm:cxn modelId="{AA6958B4-9EE8-4D18-9756-3F7F567072C8}" type="presParOf" srcId="{8C32301D-5FB8-498A-9CA5-A658480BBA39}" destId="{C46F1EF1-B875-4283-8030-8CE5A965CE21}" srcOrd="1" destOrd="0" presId="urn:microsoft.com/office/officeart/2009/3/layout/HorizontalOrganizationChart"/>
    <dgm:cxn modelId="{BE3763C7-8A46-4214-B105-CAF6436E6260}" type="presParOf" srcId="{C46F1EF1-B875-4283-8030-8CE5A965CE21}" destId="{CB9C4A04-7D15-4A43-8BA5-EB32A8B11500}" srcOrd="0" destOrd="0" presId="urn:microsoft.com/office/officeart/2009/3/layout/HorizontalOrganizationChart"/>
    <dgm:cxn modelId="{93EC8A05-9A25-48B0-8BE1-86745D235B10}" type="presParOf" srcId="{CB9C4A04-7D15-4A43-8BA5-EB32A8B11500}" destId="{490BDFA8-D452-4BE4-9F81-245774E0D158}" srcOrd="0" destOrd="0" presId="urn:microsoft.com/office/officeart/2009/3/layout/HorizontalOrganizationChart"/>
    <dgm:cxn modelId="{251C7E27-1128-4468-B344-038AC3D7A766}" type="presParOf" srcId="{CB9C4A04-7D15-4A43-8BA5-EB32A8B11500}" destId="{D1162B1B-B769-48DB-B85B-AF3C1F73D58F}" srcOrd="1" destOrd="0" presId="urn:microsoft.com/office/officeart/2009/3/layout/HorizontalOrganizationChart"/>
    <dgm:cxn modelId="{7D38AF44-D623-457F-A669-7DD296E249D8}" type="presParOf" srcId="{C46F1EF1-B875-4283-8030-8CE5A965CE21}" destId="{DF467D77-B7F9-4F62-89A6-51F4A7058AA6}" srcOrd="1" destOrd="0" presId="urn:microsoft.com/office/officeart/2009/3/layout/HorizontalOrganizationChart"/>
    <dgm:cxn modelId="{1040A12C-7C23-407F-87D8-25EA45EFEEC0}" type="presParOf" srcId="{DF467D77-B7F9-4F62-89A6-51F4A7058AA6}" destId="{AF9CAAFC-37A2-4187-8C63-BDC2E7B8A2E9}" srcOrd="0" destOrd="0" presId="urn:microsoft.com/office/officeart/2009/3/layout/HorizontalOrganizationChart"/>
    <dgm:cxn modelId="{F0CA900D-AEF3-48F4-BD3F-955023F1A56E}" type="presParOf" srcId="{DF467D77-B7F9-4F62-89A6-51F4A7058AA6}" destId="{2042EA74-39A6-4A01-BBF1-F23AE808212A}" srcOrd="1" destOrd="0" presId="urn:microsoft.com/office/officeart/2009/3/layout/HorizontalOrganizationChart"/>
    <dgm:cxn modelId="{535D3E40-82D6-46E5-8E41-7F9C2A5CACBE}" type="presParOf" srcId="{2042EA74-39A6-4A01-BBF1-F23AE808212A}" destId="{5147FB01-2857-4113-ABC7-32880B1752A1}" srcOrd="0" destOrd="0" presId="urn:microsoft.com/office/officeart/2009/3/layout/HorizontalOrganizationChart"/>
    <dgm:cxn modelId="{DFD666C7-0E92-4C1F-809C-3E13540E13F9}" type="presParOf" srcId="{5147FB01-2857-4113-ABC7-32880B1752A1}" destId="{BEB5F23A-260D-4EA4-9C52-D29289AE19DF}" srcOrd="0" destOrd="0" presId="urn:microsoft.com/office/officeart/2009/3/layout/HorizontalOrganizationChart"/>
    <dgm:cxn modelId="{DED66985-E65E-4BA3-BD07-83F29529D140}" type="presParOf" srcId="{5147FB01-2857-4113-ABC7-32880B1752A1}" destId="{B70E4C0E-1521-4091-B753-26370D64F4FD}" srcOrd="1" destOrd="0" presId="urn:microsoft.com/office/officeart/2009/3/layout/HorizontalOrganizationChart"/>
    <dgm:cxn modelId="{E485D020-2A97-414D-A2A3-AACC357B489F}" type="presParOf" srcId="{2042EA74-39A6-4A01-BBF1-F23AE808212A}" destId="{59A16828-9F48-4DC0-B6AB-56DC66C5C14A}" srcOrd="1" destOrd="0" presId="urn:microsoft.com/office/officeart/2009/3/layout/HorizontalOrganizationChart"/>
    <dgm:cxn modelId="{43A530B3-0340-4C24-988B-12988BA5953D}" type="presParOf" srcId="{2042EA74-39A6-4A01-BBF1-F23AE808212A}" destId="{64DA6633-6213-4B4C-9040-F2F6E0E07A92}" srcOrd="2" destOrd="0" presId="urn:microsoft.com/office/officeart/2009/3/layout/HorizontalOrganizationChart"/>
    <dgm:cxn modelId="{E1927785-2C27-43D6-A2F8-1118688F8277}" type="presParOf" srcId="{DF467D77-B7F9-4F62-89A6-51F4A7058AA6}" destId="{B074A3F9-9B82-47D6-B99B-37FA4AD461B1}" srcOrd="2" destOrd="0" presId="urn:microsoft.com/office/officeart/2009/3/layout/HorizontalOrganizationChart"/>
    <dgm:cxn modelId="{764B5D76-23D2-4123-B51F-FEB7A7F6FFB3}" type="presParOf" srcId="{DF467D77-B7F9-4F62-89A6-51F4A7058AA6}" destId="{E5641DC2-99FE-4CFE-BBC9-8BC561313068}" srcOrd="3" destOrd="0" presId="urn:microsoft.com/office/officeart/2009/3/layout/HorizontalOrganizationChart"/>
    <dgm:cxn modelId="{6B0D1159-42F7-45A3-8EEA-4B94CF6F8DF9}" type="presParOf" srcId="{E5641DC2-99FE-4CFE-BBC9-8BC561313068}" destId="{5C7EC92A-C4CB-4B99-BB1E-AAEF0913B482}" srcOrd="0" destOrd="0" presId="urn:microsoft.com/office/officeart/2009/3/layout/HorizontalOrganizationChart"/>
    <dgm:cxn modelId="{12990D80-765E-4887-AF3D-86F5D393B870}" type="presParOf" srcId="{5C7EC92A-C4CB-4B99-BB1E-AAEF0913B482}" destId="{15470CCD-2DC4-4446-952E-0EA1F9168293}" srcOrd="0" destOrd="0" presId="urn:microsoft.com/office/officeart/2009/3/layout/HorizontalOrganizationChart"/>
    <dgm:cxn modelId="{CF6C6EF9-939B-40DD-8FCC-1FD1A9833ACA}" type="presParOf" srcId="{5C7EC92A-C4CB-4B99-BB1E-AAEF0913B482}" destId="{C1FA8641-48D3-43B7-8727-7E323B1B501C}" srcOrd="1" destOrd="0" presId="urn:microsoft.com/office/officeart/2009/3/layout/HorizontalOrganizationChart"/>
    <dgm:cxn modelId="{E8821719-4940-4130-A33D-4AA6D88410EE}" type="presParOf" srcId="{E5641DC2-99FE-4CFE-BBC9-8BC561313068}" destId="{C6CE1518-27B6-404B-99E1-54C509EB30D2}" srcOrd="1" destOrd="0" presId="urn:microsoft.com/office/officeart/2009/3/layout/HorizontalOrganizationChart"/>
    <dgm:cxn modelId="{6EC1300D-2FF6-4D25-BE28-B7855A88D5E3}" type="presParOf" srcId="{C6CE1518-27B6-404B-99E1-54C509EB30D2}" destId="{B4F70755-F4D1-485F-892E-3C7B87066BCB}" srcOrd="0" destOrd="0" presId="urn:microsoft.com/office/officeart/2009/3/layout/HorizontalOrganizationChart"/>
    <dgm:cxn modelId="{5E16A379-EE1A-48C6-8244-B486D75C98DA}" type="presParOf" srcId="{C6CE1518-27B6-404B-99E1-54C509EB30D2}" destId="{ABFA4637-8EA1-4BB9-A524-2A1FE95E5257}" srcOrd="1" destOrd="0" presId="urn:microsoft.com/office/officeart/2009/3/layout/HorizontalOrganizationChart"/>
    <dgm:cxn modelId="{7B78C7A0-4B83-43C9-AE2C-FB1186880DFA}" type="presParOf" srcId="{ABFA4637-8EA1-4BB9-A524-2A1FE95E5257}" destId="{A6FDC029-0113-4C4A-9136-B1F1B01F0754}" srcOrd="0" destOrd="0" presId="urn:microsoft.com/office/officeart/2009/3/layout/HorizontalOrganizationChart"/>
    <dgm:cxn modelId="{90211361-907A-4C7B-B1B6-13894EAA466F}" type="presParOf" srcId="{A6FDC029-0113-4C4A-9136-B1F1B01F0754}" destId="{9921040E-A9AE-4E20-B3A7-1033725EAB32}" srcOrd="0" destOrd="0" presId="urn:microsoft.com/office/officeart/2009/3/layout/HorizontalOrganizationChart"/>
    <dgm:cxn modelId="{96CCEAAB-ACE5-471E-976B-DD6EEFD071B4}" type="presParOf" srcId="{A6FDC029-0113-4C4A-9136-B1F1B01F0754}" destId="{3374B034-7516-421E-BD23-9C0F9E320F00}" srcOrd="1" destOrd="0" presId="urn:microsoft.com/office/officeart/2009/3/layout/HorizontalOrganizationChart"/>
    <dgm:cxn modelId="{F23FEA52-EE51-4B95-9AFD-ACBB95424964}" type="presParOf" srcId="{ABFA4637-8EA1-4BB9-A524-2A1FE95E5257}" destId="{33F80BDE-DC97-4638-BCF9-8B0A5C5B0084}" srcOrd="1" destOrd="0" presId="urn:microsoft.com/office/officeart/2009/3/layout/HorizontalOrganizationChart"/>
    <dgm:cxn modelId="{AF3A319F-4DED-49E9-A7A0-DDFDFC14722F}" type="presParOf" srcId="{ABFA4637-8EA1-4BB9-A524-2A1FE95E5257}" destId="{D52B820B-8882-45A0-9A47-4DF787F724FF}" srcOrd="2" destOrd="0" presId="urn:microsoft.com/office/officeart/2009/3/layout/HorizontalOrganizationChart"/>
    <dgm:cxn modelId="{EE61F539-2891-4D23-A2B2-A124CD236A0D}" type="presParOf" srcId="{C6CE1518-27B6-404B-99E1-54C509EB30D2}" destId="{8DDA93F8-5C72-4B48-9D1D-CEE49333C83C}" srcOrd="2" destOrd="0" presId="urn:microsoft.com/office/officeart/2009/3/layout/HorizontalOrganizationChart"/>
    <dgm:cxn modelId="{B74E0B37-9033-4FF8-A466-528CD62CF9F7}" type="presParOf" srcId="{C6CE1518-27B6-404B-99E1-54C509EB30D2}" destId="{2644546B-EA91-4559-89A5-D9CC3F2967A0}" srcOrd="3" destOrd="0" presId="urn:microsoft.com/office/officeart/2009/3/layout/HorizontalOrganizationChart"/>
    <dgm:cxn modelId="{72A11EF6-6C16-4E45-9061-42FEEC04C71D}" type="presParOf" srcId="{2644546B-EA91-4559-89A5-D9CC3F2967A0}" destId="{289E3FC7-5A7E-4052-A541-0F4DFDE43E38}" srcOrd="0" destOrd="0" presId="urn:microsoft.com/office/officeart/2009/3/layout/HorizontalOrganizationChart"/>
    <dgm:cxn modelId="{34D6EEC3-53BE-441C-9896-CB88A02FFD7C}" type="presParOf" srcId="{289E3FC7-5A7E-4052-A541-0F4DFDE43E38}" destId="{4C50E7F0-CBE9-462F-A0E5-5FFE1AE84F4E}" srcOrd="0" destOrd="0" presId="urn:microsoft.com/office/officeart/2009/3/layout/HorizontalOrganizationChart"/>
    <dgm:cxn modelId="{213298C3-EE29-4D61-98DA-F3CD2CD9CB93}" type="presParOf" srcId="{289E3FC7-5A7E-4052-A541-0F4DFDE43E38}" destId="{86FF5A9C-E5F2-4B8C-83BD-290D4D4AB6AC}" srcOrd="1" destOrd="0" presId="urn:microsoft.com/office/officeart/2009/3/layout/HorizontalOrganizationChart"/>
    <dgm:cxn modelId="{8E44D176-53C5-453F-B6F3-63243E7D9C76}" type="presParOf" srcId="{2644546B-EA91-4559-89A5-D9CC3F2967A0}" destId="{4816209B-7B93-4538-AC6F-995B7E78A1F7}" srcOrd="1" destOrd="0" presId="urn:microsoft.com/office/officeart/2009/3/layout/HorizontalOrganizationChart"/>
    <dgm:cxn modelId="{75D5A281-FF22-409E-9A14-75D8B2DDB967}" type="presParOf" srcId="{2644546B-EA91-4559-89A5-D9CC3F2967A0}" destId="{D1E7CE6F-9E8B-40AB-83D4-2BDDA3AAD06B}" srcOrd="2" destOrd="0" presId="urn:microsoft.com/office/officeart/2009/3/layout/HorizontalOrganizationChart"/>
    <dgm:cxn modelId="{28D84439-3282-441D-8654-EFC2335BCDCC}" type="presParOf" srcId="{E5641DC2-99FE-4CFE-BBC9-8BC561313068}" destId="{57E71043-9BEF-45AB-827F-B88C2C0B8C64}" srcOrd="2" destOrd="0" presId="urn:microsoft.com/office/officeart/2009/3/layout/HorizontalOrganizationChart"/>
    <dgm:cxn modelId="{22566EE2-4BF8-4087-9BC6-D8EE1F0F0859}" type="presParOf" srcId="{DF467D77-B7F9-4F62-89A6-51F4A7058AA6}" destId="{4B5CDAF5-A7FE-436E-9DA3-25A539D89D1F}" srcOrd="4" destOrd="0" presId="urn:microsoft.com/office/officeart/2009/3/layout/HorizontalOrganizationChart"/>
    <dgm:cxn modelId="{807B2118-75CE-48FE-85E6-C2EE4B6A1883}" type="presParOf" srcId="{DF467D77-B7F9-4F62-89A6-51F4A7058AA6}" destId="{B5E7DA6C-2B95-499E-967F-1829236E4839}" srcOrd="5" destOrd="0" presId="urn:microsoft.com/office/officeart/2009/3/layout/HorizontalOrganizationChart"/>
    <dgm:cxn modelId="{80A630ED-9B2F-47ED-A8D1-80CE95EC7F24}" type="presParOf" srcId="{B5E7DA6C-2B95-499E-967F-1829236E4839}" destId="{28F73B73-C4A9-4875-95EE-9F6ED06FA340}" srcOrd="0" destOrd="0" presId="urn:microsoft.com/office/officeart/2009/3/layout/HorizontalOrganizationChart"/>
    <dgm:cxn modelId="{C0F44248-184C-4024-97FD-738935B831DE}" type="presParOf" srcId="{28F73B73-C4A9-4875-95EE-9F6ED06FA340}" destId="{E142E4F7-A4D2-449F-AA7F-C04C088A3C1F}" srcOrd="0" destOrd="0" presId="urn:microsoft.com/office/officeart/2009/3/layout/HorizontalOrganizationChart"/>
    <dgm:cxn modelId="{A2ADCBA5-F55A-484F-9ACD-3AD99C42AA76}" type="presParOf" srcId="{28F73B73-C4A9-4875-95EE-9F6ED06FA340}" destId="{74B77C7E-36E3-406E-BAC0-4831F4BABB3C}" srcOrd="1" destOrd="0" presId="urn:microsoft.com/office/officeart/2009/3/layout/HorizontalOrganizationChart"/>
    <dgm:cxn modelId="{579F91BF-496B-4563-992B-8C3FF1BF6E3E}" type="presParOf" srcId="{B5E7DA6C-2B95-499E-967F-1829236E4839}" destId="{13C0BE53-A6FB-4FC3-BE13-CB6347CDFEC7}" srcOrd="1" destOrd="0" presId="urn:microsoft.com/office/officeart/2009/3/layout/HorizontalOrganizationChart"/>
    <dgm:cxn modelId="{963E66E9-8C31-41A7-B626-0836DE0B16EE}" type="presParOf" srcId="{B5E7DA6C-2B95-499E-967F-1829236E4839}" destId="{AC1F50A9-4FB7-4695-9A1B-7F88EE7E2895}" srcOrd="2" destOrd="0" presId="urn:microsoft.com/office/officeart/2009/3/layout/HorizontalOrganizationChart"/>
    <dgm:cxn modelId="{D739EE80-CCE3-48B1-B877-5D2CC199F351}" type="presParOf" srcId="{C46F1EF1-B875-4283-8030-8CE5A965CE21}" destId="{A5C0843B-BF8C-4CD8-BFB8-B34ABB30BC41}" srcOrd="2" destOrd="0" presId="urn:microsoft.com/office/officeart/2009/3/layout/HorizontalOrganizationChart"/>
    <dgm:cxn modelId="{32CFD805-12B4-43F1-B55F-D745F7250C02}" type="presParOf" srcId="{8C32301D-5FB8-498A-9CA5-A658480BBA39}" destId="{E72137B5-59A0-4482-82E0-2CA84074B9ED}" srcOrd="2" destOrd="0" presId="urn:microsoft.com/office/officeart/2009/3/layout/HorizontalOrganizationChart"/>
    <dgm:cxn modelId="{F40DEAB2-878C-4551-BABB-D8593B0D1946}" type="presParOf" srcId="{8C32301D-5FB8-498A-9CA5-A658480BBA39}" destId="{B39B5A8D-FDDB-4B5F-9592-FCF82ABC3E36}" srcOrd="3" destOrd="0" presId="urn:microsoft.com/office/officeart/2009/3/layout/HorizontalOrganizationChart"/>
    <dgm:cxn modelId="{2377570C-8177-486B-AA49-20D7CE601341}" type="presParOf" srcId="{B39B5A8D-FDDB-4B5F-9592-FCF82ABC3E36}" destId="{868FD3F8-36C2-40B9-A0C9-19560145CFAD}" srcOrd="0" destOrd="0" presId="urn:microsoft.com/office/officeart/2009/3/layout/HorizontalOrganizationChart"/>
    <dgm:cxn modelId="{6E051A10-16B6-4871-B6F8-BD312F3546B5}" type="presParOf" srcId="{868FD3F8-36C2-40B9-A0C9-19560145CFAD}" destId="{E4AFD26B-C7BB-41CA-A59C-D4C3576380A8}" srcOrd="0" destOrd="0" presId="urn:microsoft.com/office/officeart/2009/3/layout/HorizontalOrganizationChart"/>
    <dgm:cxn modelId="{A30EBBA4-72F4-4AD1-A0B1-681DF575FC5D}" type="presParOf" srcId="{868FD3F8-36C2-40B9-A0C9-19560145CFAD}" destId="{8700B5FB-1AEC-447F-A85A-B23DFECB41F1}" srcOrd="1" destOrd="0" presId="urn:microsoft.com/office/officeart/2009/3/layout/HorizontalOrganizationChart"/>
    <dgm:cxn modelId="{294CBE80-095A-4D8B-B77E-30B5B753023D}" type="presParOf" srcId="{B39B5A8D-FDDB-4B5F-9592-FCF82ABC3E36}" destId="{035F8A94-9F71-4AA7-84F8-CC97894A38B2}" srcOrd="1" destOrd="0" presId="urn:microsoft.com/office/officeart/2009/3/layout/HorizontalOrganizationChart"/>
    <dgm:cxn modelId="{B7D7A5A3-B75B-4FFE-B5C8-AE1077FF7B7F}" type="presParOf" srcId="{B39B5A8D-FDDB-4B5F-9592-FCF82ABC3E36}" destId="{D4F07FEA-5316-4290-9236-A3D544D64BD8}" srcOrd="2" destOrd="0" presId="urn:microsoft.com/office/officeart/2009/3/layout/HorizontalOrganizationChart"/>
    <dgm:cxn modelId="{20CFC434-632D-496B-8E4E-D1BA52E563E4}" type="presParOf" srcId="{64BE223F-5889-4D6D-A0F4-BB63E949CCCB}" destId="{A267EB81-E463-4D76-BE76-C7894AF884CA}" srcOrd="2" destOrd="0" presId="urn:microsoft.com/office/officeart/2009/3/layout/HorizontalOrganizationChart"/>
    <dgm:cxn modelId="{B2922DCE-F5CC-4EB1-A0AE-4936725AAB8C}" type="presParOf" srcId="{72548BFA-9BBC-45A7-9143-4A33BB8882F9}" destId="{AF38169B-BDF1-4FB4-B1A3-205F3C8764D4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2137B5-59A0-4482-82E0-2CA84074B9ED}">
      <dsp:nvSpPr>
        <dsp:cNvPr id="0" name=""/>
        <dsp:cNvSpPr/>
      </dsp:nvSpPr>
      <dsp:spPr>
        <a:xfrm>
          <a:off x="4611859" y="5943921"/>
          <a:ext cx="179971" cy="1934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193469"/>
              </a:lnTo>
              <a:lnTo>
                <a:pt x="179971" y="19346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B5CDAF5-A7FE-436E-9DA3-25A539D89D1F}">
      <dsp:nvSpPr>
        <dsp:cNvPr id="0" name=""/>
        <dsp:cNvSpPr/>
      </dsp:nvSpPr>
      <dsp:spPr>
        <a:xfrm>
          <a:off x="5691689" y="5750451"/>
          <a:ext cx="179971" cy="3869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386938"/>
              </a:lnTo>
              <a:lnTo>
                <a:pt x="179971" y="3869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DA93F8-5C72-4B48-9D1D-CEE49333C83C}">
      <dsp:nvSpPr>
        <dsp:cNvPr id="0" name=""/>
        <dsp:cNvSpPr/>
      </dsp:nvSpPr>
      <dsp:spPr>
        <a:xfrm>
          <a:off x="6771518" y="5750451"/>
          <a:ext cx="179971" cy="1934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193469"/>
              </a:lnTo>
              <a:lnTo>
                <a:pt x="179971" y="19346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F70755-F4D1-485F-892E-3C7B87066BCB}">
      <dsp:nvSpPr>
        <dsp:cNvPr id="0" name=""/>
        <dsp:cNvSpPr/>
      </dsp:nvSpPr>
      <dsp:spPr>
        <a:xfrm>
          <a:off x="6771518" y="5556982"/>
          <a:ext cx="179971" cy="193469"/>
        </a:xfrm>
        <a:custGeom>
          <a:avLst/>
          <a:gdLst/>
          <a:ahLst/>
          <a:cxnLst/>
          <a:rect l="0" t="0" r="0" b="0"/>
          <a:pathLst>
            <a:path>
              <a:moveTo>
                <a:pt x="0" y="193469"/>
              </a:moveTo>
              <a:lnTo>
                <a:pt x="89985" y="193469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74A3F9-9B82-47D6-B99B-37FA4AD461B1}">
      <dsp:nvSpPr>
        <dsp:cNvPr id="0" name=""/>
        <dsp:cNvSpPr/>
      </dsp:nvSpPr>
      <dsp:spPr>
        <a:xfrm>
          <a:off x="5691689" y="5704731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9CAAFC-37A2-4187-8C63-BDC2E7B8A2E9}">
      <dsp:nvSpPr>
        <dsp:cNvPr id="0" name=""/>
        <dsp:cNvSpPr/>
      </dsp:nvSpPr>
      <dsp:spPr>
        <a:xfrm>
          <a:off x="5691689" y="5363513"/>
          <a:ext cx="179971" cy="386938"/>
        </a:xfrm>
        <a:custGeom>
          <a:avLst/>
          <a:gdLst/>
          <a:ahLst/>
          <a:cxnLst/>
          <a:rect l="0" t="0" r="0" b="0"/>
          <a:pathLst>
            <a:path>
              <a:moveTo>
                <a:pt x="0" y="386938"/>
              </a:moveTo>
              <a:lnTo>
                <a:pt x="89985" y="386938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DA3CD5-F552-4A8E-AA99-3DA9469CB538}">
      <dsp:nvSpPr>
        <dsp:cNvPr id="0" name=""/>
        <dsp:cNvSpPr/>
      </dsp:nvSpPr>
      <dsp:spPr>
        <a:xfrm>
          <a:off x="4611859" y="5750451"/>
          <a:ext cx="179971" cy="193469"/>
        </a:xfrm>
        <a:custGeom>
          <a:avLst/>
          <a:gdLst/>
          <a:ahLst/>
          <a:cxnLst/>
          <a:rect l="0" t="0" r="0" b="0"/>
          <a:pathLst>
            <a:path>
              <a:moveTo>
                <a:pt x="0" y="193469"/>
              </a:moveTo>
              <a:lnTo>
                <a:pt x="89985" y="193469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F7A17E-AF77-42CB-93B1-39B0770E3C79}">
      <dsp:nvSpPr>
        <dsp:cNvPr id="0" name=""/>
        <dsp:cNvSpPr/>
      </dsp:nvSpPr>
      <dsp:spPr>
        <a:xfrm>
          <a:off x="3532030" y="3138614"/>
          <a:ext cx="179971" cy="28053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2805306"/>
              </a:lnTo>
              <a:lnTo>
                <a:pt x="179971" y="280530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E890DBA-4975-4C75-941F-F0AF649459D5}">
      <dsp:nvSpPr>
        <dsp:cNvPr id="0" name=""/>
        <dsp:cNvSpPr/>
      </dsp:nvSpPr>
      <dsp:spPr>
        <a:xfrm>
          <a:off x="4611859" y="4299431"/>
          <a:ext cx="179971" cy="1934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193469"/>
              </a:lnTo>
              <a:lnTo>
                <a:pt x="179971" y="19346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CC1C42-04AA-435A-979C-E62AFAAF4D5E}">
      <dsp:nvSpPr>
        <dsp:cNvPr id="0" name=""/>
        <dsp:cNvSpPr/>
      </dsp:nvSpPr>
      <dsp:spPr>
        <a:xfrm>
          <a:off x="5691689" y="4105961"/>
          <a:ext cx="179971" cy="8706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870612"/>
              </a:lnTo>
              <a:lnTo>
                <a:pt x="179971" y="870612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341CAE-26B4-413C-B659-B4133610AE2C}">
      <dsp:nvSpPr>
        <dsp:cNvPr id="0" name=""/>
        <dsp:cNvSpPr/>
      </dsp:nvSpPr>
      <dsp:spPr>
        <a:xfrm>
          <a:off x="6771518" y="4543915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25B629F-ABB1-4EC6-9F54-565334BD27E2}">
      <dsp:nvSpPr>
        <dsp:cNvPr id="0" name=""/>
        <dsp:cNvSpPr/>
      </dsp:nvSpPr>
      <dsp:spPr>
        <a:xfrm>
          <a:off x="5691689" y="4105961"/>
          <a:ext cx="179971" cy="4836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483673"/>
              </a:lnTo>
              <a:lnTo>
                <a:pt x="179971" y="48367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296E3D5-989F-4B79-93AD-BF39EEE4C999}">
      <dsp:nvSpPr>
        <dsp:cNvPr id="0" name=""/>
        <dsp:cNvSpPr/>
      </dsp:nvSpPr>
      <dsp:spPr>
        <a:xfrm>
          <a:off x="6771518" y="4156976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8A319B-5CB8-4C1A-929A-A579AE777841}">
      <dsp:nvSpPr>
        <dsp:cNvPr id="0" name=""/>
        <dsp:cNvSpPr/>
      </dsp:nvSpPr>
      <dsp:spPr>
        <a:xfrm>
          <a:off x="5691689" y="4105961"/>
          <a:ext cx="179971" cy="9673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96734"/>
              </a:lnTo>
              <a:lnTo>
                <a:pt x="179971" y="9673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BCB12D-6D77-4447-9F58-D885806C37C1}">
      <dsp:nvSpPr>
        <dsp:cNvPr id="0" name=""/>
        <dsp:cNvSpPr/>
      </dsp:nvSpPr>
      <dsp:spPr>
        <a:xfrm>
          <a:off x="7851348" y="3770037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185CE9-65D3-4677-966D-33B7645E2257}">
      <dsp:nvSpPr>
        <dsp:cNvPr id="0" name=""/>
        <dsp:cNvSpPr/>
      </dsp:nvSpPr>
      <dsp:spPr>
        <a:xfrm>
          <a:off x="6771518" y="3622288"/>
          <a:ext cx="179971" cy="1934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193469"/>
              </a:lnTo>
              <a:lnTo>
                <a:pt x="179971" y="19346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0A95A3F-3AAD-468F-908F-845C4ED90DA2}">
      <dsp:nvSpPr>
        <dsp:cNvPr id="0" name=""/>
        <dsp:cNvSpPr/>
      </dsp:nvSpPr>
      <dsp:spPr>
        <a:xfrm>
          <a:off x="7851348" y="3383098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F93993-47F1-428E-9F9E-450A331F894E}">
      <dsp:nvSpPr>
        <dsp:cNvPr id="0" name=""/>
        <dsp:cNvSpPr/>
      </dsp:nvSpPr>
      <dsp:spPr>
        <a:xfrm>
          <a:off x="6771518" y="3428818"/>
          <a:ext cx="179971" cy="193469"/>
        </a:xfrm>
        <a:custGeom>
          <a:avLst/>
          <a:gdLst/>
          <a:ahLst/>
          <a:cxnLst/>
          <a:rect l="0" t="0" r="0" b="0"/>
          <a:pathLst>
            <a:path>
              <a:moveTo>
                <a:pt x="0" y="193469"/>
              </a:moveTo>
              <a:lnTo>
                <a:pt x="89985" y="193469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3BC206-817E-47FC-AA4A-7E68D35E9CC7}">
      <dsp:nvSpPr>
        <dsp:cNvPr id="0" name=""/>
        <dsp:cNvSpPr/>
      </dsp:nvSpPr>
      <dsp:spPr>
        <a:xfrm>
          <a:off x="5691689" y="3622288"/>
          <a:ext cx="179971" cy="483673"/>
        </a:xfrm>
        <a:custGeom>
          <a:avLst/>
          <a:gdLst/>
          <a:ahLst/>
          <a:cxnLst/>
          <a:rect l="0" t="0" r="0" b="0"/>
          <a:pathLst>
            <a:path>
              <a:moveTo>
                <a:pt x="0" y="483673"/>
              </a:moveTo>
              <a:lnTo>
                <a:pt x="89985" y="483673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697390-7377-44AA-914E-7F34A506AC17}">
      <dsp:nvSpPr>
        <dsp:cNvPr id="0" name=""/>
        <dsp:cNvSpPr/>
      </dsp:nvSpPr>
      <dsp:spPr>
        <a:xfrm>
          <a:off x="5691689" y="3235349"/>
          <a:ext cx="179971" cy="870612"/>
        </a:xfrm>
        <a:custGeom>
          <a:avLst/>
          <a:gdLst/>
          <a:ahLst/>
          <a:cxnLst/>
          <a:rect l="0" t="0" r="0" b="0"/>
          <a:pathLst>
            <a:path>
              <a:moveTo>
                <a:pt x="0" y="870612"/>
              </a:moveTo>
              <a:lnTo>
                <a:pt x="89985" y="870612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54A0E78-C210-4338-8B5C-48DD3D201C5A}">
      <dsp:nvSpPr>
        <dsp:cNvPr id="0" name=""/>
        <dsp:cNvSpPr/>
      </dsp:nvSpPr>
      <dsp:spPr>
        <a:xfrm>
          <a:off x="4611859" y="4105961"/>
          <a:ext cx="179971" cy="193469"/>
        </a:xfrm>
        <a:custGeom>
          <a:avLst/>
          <a:gdLst/>
          <a:ahLst/>
          <a:cxnLst/>
          <a:rect l="0" t="0" r="0" b="0"/>
          <a:pathLst>
            <a:path>
              <a:moveTo>
                <a:pt x="0" y="193469"/>
              </a:moveTo>
              <a:lnTo>
                <a:pt x="89985" y="193469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53AB13-732C-4F83-9B8F-D6D7DB3860B6}">
      <dsp:nvSpPr>
        <dsp:cNvPr id="0" name=""/>
        <dsp:cNvSpPr/>
      </dsp:nvSpPr>
      <dsp:spPr>
        <a:xfrm>
          <a:off x="3532030" y="3138614"/>
          <a:ext cx="179971" cy="116081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1160816"/>
              </a:lnTo>
              <a:lnTo>
                <a:pt x="179971" y="116081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1F963ED-B3F0-41A3-B824-325961929004}">
      <dsp:nvSpPr>
        <dsp:cNvPr id="0" name=""/>
        <dsp:cNvSpPr/>
      </dsp:nvSpPr>
      <dsp:spPr>
        <a:xfrm>
          <a:off x="4611859" y="1881063"/>
          <a:ext cx="179971" cy="1934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193469"/>
              </a:lnTo>
              <a:lnTo>
                <a:pt x="179971" y="19346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6AF9D6-52CD-49B7-B03A-910C74477DFD}">
      <dsp:nvSpPr>
        <dsp:cNvPr id="0" name=""/>
        <dsp:cNvSpPr/>
      </dsp:nvSpPr>
      <dsp:spPr>
        <a:xfrm>
          <a:off x="7851348" y="2802690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1E7136-836A-486B-B91D-37B90AC43AE7}">
      <dsp:nvSpPr>
        <dsp:cNvPr id="0" name=""/>
        <dsp:cNvSpPr/>
      </dsp:nvSpPr>
      <dsp:spPr>
        <a:xfrm>
          <a:off x="6771518" y="2802690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6800CCF-2CF7-4C2B-BE5D-668243245262}">
      <dsp:nvSpPr>
        <dsp:cNvPr id="0" name=""/>
        <dsp:cNvSpPr/>
      </dsp:nvSpPr>
      <dsp:spPr>
        <a:xfrm>
          <a:off x="5691689" y="1687593"/>
          <a:ext cx="179971" cy="116081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1160816"/>
              </a:lnTo>
              <a:lnTo>
                <a:pt x="179971" y="116081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A4060C-F737-4459-BC6A-B233FEC9432A}">
      <dsp:nvSpPr>
        <dsp:cNvPr id="0" name=""/>
        <dsp:cNvSpPr/>
      </dsp:nvSpPr>
      <dsp:spPr>
        <a:xfrm>
          <a:off x="6771518" y="2415751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B1EDD2-BFE8-4A14-8948-7EEB84EDF964}">
      <dsp:nvSpPr>
        <dsp:cNvPr id="0" name=""/>
        <dsp:cNvSpPr/>
      </dsp:nvSpPr>
      <dsp:spPr>
        <a:xfrm>
          <a:off x="5691689" y="1687593"/>
          <a:ext cx="179971" cy="7738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773877"/>
              </a:lnTo>
              <a:lnTo>
                <a:pt x="179971" y="77387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91CF76-6598-4254-A5BF-61941E0FBFD6}">
      <dsp:nvSpPr>
        <dsp:cNvPr id="0" name=""/>
        <dsp:cNvSpPr/>
      </dsp:nvSpPr>
      <dsp:spPr>
        <a:xfrm>
          <a:off x="6771518" y="2028812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D33CAD-B597-414C-9523-47A079B2FFFB}">
      <dsp:nvSpPr>
        <dsp:cNvPr id="0" name=""/>
        <dsp:cNvSpPr/>
      </dsp:nvSpPr>
      <dsp:spPr>
        <a:xfrm>
          <a:off x="5691689" y="1687593"/>
          <a:ext cx="179971" cy="3869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9985" y="0"/>
              </a:lnTo>
              <a:lnTo>
                <a:pt x="89985" y="386938"/>
              </a:lnTo>
              <a:lnTo>
                <a:pt x="179971" y="3869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EFD006-A32B-489A-B809-E3D7E0386B88}">
      <dsp:nvSpPr>
        <dsp:cNvPr id="0" name=""/>
        <dsp:cNvSpPr/>
      </dsp:nvSpPr>
      <dsp:spPr>
        <a:xfrm>
          <a:off x="6771518" y="1641873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837C6A-8105-408D-9A2C-4FAA52810339}">
      <dsp:nvSpPr>
        <dsp:cNvPr id="0" name=""/>
        <dsp:cNvSpPr/>
      </dsp:nvSpPr>
      <dsp:spPr>
        <a:xfrm>
          <a:off x="5691689" y="1641873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3240E7-EEA6-46D8-AE60-487B0566B9A2}">
      <dsp:nvSpPr>
        <dsp:cNvPr id="0" name=""/>
        <dsp:cNvSpPr/>
      </dsp:nvSpPr>
      <dsp:spPr>
        <a:xfrm>
          <a:off x="5691689" y="1300654"/>
          <a:ext cx="179971" cy="386938"/>
        </a:xfrm>
        <a:custGeom>
          <a:avLst/>
          <a:gdLst/>
          <a:ahLst/>
          <a:cxnLst/>
          <a:rect l="0" t="0" r="0" b="0"/>
          <a:pathLst>
            <a:path>
              <a:moveTo>
                <a:pt x="0" y="386938"/>
              </a:moveTo>
              <a:lnTo>
                <a:pt x="89985" y="386938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5CFFA0-B569-4A56-8175-567F57E3E286}">
      <dsp:nvSpPr>
        <dsp:cNvPr id="0" name=""/>
        <dsp:cNvSpPr/>
      </dsp:nvSpPr>
      <dsp:spPr>
        <a:xfrm>
          <a:off x="6771518" y="867995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CFCDFA8-E01C-4C6B-A731-226D0B6C2C76}">
      <dsp:nvSpPr>
        <dsp:cNvPr id="0" name=""/>
        <dsp:cNvSpPr/>
      </dsp:nvSpPr>
      <dsp:spPr>
        <a:xfrm>
          <a:off x="5691689" y="913715"/>
          <a:ext cx="179971" cy="773877"/>
        </a:xfrm>
        <a:custGeom>
          <a:avLst/>
          <a:gdLst/>
          <a:ahLst/>
          <a:cxnLst/>
          <a:rect l="0" t="0" r="0" b="0"/>
          <a:pathLst>
            <a:path>
              <a:moveTo>
                <a:pt x="0" y="773877"/>
              </a:moveTo>
              <a:lnTo>
                <a:pt x="89985" y="773877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86A9C7-9135-4192-911C-9FD307A3662E}">
      <dsp:nvSpPr>
        <dsp:cNvPr id="0" name=""/>
        <dsp:cNvSpPr/>
      </dsp:nvSpPr>
      <dsp:spPr>
        <a:xfrm>
          <a:off x="6771518" y="481057"/>
          <a:ext cx="17997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79971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F095C9-0EEA-49B6-905E-AC74937B597A}">
      <dsp:nvSpPr>
        <dsp:cNvPr id="0" name=""/>
        <dsp:cNvSpPr/>
      </dsp:nvSpPr>
      <dsp:spPr>
        <a:xfrm>
          <a:off x="5691689" y="526777"/>
          <a:ext cx="179971" cy="1160816"/>
        </a:xfrm>
        <a:custGeom>
          <a:avLst/>
          <a:gdLst/>
          <a:ahLst/>
          <a:cxnLst/>
          <a:rect l="0" t="0" r="0" b="0"/>
          <a:pathLst>
            <a:path>
              <a:moveTo>
                <a:pt x="0" y="1160816"/>
              </a:moveTo>
              <a:lnTo>
                <a:pt x="89985" y="1160816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14706F-1BC6-48E6-BDBA-7B500E589BAD}">
      <dsp:nvSpPr>
        <dsp:cNvPr id="0" name=""/>
        <dsp:cNvSpPr/>
      </dsp:nvSpPr>
      <dsp:spPr>
        <a:xfrm>
          <a:off x="4611859" y="1687593"/>
          <a:ext cx="179971" cy="193469"/>
        </a:xfrm>
        <a:custGeom>
          <a:avLst/>
          <a:gdLst/>
          <a:ahLst/>
          <a:cxnLst/>
          <a:rect l="0" t="0" r="0" b="0"/>
          <a:pathLst>
            <a:path>
              <a:moveTo>
                <a:pt x="0" y="193469"/>
              </a:moveTo>
              <a:lnTo>
                <a:pt x="89985" y="193469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CC0030-18CD-4C76-8E04-002BB6D32A15}">
      <dsp:nvSpPr>
        <dsp:cNvPr id="0" name=""/>
        <dsp:cNvSpPr/>
      </dsp:nvSpPr>
      <dsp:spPr>
        <a:xfrm>
          <a:off x="3532030" y="1881063"/>
          <a:ext cx="179971" cy="1257551"/>
        </a:xfrm>
        <a:custGeom>
          <a:avLst/>
          <a:gdLst/>
          <a:ahLst/>
          <a:cxnLst/>
          <a:rect l="0" t="0" r="0" b="0"/>
          <a:pathLst>
            <a:path>
              <a:moveTo>
                <a:pt x="0" y="1257551"/>
              </a:moveTo>
              <a:lnTo>
                <a:pt x="89985" y="1257551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2AD772-32C1-453D-A10B-AD2F2B8A156F}">
      <dsp:nvSpPr>
        <dsp:cNvPr id="0" name=""/>
        <dsp:cNvSpPr/>
      </dsp:nvSpPr>
      <dsp:spPr>
        <a:xfrm>
          <a:off x="4611859" y="137228"/>
          <a:ext cx="169227" cy="35676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9241" y="0"/>
              </a:lnTo>
              <a:lnTo>
                <a:pt x="79241" y="356764"/>
              </a:lnTo>
              <a:lnTo>
                <a:pt x="169227" y="35676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13D8DC-8394-4EB2-BEC0-4978BB2F3DA3}">
      <dsp:nvSpPr>
        <dsp:cNvPr id="0" name=""/>
        <dsp:cNvSpPr/>
      </dsp:nvSpPr>
      <dsp:spPr>
        <a:xfrm>
          <a:off x="5680944" y="91508"/>
          <a:ext cx="19071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00730" y="45720"/>
              </a:lnTo>
              <a:lnTo>
                <a:pt x="100730" y="48329"/>
              </a:lnTo>
              <a:lnTo>
                <a:pt x="190715" y="4832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1FD870-2315-4054-B29C-39DF6F98439B}">
      <dsp:nvSpPr>
        <dsp:cNvPr id="0" name=""/>
        <dsp:cNvSpPr/>
      </dsp:nvSpPr>
      <dsp:spPr>
        <a:xfrm>
          <a:off x="4611859" y="91508"/>
          <a:ext cx="16922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69227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5E075B-61F2-41BC-BC2A-69356E0D43EE}">
      <dsp:nvSpPr>
        <dsp:cNvPr id="0" name=""/>
        <dsp:cNvSpPr/>
      </dsp:nvSpPr>
      <dsp:spPr>
        <a:xfrm>
          <a:off x="3532030" y="137228"/>
          <a:ext cx="179971" cy="3001386"/>
        </a:xfrm>
        <a:custGeom>
          <a:avLst/>
          <a:gdLst/>
          <a:ahLst/>
          <a:cxnLst/>
          <a:rect l="0" t="0" r="0" b="0"/>
          <a:pathLst>
            <a:path>
              <a:moveTo>
                <a:pt x="0" y="3001386"/>
              </a:moveTo>
              <a:lnTo>
                <a:pt x="89985" y="3001386"/>
              </a:lnTo>
              <a:lnTo>
                <a:pt x="89985" y="0"/>
              </a:lnTo>
              <a:lnTo>
                <a:pt x="179971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A1BB14-9637-40F9-B5B5-81520F48315F}">
      <dsp:nvSpPr>
        <dsp:cNvPr id="0" name=""/>
        <dsp:cNvSpPr/>
      </dsp:nvSpPr>
      <dsp:spPr>
        <a:xfrm>
          <a:off x="2632172" y="3001386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Museum</a:t>
          </a:r>
        </a:p>
      </dsp:txBody>
      <dsp:txXfrm>
        <a:off x="2632172" y="3001386"/>
        <a:ext cx="899857" cy="274456"/>
      </dsp:txXfrm>
    </dsp:sp>
    <dsp:sp modelId="{1557FC18-F726-42E8-B0B5-F6D08A985014}">
      <dsp:nvSpPr>
        <dsp:cNvPr id="0" name=""/>
        <dsp:cNvSpPr/>
      </dsp:nvSpPr>
      <dsp:spPr>
        <a:xfrm>
          <a:off x="3712001" y="0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Collections</a:t>
          </a:r>
        </a:p>
      </dsp:txBody>
      <dsp:txXfrm>
        <a:off x="3712001" y="0"/>
        <a:ext cx="899857" cy="274456"/>
      </dsp:txXfrm>
    </dsp:sp>
    <dsp:sp modelId="{8C383FB3-4D14-4CBA-A0C6-CFF4847BA3EC}">
      <dsp:nvSpPr>
        <dsp:cNvPr id="0" name=""/>
        <dsp:cNvSpPr/>
      </dsp:nvSpPr>
      <dsp:spPr>
        <a:xfrm>
          <a:off x="4781087" y="0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Collection Id#1</a:t>
          </a:r>
        </a:p>
      </dsp:txBody>
      <dsp:txXfrm>
        <a:off x="4781087" y="0"/>
        <a:ext cx="899857" cy="274456"/>
      </dsp:txXfrm>
    </dsp:sp>
    <dsp:sp modelId="{8A071F50-0936-48EF-AE15-796B92F4F4A2}">
      <dsp:nvSpPr>
        <dsp:cNvPr id="0" name=""/>
        <dsp:cNvSpPr/>
      </dsp:nvSpPr>
      <dsp:spPr>
        <a:xfrm>
          <a:off x="5871660" y="2609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Sculpture Antiquities</a:t>
          </a:r>
        </a:p>
      </dsp:txBody>
      <dsp:txXfrm>
        <a:off x="5871660" y="2609"/>
        <a:ext cx="899857" cy="274456"/>
      </dsp:txXfrm>
    </dsp:sp>
    <dsp:sp modelId="{582577D3-050E-4B41-BF32-01AA487AE0ED}">
      <dsp:nvSpPr>
        <dsp:cNvPr id="0" name=""/>
        <dsp:cNvSpPr/>
      </dsp:nvSpPr>
      <dsp:spPr>
        <a:xfrm>
          <a:off x="4781087" y="356764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Collection Id#2</a:t>
          </a:r>
        </a:p>
      </dsp:txBody>
      <dsp:txXfrm>
        <a:off x="4781087" y="356764"/>
        <a:ext cx="899857" cy="274456"/>
      </dsp:txXfrm>
    </dsp:sp>
    <dsp:sp modelId="{61A0D4EF-EC3A-4279-BC51-4F36D0B52EB7}">
      <dsp:nvSpPr>
        <dsp:cNvPr id="0" name=""/>
        <dsp:cNvSpPr/>
      </dsp:nvSpPr>
      <dsp:spPr>
        <a:xfrm>
          <a:off x="3712001" y="1743834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Artifacts</a:t>
          </a:r>
        </a:p>
      </dsp:txBody>
      <dsp:txXfrm>
        <a:off x="3712001" y="1743834"/>
        <a:ext cx="899857" cy="274456"/>
      </dsp:txXfrm>
    </dsp:sp>
    <dsp:sp modelId="{BAE31ACF-752D-4EA8-8B6E-54DBD06D21AE}">
      <dsp:nvSpPr>
        <dsp:cNvPr id="0" name=""/>
        <dsp:cNvSpPr/>
      </dsp:nvSpPr>
      <dsp:spPr>
        <a:xfrm>
          <a:off x="4791831" y="1550365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Artifact Id#1</a:t>
          </a:r>
        </a:p>
      </dsp:txBody>
      <dsp:txXfrm>
        <a:off x="4791831" y="1550365"/>
        <a:ext cx="899857" cy="274456"/>
      </dsp:txXfrm>
    </dsp:sp>
    <dsp:sp modelId="{171F98E8-7A93-4667-99EC-A67EE133F035}">
      <dsp:nvSpPr>
        <dsp:cNvPr id="0" name=""/>
        <dsp:cNvSpPr/>
      </dsp:nvSpPr>
      <dsp:spPr>
        <a:xfrm>
          <a:off x="5871660" y="389548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Description</a:t>
          </a:r>
        </a:p>
      </dsp:txBody>
      <dsp:txXfrm>
        <a:off x="5871660" y="389548"/>
        <a:ext cx="899857" cy="274456"/>
      </dsp:txXfrm>
    </dsp:sp>
    <dsp:sp modelId="{4F157AFE-1A3E-4945-AFFE-3FBFDF773F45}">
      <dsp:nvSpPr>
        <dsp:cNvPr id="0" name=""/>
        <dsp:cNvSpPr/>
      </dsp:nvSpPr>
      <dsp:spPr>
        <a:xfrm>
          <a:off x="6951490" y="389548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Roaring Lion Bust</a:t>
          </a:r>
        </a:p>
      </dsp:txBody>
      <dsp:txXfrm>
        <a:off x="6951490" y="389548"/>
        <a:ext cx="899857" cy="274456"/>
      </dsp:txXfrm>
    </dsp:sp>
    <dsp:sp modelId="{1ECE9F9F-A668-4333-B43A-1DABED3BF4C5}">
      <dsp:nvSpPr>
        <dsp:cNvPr id="0" name=""/>
        <dsp:cNvSpPr/>
      </dsp:nvSpPr>
      <dsp:spPr>
        <a:xfrm>
          <a:off x="5871660" y="776487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Material</a:t>
          </a:r>
        </a:p>
      </dsp:txBody>
      <dsp:txXfrm>
        <a:off x="5871660" y="776487"/>
        <a:ext cx="899857" cy="274456"/>
      </dsp:txXfrm>
    </dsp:sp>
    <dsp:sp modelId="{88A62553-AA35-4C7E-AEE4-0944A5577F9F}">
      <dsp:nvSpPr>
        <dsp:cNvPr id="0" name=""/>
        <dsp:cNvSpPr/>
      </dsp:nvSpPr>
      <dsp:spPr>
        <a:xfrm>
          <a:off x="6951490" y="776487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Limestone</a:t>
          </a:r>
        </a:p>
      </dsp:txBody>
      <dsp:txXfrm>
        <a:off x="6951490" y="776487"/>
        <a:ext cx="899857" cy="274456"/>
      </dsp:txXfrm>
    </dsp:sp>
    <dsp:sp modelId="{E9A97367-2565-4CA7-B81D-4E147657D835}">
      <dsp:nvSpPr>
        <dsp:cNvPr id="0" name=""/>
        <dsp:cNvSpPr/>
      </dsp:nvSpPr>
      <dsp:spPr>
        <a:xfrm>
          <a:off x="5871660" y="1163426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Collection ref#1</a:t>
          </a:r>
        </a:p>
      </dsp:txBody>
      <dsp:txXfrm>
        <a:off x="5871660" y="1163426"/>
        <a:ext cx="899857" cy="274456"/>
      </dsp:txXfrm>
    </dsp:sp>
    <dsp:sp modelId="{3E0FA384-F7A7-4EF5-BB6C-325C5B877E93}">
      <dsp:nvSpPr>
        <dsp:cNvPr id="0" name=""/>
        <dsp:cNvSpPr/>
      </dsp:nvSpPr>
      <dsp:spPr>
        <a:xfrm>
          <a:off x="5871660" y="1550365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Provenance</a:t>
          </a:r>
        </a:p>
      </dsp:txBody>
      <dsp:txXfrm>
        <a:off x="5871660" y="1550365"/>
        <a:ext cx="899857" cy="274456"/>
      </dsp:txXfrm>
    </dsp:sp>
    <dsp:sp modelId="{5CE68631-E50F-4A7D-A78E-B9848249D5F3}">
      <dsp:nvSpPr>
        <dsp:cNvPr id="0" name=""/>
        <dsp:cNvSpPr/>
      </dsp:nvSpPr>
      <dsp:spPr>
        <a:xfrm>
          <a:off x="6951490" y="1550365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Persepolis</a:t>
          </a:r>
        </a:p>
      </dsp:txBody>
      <dsp:txXfrm>
        <a:off x="6951490" y="1550365"/>
        <a:ext cx="899857" cy="274456"/>
      </dsp:txXfrm>
    </dsp:sp>
    <dsp:sp modelId="{7E303F30-9711-4703-9E93-53900C059588}">
      <dsp:nvSpPr>
        <dsp:cNvPr id="0" name=""/>
        <dsp:cNvSpPr/>
      </dsp:nvSpPr>
      <dsp:spPr>
        <a:xfrm>
          <a:off x="5871660" y="1937304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Cultural heritage</a:t>
          </a:r>
        </a:p>
      </dsp:txBody>
      <dsp:txXfrm>
        <a:off x="5871660" y="1937304"/>
        <a:ext cx="899857" cy="274456"/>
      </dsp:txXfrm>
    </dsp:sp>
    <dsp:sp modelId="{2A231453-FF0D-443D-87E8-87257BA9B0EE}">
      <dsp:nvSpPr>
        <dsp:cNvPr id="0" name=""/>
        <dsp:cNvSpPr/>
      </dsp:nvSpPr>
      <dsp:spPr>
        <a:xfrm>
          <a:off x="6951490" y="1937304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Persian (Achaemenid)</a:t>
          </a:r>
        </a:p>
      </dsp:txBody>
      <dsp:txXfrm>
        <a:off x="6951490" y="1937304"/>
        <a:ext cx="899857" cy="274456"/>
      </dsp:txXfrm>
    </dsp:sp>
    <dsp:sp modelId="{3D02A4C7-D3F8-46A9-BF13-B91E1207C679}">
      <dsp:nvSpPr>
        <dsp:cNvPr id="0" name=""/>
        <dsp:cNvSpPr/>
      </dsp:nvSpPr>
      <dsp:spPr>
        <a:xfrm>
          <a:off x="5871660" y="2324243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Historical period</a:t>
          </a:r>
        </a:p>
      </dsp:txBody>
      <dsp:txXfrm>
        <a:off x="5871660" y="2324243"/>
        <a:ext cx="899857" cy="274456"/>
      </dsp:txXfrm>
    </dsp:sp>
    <dsp:sp modelId="{90D35EA2-A25D-449A-8C0B-91C81C67A50C}">
      <dsp:nvSpPr>
        <dsp:cNvPr id="0" name=""/>
        <dsp:cNvSpPr/>
      </dsp:nvSpPr>
      <dsp:spPr>
        <a:xfrm>
          <a:off x="6951490" y="2324243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05</a:t>
          </a:r>
          <a:r>
            <a:rPr lang="en-US" sz="800" kern="1200" baseline="30000" dirty="0"/>
            <a:t>th</a:t>
          </a:r>
          <a:r>
            <a:rPr lang="en-US" sz="800" kern="1200" dirty="0"/>
            <a:t> Century BC</a:t>
          </a:r>
        </a:p>
      </dsp:txBody>
      <dsp:txXfrm>
        <a:off x="6951490" y="2324243"/>
        <a:ext cx="899857" cy="274456"/>
      </dsp:txXfrm>
    </dsp:sp>
    <dsp:sp modelId="{9E916334-F27B-4E86-B949-E7079E77F959}">
      <dsp:nvSpPr>
        <dsp:cNvPr id="0" name=""/>
        <dsp:cNvSpPr/>
      </dsp:nvSpPr>
      <dsp:spPr>
        <a:xfrm>
          <a:off x="5871660" y="2711182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Restoration history</a:t>
          </a:r>
        </a:p>
      </dsp:txBody>
      <dsp:txXfrm>
        <a:off x="5871660" y="2711182"/>
        <a:ext cx="899857" cy="274456"/>
      </dsp:txXfrm>
    </dsp:sp>
    <dsp:sp modelId="{0BA28261-1ED3-47EB-A7EA-310484F5DF09}">
      <dsp:nvSpPr>
        <dsp:cNvPr id="0" name=""/>
        <dsp:cNvSpPr/>
      </dsp:nvSpPr>
      <dsp:spPr>
        <a:xfrm>
          <a:off x="6951490" y="2711182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Restored 3 times</a:t>
          </a:r>
        </a:p>
      </dsp:txBody>
      <dsp:txXfrm>
        <a:off x="6951490" y="2711182"/>
        <a:ext cx="899857" cy="274456"/>
      </dsp:txXfrm>
    </dsp:sp>
    <dsp:sp modelId="{B509227D-8391-4FEA-8798-380D7D9E41EE}">
      <dsp:nvSpPr>
        <dsp:cNvPr id="0" name=""/>
        <dsp:cNvSpPr/>
      </dsp:nvSpPr>
      <dsp:spPr>
        <a:xfrm>
          <a:off x="8031319" y="2711182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Broken ear</a:t>
          </a:r>
        </a:p>
      </dsp:txBody>
      <dsp:txXfrm>
        <a:off x="8031319" y="2711182"/>
        <a:ext cx="899857" cy="274456"/>
      </dsp:txXfrm>
    </dsp:sp>
    <dsp:sp modelId="{8C63EC56-3637-4380-B189-D0B66ADCD3F7}">
      <dsp:nvSpPr>
        <dsp:cNvPr id="0" name=""/>
        <dsp:cNvSpPr/>
      </dsp:nvSpPr>
      <dsp:spPr>
        <a:xfrm>
          <a:off x="4791831" y="1937304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Artifact Id#2</a:t>
          </a:r>
        </a:p>
      </dsp:txBody>
      <dsp:txXfrm>
        <a:off x="4791831" y="1937304"/>
        <a:ext cx="899857" cy="274456"/>
      </dsp:txXfrm>
    </dsp:sp>
    <dsp:sp modelId="{110F79BE-B8CE-48C2-943A-1C7F5605B400}">
      <dsp:nvSpPr>
        <dsp:cNvPr id="0" name=""/>
        <dsp:cNvSpPr/>
      </dsp:nvSpPr>
      <dsp:spPr>
        <a:xfrm>
          <a:off x="3712001" y="4162202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Exhibitions</a:t>
          </a:r>
        </a:p>
      </dsp:txBody>
      <dsp:txXfrm>
        <a:off x="3712001" y="4162202"/>
        <a:ext cx="899857" cy="274456"/>
      </dsp:txXfrm>
    </dsp:sp>
    <dsp:sp modelId="{5ED98B15-1271-4C1B-BD70-D93D404A68CE}">
      <dsp:nvSpPr>
        <dsp:cNvPr id="0" name=""/>
        <dsp:cNvSpPr/>
      </dsp:nvSpPr>
      <dsp:spPr>
        <a:xfrm>
          <a:off x="4791831" y="3968733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Exhibition Id#1</a:t>
          </a:r>
        </a:p>
      </dsp:txBody>
      <dsp:txXfrm>
        <a:off x="4791831" y="3968733"/>
        <a:ext cx="899857" cy="274456"/>
      </dsp:txXfrm>
    </dsp:sp>
    <dsp:sp modelId="{DDF5EC19-41AE-4BDE-81B3-DB61285BD74A}">
      <dsp:nvSpPr>
        <dsp:cNvPr id="0" name=""/>
        <dsp:cNvSpPr/>
      </dsp:nvSpPr>
      <dsp:spPr>
        <a:xfrm>
          <a:off x="5871660" y="3098120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Schedule</a:t>
          </a:r>
        </a:p>
      </dsp:txBody>
      <dsp:txXfrm>
        <a:off x="5871660" y="3098120"/>
        <a:ext cx="899857" cy="274456"/>
      </dsp:txXfrm>
    </dsp:sp>
    <dsp:sp modelId="{E3458C5F-4332-4439-96AF-FD966B7B137A}">
      <dsp:nvSpPr>
        <dsp:cNvPr id="0" name=""/>
        <dsp:cNvSpPr/>
      </dsp:nvSpPr>
      <dsp:spPr>
        <a:xfrm>
          <a:off x="5871660" y="3485059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Visitors per day</a:t>
          </a:r>
        </a:p>
      </dsp:txBody>
      <dsp:txXfrm>
        <a:off x="5871660" y="3485059"/>
        <a:ext cx="899857" cy="274456"/>
      </dsp:txXfrm>
    </dsp:sp>
    <dsp:sp modelId="{07CF39E6-9B2B-4A5F-B780-120DD8E62C9B}">
      <dsp:nvSpPr>
        <dsp:cNvPr id="0" name=""/>
        <dsp:cNvSpPr/>
      </dsp:nvSpPr>
      <dsp:spPr>
        <a:xfrm>
          <a:off x="6951490" y="3291590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Adult</a:t>
          </a:r>
        </a:p>
      </dsp:txBody>
      <dsp:txXfrm>
        <a:off x="6951490" y="3291590"/>
        <a:ext cx="899857" cy="274456"/>
      </dsp:txXfrm>
    </dsp:sp>
    <dsp:sp modelId="{B652EFB0-A88E-48A1-836A-A245919707FD}">
      <dsp:nvSpPr>
        <dsp:cNvPr id="0" name=""/>
        <dsp:cNvSpPr/>
      </dsp:nvSpPr>
      <dsp:spPr>
        <a:xfrm>
          <a:off x="8031319" y="3291590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345 visitors/day</a:t>
          </a:r>
        </a:p>
      </dsp:txBody>
      <dsp:txXfrm>
        <a:off x="8031319" y="3291590"/>
        <a:ext cx="899857" cy="274456"/>
      </dsp:txXfrm>
    </dsp:sp>
    <dsp:sp modelId="{1D1D8692-63AE-448E-8E39-430F6A4B46BF}">
      <dsp:nvSpPr>
        <dsp:cNvPr id="0" name=""/>
        <dsp:cNvSpPr/>
      </dsp:nvSpPr>
      <dsp:spPr>
        <a:xfrm>
          <a:off x="6951490" y="3678529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Under 12</a:t>
          </a:r>
        </a:p>
      </dsp:txBody>
      <dsp:txXfrm>
        <a:off x="6951490" y="3678529"/>
        <a:ext cx="899857" cy="274456"/>
      </dsp:txXfrm>
    </dsp:sp>
    <dsp:sp modelId="{CF184D97-6870-475F-82DD-C951C974B444}">
      <dsp:nvSpPr>
        <dsp:cNvPr id="0" name=""/>
        <dsp:cNvSpPr/>
      </dsp:nvSpPr>
      <dsp:spPr>
        <a:xfrm>
          <a:off x="8031319" y="3678529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120 visitors/day</a:t>
          </a:r>
        </a:p>
      </dsp:txBody>
      <dsp:txXfrm>
        <a:off x="8031319" y="3678529"/>
        <a:ext cx="899857" cy="274456"/>
      </dsp:txXfrm>
    </dsp:sp>
    <dsp:sp modelId="{FD314EC3-FAF3-42D4-B72F-81E23652E3D9}">
      <dsp:nvSpPr>
        <dsp:cNvPr id="0" name=""/>
        <dsp:cNvSpPr/>
      </dsp:nvSpPr>
      <dsp:spPr>
        <a:xfrm>
          <a:off x="5871660" y="4065468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Artist</a:t>
          </a:r>
        </a:p>
      </dsp:txBody>
      <dsp:txXfrm>
        <a:off x="5871660" y="4065468"/>
        <a:ext cx="899857" cy="274456"/>
      </dsp:txXfrm>
    </dsp:sp>
    <dsp:sp modelId="{2CFF43AD-E638-48CC-A1A6-213BB3000388}">
      <dsp:nvSpPr>
        <dsp:cNvPr id="0" name=""/>
        <dsp:cNvSpPr/>
      </dsp:nvSpPr>
      <dsp:spPr>
        <a:xfrm>
          <a:off x="6951490" y="4065468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Sound and Light Engineer</a:t>
          </a:r>
        </a:p>
      </dsp:txBody>
      <dsp:txXfrm>
        <a:off x="6951490" y="4065468"/>
        <a:ext cx="899857" cy="274456"/>
      </dsp:txXfrm>
    </dsp:sp>
    <dsp:sp modelId="{B7E87C89-F2A3-40BE-A158-9348331D318D}">
      <dsp:nvSpPr>
        <dsp:cNvPr id="0" name=""/>
        <dsp:cNvSpPr/>
      </dsp:nvSpPr>
      <dsp:spPr>
        <a:xfrm>
          <a:off x="5871660" y="4452406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Theme/Culture</a:t>
          </a:r>
        </a:p>
      </dsp:txBody>
      <dsp:txXfrm>
        <a:off x="5871660" y="4452406"/>
        <a:ext cx="899857" cy="274456"/>
      </dsp:txXfrm>
    </dsp:sp>
    <dsp:sp modelId="{FD27C63C-53AB-4EF5-B065-A5CCC6683CBC}">
      <dsp:nvSpPr>
        <dsp:cNvPr id="0" name=""/>
        <dsp:cNvSpPr/>
      </dsp:nvSpPr>
      <dsp:spPr>
        <a:xfrm>
          <a:off x="6951490" y="4452406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Ancient Egypt</a:t>
          </a:r>
        </a:p>
      </dsp:txBody>
      <dsp:txXfrm>
        <a:off x="6951490" y="4452406"/>
        <a:ext cx="899857" cy="274456"/>
      </dsp:txXfrm>
    </dsp:sp>
    <dsp:sp modelId="{77267FA6-0CDF-4F47-97BA-153747EF1791}">
      <dsp:nvSpPr>
        <dsp:cNvPr id="0" name=""/>
        <dsp:cNvSpPr/>
      </dsp:nvSpPr>
      <dsp:spPr>
        <a:xfrm>
          <a:off x="5871660" y="4839345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Historical Period</a:t>
          </a:r>
        </a:p>
      </dsp:txBody>
      <dsp:txXfrm>
        <a:off x="5871660" y="4839345"/>
        <a:ext cx="899857" cy="274456"/>
      </dsp:txXfrm>
    </dsp:sp>
    <dsp:sp modelId="{3BF77DC6-A893-4A65-9C1E-D38F5E103AA5}">
      <dsp:nvSpPr>
        <dsp:cNvPr id="0" name=""/>
        <dsp:cNvSpPr/>
      </dsp:nvSpPr>
      <dsp:spPr>
        <a:xfrm>
          <a:off x="4791831" y="4355672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Exhibition Id#2</a:t>
          </a:r>
        </a:p>
      </dsp:txBody>
      <dsp:txXfrm>
        <a:off x="4791831" y="4355672"/>
        <a:ext cx="899857" cy="274456"/>
      </dsp:txXfrm>
    </dsp:sp>
    <dsp:sp modelId="{F727FD69-DA36-400A-9A17-E435D30B6294}">
      <dsp:nvSpPr>
        <dsp:cNvPr id="0" name=""/>
        <dsp:cNvSpPr/>
      </dsp:nvSpPr>
      <dsp:spPr>
        <a:xfrm>
          <a:off x="3712001" y="5806693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Restoration</a:t>
          </a:r>
        </a:p>
      </dsp:txBody>
      <dsp:txXfrm>
        <a:off x="3712001" y="5806693"/>
        <a:ext cx="899857" cy="274456"/>
      </dsp:txXfrm>
    </dsp:sp>
    <dsp:sp modelId="{490BDFA8-D452-4BE4-9F81-245774E0D158}">
      <dsp:nvSpPr>
        <dsp:cNvPr id="0" name=""/>
        <dsp:cNvSpPr/>
      </dsp:nvSpPr>
      <dsp:spPr>
        <a:xfrm>
          <a:off x="4791831" y="5613223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Project #1</a:t>
          </a:r>
        </a:p>
      </dsp:txBody>
      <dsp:txXfrm>
        <a:off x="4791831" y="5613223"/>
        <a:ext cx="899857" cy="274456"/>
      </dsp:txXfrm>
    </dsp:sp>
    <dsp:sp modelId="{BEB5F23A-260D-4EA4-9C52-D29289AE19DF}">
      <dsp:nvSpPr>
        <dsp:cNvPr id="0" name=""/>
        <dsp:cNvSpPr/>
      </dsp:nvSpPr>
      <dsp:spPr>
        <a:xfrm>
          <a:off x="5871660" y="5226284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Loan</a:t>
          </a:r>
        </a:p>
      </dsp:txBody>
      <dsp:txXfrm>
        <a:off x="5871660" y="5226284"/>
        <a:ext cx="899857" cy="274456"/>
      </dsp:txXfrm>
    </dsp:sp>
    <dsp:sp modelId="{15470CCD-2DC4-4446-952E-0EA1F9168293}">
      <dsp:nvSpPr>
        <dsp:cNvPr id="0" name=""/>
        <dsp:cNvSpPr/>
      </dsp:nvSpPr>
      <dsp:spPr>
        <a:xfrm>
          <a:off x="5871660" y="5613223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Collection/Artifacts</a:t>
          </a:r>
        </a:p>
      </dsp:txBody>
      <dsp:txXfrm>
        <a:off x="5871660" y="5613223"/>
        <a:ext cx="899857" cy="274456"/>
      </dsp:txXfrm>
    </dsp:sp>
    <dsp:sp modelId="{9921040E-A9AE-4E20-B3A7-1033725EAB32}">
      <dsp:nvSpPr>
        <dsp:cNvPr id="0" name=""/>
        <dsp:cNvSpPr/>
      </dsp:nvSpPr>
      <dsp:spPr>
        <a:xfrm>
          <a:off x="6951490" y="5419754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Collection Id#1</a:t>
          </a:r>
        </a:p>
      </dsp:txBody>
      <dsp:txXfrm>
        <a:off x="6951490" y="5419754"/>
        <a:ext cx="899857" cy="274456"/>
      </dsp:txXfrm>
    </dsp:sp>
    <dsp:sp modelId="{4C50E7F0-CBE9-462F-A0E5-5FFE1AE84F4E}">
      <dsp:nvSpPr>
        <dsp:cNvPr id="0" name=""/>
        <dsp:cNvSpPr/>
      </dsp:nvSpPr>
      <dsp:spPr>
        <a:xfrm>
          <a:off x="6951490" y="5806693"/>
          <a:ext cx="899857" cy="274456"/>
        </a:xfrm>
        <a:prstGeom prst="rect">
          <a:avLst/>
        </a:prstGeom>
        <a:solidFill>
          <a:srgbClr val="FFC0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Artifact #1</a:t>
          </a:r>
        </a:p>
      </dsp:txBody>
      <dsp:txXfrm>
        <a:off x="6951490" y="5806693"/>
        <a:ext cx="899857" cy="274456"/>
      </dsp:txXfrm>
    </dsp:sp>
    <dsp:sp modelId="{E142E4F7-A4D2-449F-AA7F-C04C088A3C1F}">
      <dsp:nvSpPr>
        <dsp:cNvPr id="0" name=""/>
        <dsp:cNvSpPr/>
      </dsp:nvSpPr>
      <dsp:spPr>
        <a:xfrm>
          <a:off x="5871660" y="6000162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Responsible / Team</a:t>
          </a:r>
        </a:p>
      </dsp:txBody>
      <dsp:txXfrm>
        <a:off x="5871660" y="6000162"/>
        <a:ext cx="899857" cy="274456"/>
      </dsp:txXfrm>
    </dsp:sp>
    <dsp:sp modelId="{E4AFD26B-C7BB-41CA-A59C-D4C3576380A8}">
      <dsp:nvSpPr>
        <dsp:cNvPr id="0" name=""/>
        <dsp:cNvSpPr/>
      </dsp:nvSpPr>
      <dsp:spPr>
        <a:xfrm>
          <a:off x="4791831" y="6000162"/>
          <a:ext cx="899857" cy="2744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Project #2</a:t>
          </a:r>
        </a:p>
      </dsp:txBody>
      <dsp:txXfrm>
        <a:off x="4791831" y="6000162"/>
        <a:ext cx="899857" cy="2744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B9D9-9F54-8C36-5C6B-6C0D49AFE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AD5FEF-7250-7E5E-8853-F50EC8FF8F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9EEE8-61BA-0625-1837-A39A381E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BEB76-4880-A7ED-C3F4-D70441F4B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CB99A-6A4E-9DAB-3B96-0DD48D17F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25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873AB-0B6A-FC31-155D-3A5BA48E0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207C4-4084-EDFE-00B2-7A2E11561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E819A-0E0D-B967-C39D-333D06EB0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22BC2-605D-13BF-4D79-64ECC9C35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0117DE-32D4-9EE1-7DDB-FF86876F0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10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CA3C3-E625-EE0D-9DD9-8AC7205D6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19788-0C9B-97DA-A36B-903E43666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132C4-7435-5234-8197-92DDBE903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8B99-3831-23B7-1339-FB510B9F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73F31-8623-99B3-4087-8C82608C4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7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9BEA5-CD1C-AEAC-D986-CE846E0B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64773-7FE1-A88C-2928-569F193CE7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77F77-E636-FB77-D053-D1FF75AB2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905C9-0A09-14C6-0678-AEB44C906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65740A-7084-3EA4-38E3-1D95B22A1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D5679F-842E-F4F8-288D-33F9765FB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019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ABBDA-3B58-4446-6428-B2C0D088F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83C1E8-BBFE-2F4A-94DD-5A29475E0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DF9264-02A7-A989-FCD5-D18AAC917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DF47AC-F331-C82F-F82D-F2A5B73DA2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412E3-D5CA-C8AF-0595-276F3B845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864C4E-ACC1-E3A8-CBB3-591EB9F7C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5D466A-5A30-A839-A1E1-EA628F777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9DB4FC-530B-F42F-0C65-0E9E4BD27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230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3A648-C65E-084A-051E-5B11C9037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CCF6A6-8EF8-20DA-F829-6011B02A0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51D9FD-80C7-2BED-28A0-04B154F35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B0231F-9254-1DAE-8A89-2269C0351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7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CC99BA-1261-84FD-5F75-E812923AF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007371-1BFB-232D-10B3-B143C8144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EF3C3-D0B3-1AD6-8CDE-999309C5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38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9347-EF91-39D6-688B-4CBD92FFB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94793-9B6B-4355-FD1D-8B6ACB6B4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98F216-798F-351C-942E-B2C1D5498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E1E784-62B3-2D4F-CD3F-E85BCF32A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948A8-816B-619D-89CF-1FC1767FA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54FDA-228A-F145-F5C8-909CA83CA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39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A62C1-4D9C-5F34-30F7-DF97BCE2A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4725C8-B4E0-36CE-F0C3-EE3B9A1E57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D0F157-C09A-D149-0D06-3E3F8695FD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A786BB-03B8-3AD7-9866-C9F803496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7D518-25DB-F798-A52B-7D8EA70CF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796324-7941-FC03-F927-2E151B67D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154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6572-D5AC-B13C-718F-91A564356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7B6083-2611-6C79-6F76-2B3CC6860C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00EAB-7E1D-54DA-3EF6-72947C93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2A1B89-CA1F-78CF-9C08-F6D7ACC87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FFDF6-7AD8-92A2-1C30-90A41053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930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E887F8-5975-E857-2DC6-961AEFEA7B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8AF15-7DB9-18BD-6034-2A6C9010D0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4D6E5-4A08-9D68-C19F-F8398A409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F9719C-FF17-FBD1-FBB1-8469C96C3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1553-BD0D-0691-EFFD-0E415F7D0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70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018ABB-1F4E-D3D9-F2A8-5E7F9FAA2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F83431-040A-032C-D38C-585548139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7B6AD-6128-BAFA-89E2-7ADBA6A1F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69702F-6818-46E6-8DD7-EE5C5CC7738E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79C1A-E6B6-41B7-08FA-F14327AB80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85EF2-544A-BD0E-919E-22FC7B87DF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E3D19-551D-4167-ACAB-036F78A93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282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04B356B-4058-AA4F-FB51-42637D41F6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9666339"/>
              </p:ext>
            </p:extLst>
          </p:nvPr>
        </p:nvGraphicFramePr>
        <p:xfrm>
          <a:off x="304800" y="580771"/>
          <a:ext cx="11563350" cy="62772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8AA8EEE-BED4-A647-1D9F-FBA5E63F07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87" y="114788"/>
            <a:ext cx="5457825" cy="465983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Data Pipeline - XML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6D1AF8-7723-37CF-48C2-C2A6857A3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72112" y="114788"/>
            <a:ext cx="2721864" cy="3938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Graph model</a:t>
            </a:r>
          </a:p>
        </p:txBody>
      </p:sp>
    </p:spTree>
    <p:extLst>
      <p:ext uri="{BB962C8B-B14F-4D97-AF65-F5344CB8AC3E}">
        <p14:creationId xmlns:p14="http://schemas.microsoft.com/office/powerpoint/2010/main" val="2942727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115</Words>
  <Application>Microsoft Office PowerPoint</Application>
  <PresentationFormat>Widescreen</PresentationFormat>
  <Paragraphs>46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Data Pipeline - XML 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Elias El Ferkh</dc:creator>
  <cp:lastModifiedBy>Elias El Ferkh</cp:lastModifiedBy>
  <cp:revision>7</cp:revision>
  <dcterms:created xsi:type="dcterms:W3CDTF">2026-06-27T10:16:36Z</dcterms:created>
  <dcterms:modified xsi:type="dcterms:W3CDTF">2026-07-17T16:13:37Z</dcterms:modified>
</cp:coreProperties>
</file>