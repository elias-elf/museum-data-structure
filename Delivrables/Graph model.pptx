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1584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809694-423C-4057-A791-AE12D92AEFEC}" type="doc">
      <dgm:prSet loTypeId="urn:microsoft.com/office/officeart/2009/3/layout/HorizontalOrganizationChart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3CBB9B95-F2DE-4200-8B3A-58D04CAEA47D}">
      <dgm:prSet phldrT="[Text]" phldr="0"/>
      <dgm:spPr/>
      <dgm:t>
        <a:bodyPr/>
        <a:lstStyle/>
        <a:p>
          <a:r>
            <a:rPr lang="en-US" dirty="0"/>
            <a:t>Artifacts</a:t>
          </a:r>
        </a:p>
      </dgm:t>
    </dgm:pt>
    <dgm:pt modelId="{9242D754-7730-4B78-AB9C-A02DFB9723F4}" type="parTrans" cxnId="{D71C7287-F713-4C75-87F8-22ED08C8637E}">
      <dgm:prSet/>
      <dgm:spPr/>
      <dgm:t>
        <a:bodyPr/>
        <a:lstStyle/>
        <a:p>
          <a:endParaRPr lang="en-US"/>
        </a:p>
      </dgm:t>
    </dgm:pt>
    <dgm:pt modelId="{66961319-D3B5-4BBF-B054-793B033D15B6}" type="sibTrans" cxnId="{D71C7287-F713-4C75-87F8-22ED08C8637E}">
      <dgm:prSet/>
      <dgm:spPr/>
      <dgm:t>
        <a:bodyPr/>
        <a:lstStyle/>
        <a:p>
          <a:endParaRPr lang="en-US"/>
        </a:p>
      </dgm:t>
    </dgm:pt>
    <dgm:pt modelId="{9A4F48F6-BCF9-4165-AF3C-7C7BA667FA27}">
      <dgm:prSet phldrT="[Text]" phldr="0"/>
      <dgm:spPr/>
      <dgm:t>
        <a:bodyPr/>
        <a:lstStyle/>
        <a:p>
          <a:r>
            <a:rPr lang="en-US" dirty="0"/>
            <a:t>Artifact Id#1</a:t>
          </a:r>
        </a:p>
      </dgm:t>
    </dgm:pt>
    <dgm:pt modelId="{9A5D99C4-3A63-4397-B386-EBF9464401C2}" type="parTrans" cxnId="{099CBF7E-623A-4E34-A8A8-237B6F145EF1}">
      <dgm:prSet/>
      <dgm:spPr/>
      <dgm:t>
        <a:bodyPr/>
        <a:lstStyle/>
        <a:p>
          <a:endParaRPr lang="en-US"/>
        </a:p>
      </dgm:t>
    </dgm:pt>
    <dgm:pt modelId="{3D288AF2-D587-4DAC-A032-2120C9951061}" type="sibTrans" cxnId="{099CBF7E-623A-4E34-A8A8-237B6F145EF1}">
      <dgm:prSet/>
      <dgm:spPr/>
      <dgm:t>
        <a:bodyPr/>
        <a:lstStyle/>
        <a:p>
          <a:endParaRPr lang="en-US"/>
        </a:p>
      </dgm:t>
    </dgm:pt>
    <dgm:pt modelId="{4ECE59B8-536D-4DBD-9298-39EEE1A4E2F2}">
      <dgm:prSet phldrT="[Text]" phldr="0"/>
      <dgm:spPr/>
      <dgm:t>
        <a:bodyPr/>
        <a:lstStyle/>
        <a:p>
          <a:r>
            <a:rPr lang="en-US" dirty="0"/>
            <a:t>Description</a:t>
          </a:r>
        </a:p>
      </dgm:t>
    </dgm:pt>
    <dgm:pt modelId="{6C4DA155-8243-4072-B293-EC0CBA97AD7C}" type="parTrans" cxnId="{FF25C671-29E0-452F-800B-C8D83AAC5DA2}">
      <dgm:prSet/>
      <dgm:spPr/>
      <dgm:t>
        <a:bodyPr/>
        <a:lstStyle/>
        <a:p>
          <a:endParaRPr lang="en-US"/>
        </a:p>
      </dgm:t>
    </dgm:pt>
    <dgm:pt modelId="{F4455422-8EF8-4653-ACAA-E71029CF2328}" type="sibTrans" cxnId="{FF25C671-29E0-452F-800B-C8D83AAC5DA2}">
      <dgm:prSet/>
      <dgm:spPr/>
      <dgm:t>
        <a:bodyPr/>
        <a:lstStyle/>
        <a:p>
          <a:endParaRPr lang="en-US"/>
        </a:p>
      </dgm:t>
    </dgm:pt>
    <dgm:pt modelId="{855297F2-A162-4EED-8FE7-B40916947E1F}">
      <dgm:prSet phldrT="[Text]" phldr="0"/>
      <dgm:spPr/>
      <dgm:t>
        <a:bodyPr/>
        <a:lstStyle/>
        <a:p>
          <a:r>
            <a:rPr lang="en-US" dirty="0"/>
            <a:t>Collection ref#1</a:t>
          </a:r>
        </a:p>
      </dgm:t>
    </dgm:pt>
    <dgm:pt modelId="{83D18EB3-F613-46C2-86CF-CF849473A283}" type="parTrans" cxnId="{AD4C48F6-D1BF-454B-9E1C-9111D36AC05F}">
      <dgm:prSet/>
      <dgm:spPr/>
      <dgm:t>
        <a:bodyPr/>
        <a:lstStyle/>
        <a:p>
          <a:endParaRPr lang="en-US"/>
        </a:p>
      </dgm:t>
    </dgm:pt>
    <dgm:pt modelId="{B3957AC8-05AC-4C73-A0A8-40D5AE41615E}" type="sibTrans" cxnId="{AD4C48F6-D1BF-454B-9E1C-9111D36AC05F}">
      <dgm:prSet/>
      <dgm:spPr/>
      <dgm:t>
        <a:bodyPr/>
        <a:lstStyle/>
        <a:p>
          <a:endParaRPr lang="en-US"/>
        </a:p>
      </dgm:t>
    </dgm:pt>
    <dgm:pt modelId="{9DFAA83C-0ED7-4C5D-908E-2A02657C3D57}">
      <dgm:prSet phldrT="[Text]" phldr="0"/>
      <dgm:spPr/>
      <dgm:t>
        <a:bodyPr/>
        <a:lstStyle/>
        <a:p>
          <a:r>
            <a:rPr lang="en-US" dirty="0"/>
            <a:t>Exhibitions</a:t>
          </a:r>
        </a:p>
      </dgm:t>
    </dgm:pt>
    <dgm:pt modelId="{B6EFE756-66AC-4682-AE3E-4E5A980226A5}" type="parTrans" cxnId="{4A52468F-FADF-4AD1-8BF8-227ED1BE1440}">
      <dgm:prSet/>
      <dgm:spPr/>
      <dgm:t>
        <a:bodyPr/>
        <a:lstStyle/>
        <a:p>
          <a:endParaRPr lang="en-US"/>
        </a:p>
      </dgm:t>
    </dgm:pt>
    <dgm:pt modelId="{0FBCAEE9-6184-4B39-99B3-8073FB519715}" type="sibTrans" cxnId="{4A52468F-FADF-4AD1-8BF8-227ED1BE1440}">
      <dgm:prSet/>
      <dgm:spPr/>
      <dgm:t>
        <a:bodyPr/>
        <a:lstStyle/>
        <a:p>
          <a:endParaRPr lang="en-US"/>
        </a:p>
      </dgm:t>
    </dgm:pt>
    <dgm:pt modelId="{E0F095D0-0CDD-4899-95AE-C151B28DF4D1}">
      <dgm:prSet phldrT="[Text]" phldr="0"/>
      <dgm:spPr/>
      <dgm:t>
        <a:bodyPr/>
        <a:lstStyle/>
        <a:p>
          <a:r>
            <a:rPr lang="en-US" dirty="0"/>
            <a:t>Exhibition Id#1</a:t>
          </a:r>
        </a:p>
      </dgm:t>
    </dgm:pt>
    <dgm:pt modelId="{A901081C-4D82-49A2-9AF0-FDB6D79D7219}" type="parTrans" cxnId="{6620BD34-0599-4A37-843B-95E73982D995}">
      <dgm:prSet/>
      <dgm:spPr/>
      <dgm:t>
        <a:bodyPr/>
        <a:lstStyle/>
        <a:p>
          <a:endParaRPr lang="en-US"/>
        </a:p>
      </dgm:t>
    </dgm:pt>
    <dgm:pt modelId="{A65C86A5-0AE7-4EEE-9D4F-A9803E1BE21B}" type="sibTrans" cxnId="{6620BD34-0599-4A37-843B-95E73982D995}">
      <dgm:prSet/>
      <dgm:spPr/>
      <dgm:t>
        <a:bodyPr/>
        <a:lstStyle/>
        <a:p>
          <a:endParaRPr lang="en-US"/>
        </a:p>
      </dgm:t>
    </dgm:pt>
    <dgm:pt modelId="{13719A43-B673-4C88-9D1E-16D752C05E25}">
      <dgm:prSet phldrT="[Text]" phldr="0"/>
      <dgm:spPr/>
      <dgm:t>
        <a:bodyPr/>
        <a:lstStyle/>
        <a:p>
          <a:r>
            <a:rPr lang="en-US" dirty="0"/>
            <a:t>Provenance</a:t>
          </a:r>
        </a:p>
      </dgm:t>
    </dgm:pt>
    <dgm:pt modelId="{A874BA0B-B7EF-479E-B1B8-17FB9E8D2868}" type="parTrans" cxnId="{64512EFF-FE16-4811-99ED-A308AC4F74E3}">
      <dgm:prSet/>
      <dgm:spPr/>
      <dgm:t>
        <a:bodyPr/>
        <a:lstStyle/>
        <a:p>
          <a:endParaRPr lang="en-US"/>
        </a:p>
      </dgm:t>
    </dgm:pt>
    <dgm:pt modelId="{212A347A-5399-4312-9400-C1BF5604C0A3}" type="sibTrans" cxnId="{64512EFF-FE16-4811-99ED-A308AC4F74E3}">
      <dgm:prSet/>
      <dgm:spPr/>
      <dgm:t>
        <a:bodyPr/>
        <a:lstStyle/>
        <a:p>
          <a:endParaRPr lang="en-US"/>
        </a:p>
      </dgm:t>
    </dgm:pt>
    <dgm:pt modelId="{24C79789-50A6-4247-997A-B75D020D2C6D}">
      <dgm:prSet phldrT="[Text]" phldr="0"/>
      <dgm:spPr/>
      <dgm:t>
        <a:bodyPr/>
        <a:lstStyle/>
        <a:p>
          <a:r>
            <a:rPr lang="en-US" dirty="0"/>
            <a:t>Restoration history “Boolean”</a:t>
          </a:r>
        </a:p>
      </dgm:t>
    </dgm:pt>
    <dgm:pt modelId="{4F864848-EEBF-4930-A161-A4A71CAED760}" type="parTrans" cxnId="{3A315C0A-B5DE-4E07-8FB5-1CD50648992C}">
      <dgm:prSet/>
      <dgm:spPr/>
      <dgm:t>
        <a:bodyPr/>
        <a:lstStyle/>
        <a:p>
          <a:endParaRPr lang="en-US"/>
        </a:p>
      </dgm:t>
    </dgm:pt>
    <dgm:pt modelId="{710B0101-9A84-4BC6-8C5A-657A5D29E445}" type="sibTrans" cxnId="{3A315C0A-B5DE-4E07-8FB5-1CD50648992C}">
      <dgm:prSet/>
      <dgm:spPr/>
      <dgm:t>
        <a:bodyPr/>
        <a:lstStyle/>
        <a:p>
          <a:endParaRPr lang="en-US"/>
        </a:p>
      </dgm:t>
    </dgm:pt>
    <dgm:pt modelId="{6A27566D-5E2B-4C81-8C09-639ED0AF984B}">
      <dgm:prSet phldrT="[Text]" phldr="0"/>
      <dgm:spPr/>
      <dgm:t>
        <a:bodyPr/>
        <a:lstStyle/>
        <a:p>
          <a:r>
            <a:rPr lang="en-US" dirty="0"/>
            <a:t>Cultural heritage: Theme ref#2</a:t>
          </a:r>
        </a:p>
      </dgm:t>
    </dgm:pt>
    <dgm:pt modelId="{C7EBEF87-5076-4181-B19B-8AD6A127BA45}" type="parTrans" cxnId="{3FD8B39C-0640-4384-B97E-203A0CF8F63B}">
      <dgm:prSet/>
      <dgm:spPr/>
      <dgm:t>
        <a:bodyPr/>
        <a:lstStyle/>
        <a:p>
          <a:endParaRPr lang="en-US"/>
        </a:p>
      </dgm:t>
    </dgm:pt>
    <dgm:pt modelId="{FC4E0FFA-63F1-4B37-95CB-4240840490FF}" type="sibTrans" cxnId="{3FD8B39C-0640-4384-B97E-203A0CF8F63B}">
      <dgm:prSet/>
      <dgm:spPr/>
      <dgm:t>
        <a:bodyPr/>
        <a:lstStyle/>
        <a:p>
          <a:endParaRPr lang="en-US"/>
        </a:p>
      </dgm:t>
    </dgm:pt>
    <dgm:pt modelId="{C499CC0F-4E7A-4FEC-97EE-0BDE6BB4004A}">
      <dgm:prSet phldrT="[Text]" phldr="0"/>
      <dgm:spPr/>
      <dgm:t>
        <a:bodyPr/>
        <a:lstStyle/>
        <a:p>
          <a:r>
            <a:rPr lang="en-US" dirty="0"/>
            <a:t>Artifacts</a:t>
          </a:r>
        </a:p>
      </dgm:t>
    </dgm:pt>
    <dgm:pt modelId="{7F41646D-7809-44F5-B24B-6E191227AD5F}" type="parTrans" cxnId="{751A140E-BD01-4228-9DD6-3DA5AD793CD2}">
      <dgm:prSet/>
      <dgm:spPr/>
      <dgm:t>
        <a:bodyPr/>
        <a:lstStyle/>
        <a:p>
          <a:endParaRPr lang="en-US"/>
        </a:p>
      </dgm:t>
    </dgm:pt>
    <dgm:pt modelId="{EA7DEC92-39F8-4663-8710-1BE6F53B5DCC}" type="sibTrans" cxnId="{751A140E-BD01-4228-9DD6-3DA5AD793CD2}">
      <dgm:prSet/>
      <dgm:spPr/>
      <dgm:t>
        <a:bodyPr/>
        <a:lstStyle/>
        <a:p>
          <a:endParaRPr lang="en-US"/>
        </a:p>
      </dgm:t>
    </dgm:pt>
    <dgm:pt modelId="{7170B3D7-7385-4271-BFDD-77BDCB4B9D7D}">
      <dgm:prSet phldrT="[Text]" phldr="0"/>
      <dgm:spPr/>
      <dgm:t>
        <a:bodyPr/>
        <a:lstStyle/>
        <a:p>
          <a:r>
            <a:rPr lang="en-US" dirty="0"/>
            <a:t>Historical period</a:t>
          </a:r>
        </a:p>
      </dgm:t>
    </dgm:pt>
    <dgm:pt modelId="{4A1ABC62-FD06-4AC0-BC51-20F24998E5FF}" type="parTrans" cxnId="{92666C42-575A-458A-A537-6AF157077065}">
      <dgm:prSet/>
      <dgm:spPr/>
      <dgm:t>
        <a:bodyPr/>
        <a:lstStyle/>
        <a:p>
          <a:endParaRPr lang="en-US"/>
        </a:p>
      </dgm:t>
    </dgm:pt>
    <dgm:pt modelId="{E0F509D1-F4E5-4341-B785-E6BE8356D007}" type="sibTrans" cxnId="{92666C42-575A-458A-A537-6AF157077065}">
      <dgm:prSet/>
      <dgm:spPr/>
      <dgm:t>
        <a:bodyPr/>
        <a:lstStyle/>
        <a:p>
          <a:endParaRPr lang="en-US"/>
        </a:p>
      </dgm:t>
    </dgm:pt>
    <dgm:pt modelId="{C9E721F3-3509-40BA-945D-417CE334E5F2}">
      <dgm:prSet phldrT="[Text]" phldr="0"/>
      <dgm:spPr/>
      <dgm:t>
        <a:bodyPr/>
        <a:lstStyle/>
        <a:p>
          <a:r>
            <a:rPr lang="en-US" dirty="0"/>
            <a:t>Project #1</a:t>
          </a:r>
        </a:p>
      </dgm:t>
    </dgm:pt>
    <dgm:pt modelId="{ACF9E546-FC16-43CF-809C-930B68C88DB1}" type="parTrans" cxnId="{30CCBCEE-6C5C-42DE-B1C3-C53210DE7090}">
      <dgm:prSet/>
      <dgm:spPr/>
      <dgm:t>
        <a:bodyPr/>
        <a:lstStyle/>
        <a:p>
          <a:endParaRPr lang="en-US"/>
        </a:p>
      </dgm:t>
    </dgm:pt>
    <dgm:pt modelId="{FEEFCB98-559B-4F6D-9142-483778425DB0}" type="sibTrans" cxnId="{30CCBCEE-6C5C-42DE-B1C3-C53210DE7090}">
      <dgm:prSet/>
      <dgm:spPr/>
      <dgm:t>
        <a:bodyPr/>
        <a:lstStyle/>
        <a:p>
          <a:endParaRPr lang="en-US"/>
        </a:p>
      </dgm:t>
    </dgm:pt>
    <dgm:pt modelId="{97A8E0E5-1256-46F5-BDCA-CBF242F3C57E}">
      <dgm:prSet phldrT="[Text]" phldr="0"/>
      <dgm:spPr/>
      <dgm:t>
        <a:bodyPr/>
        <a:lstStyle/>
        <a:p>
          <a:r>
            <a:rPr lang="en-US" dirty="0"/>
            <a:t>Loan “currency”</a:t>
          </a:r>
        </a:p>
      </dgm:t>
    </dgm:pt>
    <dgm:pt modelId="{5CD82464-BD85-410D-9486-CDF630216295}" type="parTrans" cxnId="{760621C2-E86C-4607-A302-CD20979C09E9}">
      <dgm:prSet/>
      <dgm:spPr/>
      <dgm:t>
        <a:bodyPr/>
        <a:lstStyle/>
        <a:p>
          <a:endParaRPr lang="en-US"/>
        </a:p>
      </dgm:t>
    </dgm:pt>
    <dgm:pt modelId="{F2FF7060-498E-4C33-B37F-3A4AE0EED5E3}" type="sibTrans" cxnId="{760621C2-E86C-4607-A302-CD20979C09E9}">
      <dgm:prSet/>
      <dgm:spPr/>
      <dgm:t>
        <a:bodyPr/>
        <a:lstStyle/>
        <a:p>
          <a:endParaRPr lang="en-US"/>
        </a:p>
      </dgm:t>
    </dgm:pt>
    <dgm:pt modelId="{35D396C7-832D-4310-9EFD-0CBA7534B49E}">
      <dgm:prSet phldrT="[Text]" phldr="0"/>
      <dgm:spPr/>
      <dgm:t>
        <a:bodyPr/>
        <a:lstStyle/>
        <a:p>
          <a:r>
            <a:rPr lang="en-US" dirty="0"/>
            <a:t>Artifacts</a:t>
          </a:r>
        </a:p>
      </dgm:t>
    </dgm:pt>
    <dgm:pt modelId="{2053DD24-1A05-4174-B3A2-006AF3B872F4}" type="parTrans" cxnId="{2C51EDE1-6CE8-4630-BABC-D0F8A19FB7D7}">
      <dgm:prSet/>
      <dgm:spPr/>
      <dgm:t>
        <a:bodyPr/>
        <a:lstStyle/>
        <a:p>
          <a:endParaRPr lang="en-US"/>
        </a:p>
      </dgm:t>
    </dgm:pt>
    <dgm:pt modelId="{0D904290-0D38-4707-88C1-2BE985B0DCCE}" type="sibTrans" cxnId="{2C51EDE1-6CE8-4630-BABC-D0F8A19FB7D7}">
      <dgm:prSet/>
      <dgm:spPr/>
      <dgm:t>
        <a:bodyPr/>
        <a:lstStyle/>
        <a:p>
          <a:endParaRPr lang="en-US"/>
        </a:p>
      </dgm:t>
    </dgm:pt>
    <dgm:pt modelId="{73528B28-3862-4C56-BB94-20BFCA4D977C}">
      <dgm:prSet phldrT="[Text]" phldr="0"/>
      <dgm:spPr/>
      <dgm:t>
        <a:bodyPr/>
        <a:lstStyle/>
        <a:p>
          <a:r>
            <a:rPr lang="en-US" dirty="0"/>
            <a:t>Responsible</a:t>
          </a:r>
        </a:p>
      </dgm:t>
    </dgm:pt>
    <dgm:pt modelId="{320AF489-F490-4FB9-A435-9E69697CB6A1}" type="parTrans" cxnId="{360BAAFF-63FD-43F2-9802-8A20EFFEA078}">
      <dgm:prSet/>
      <dgm:spPr/>
      <dgm:t>
        <a:bodyPr/>
        <a:lstStyle/>
        <a:p>
          <a:endParaRPr lang="en-US"/>
        </a:p>
      </dgm:t>
    </dgm:pt>
    <dgm:pt modelId="{D5F06BC4-1238-41A8-9412-D18B338823BA}" type="sibTrans" cxnId="{360BAAFF-63FD-43F2-9802-8A20EFFEA078}">
      <dgm:prSet/>
      <dgm:spPr/>
      <dgm:t>
        <a:bodyPr/>
        <a:lstStyle/>
        <a:p>
          <a:endParaRPr lang="en-US"/>
        </a:p>
      </dgm:t>
    </dgm:pt>
    <dgm:pt modelId="{9AC9B081-25C5-4E83-B9FC-4EE1220C42CC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Roaring Lion Bust</a:t>
          </a:r>
        </a:p>
      </dgm:t>
    </dgm:pt>
    <dgm:pt modelId="{454A2903-42E9-4AD4-B32C-56480B741CA4}" type="parTrans" cxnId="{A50AE63F-71DF-4A50-9477-BB78123FEF7A}">
      <dgm:prSet/>
      <dgm:spPr/>
      <dgm:t>
        <a:bodyPr/>
        <a:lstStyle/>
        <a:p>
          <a:endParaRPr lang="en-US"/>
        </a:p>
      </dgm:t>
    </dgm:pt>
    <dgm:pt modelId="{BFCB5B5C-D340-456B-9E1E-50850228EC60}" type="sibTrans" cxnId="{A50AE63F-71DF-4A50-9477-BB78123FEF7A}">
      <dgm:prSet/>
      <dgm:spPr/>
      <dgm:t>
        <a:bodyPr/>
        <a:lstStyle/>
        <a:p>
          <a:endParaRPr lang="en-US"/>
        </a:p>
      </dgm:t>
    </dgm:pt>
    <dgm:pt modelId="{23D84297-71D0-47C1-8874-FF344216EAC8}">
      <dgm:prSet phldrT="[Text]"/>
      <dgm:spPr/>
      <dgm:t>
        <a:bodyPr/>
        <a:lstStyle/>
        <a:p>
          <a:r>
            <a:rPr lang="en-US" dirty="0"/>
            <a:t>Artifact Id#2</a:t>
          </a:r>
        </a:p>
      </dgm:t>
    </dgm:pt>
    <dgm:pt modelId="{C4BC2D65-C06B-4D32-962C-942429050144}" type="parTrans" cxnId="{196D6ED2-D91E-482C-B59B-AD2FEC248E9A}">
      <dgm:prSet/>
      <dgm:spPr/>
      <dgm:t>
        <a:bodyPr/>
        <a:lstStyle/>
        <a:p>
          <a:endParaRPr lang="en-US"/>
        </a:p>
      </dgm:t>
    </dgm:pt>
    <dgm:pt modelId="{5E828AE2-BCBB-4D2E-B901-535C4EEBD24B}" type="sibTrans" cxnId="{196D6ED2-D91E-482C-B59B-AD2FEC248E9A}">
      <dgm:prSet/>
      <dgm:spPr/>
      <dgm:t>
        <a:bodyPr/>
        <a:lstStyle/>
        <a:p>
          <a:endParaRPr lang="en-US"/>
        </a:p>
      </dgm:t>
    </dgm:pt>
    <dgm:pt modelId="{CA6200AF-7336-4AB8-A4E9-530BC5027306}">
      <dgm:prSet phldrT="[Text]"/>
      <dgm:spPr/>
      <dgm:t>
        <a:bodyPr/>
        <a:lstStyle/>
        <a:p>
          <a:r>
            <a:rPr lang="en-US" dirty="0"/>
            <a:t>Restoration</a:t>
          </a:r>
        </a:p>
      </dgm:t>
    </dgm:pt>
    <dgm:pt modelId="{880276D0-EB74-4489-85C7-23E81AC85430}" type="parTrans" cxnId="{5B800C80-94B9-4F92-AF4B-4CEA866A56D6}">
      <dgm:prSet/>
      <dgm:spPr/>
      <dgm:t>
        <a:bodyPr/>
        <a:lstStyle/>
        <a:p>
          <a:endParaRPr lang="en-US"/>
        </a:p>
      </dgm:t>
    </dgm:pt>
    <dgm:pt modelId="{36022CDB-DAA5-4DCB-AB8C-CC60CF58AABA}" type="sibTrans" cxnId="{5B800C80-94B9-4F92-AF4B-4CEA866A56D6}">
      <dgm:prSet/>
      <dgm:spPr/>
      <dgm:t>
        <a:bodyPr/>
        <a:lstStyle/>
        <a:p>
          <a:endParaRPr lang="en-US"/>
        </a:p>
      </dgm:t>
    </dgm:pt>
    <dgm:pt modelId="{6C8E784B-F666-494C-B943-E6FE294FAEB1}">
      <dgm:prSet phldrT="[Text]" phldr="0"/>
      <dgm:spPr/>
      <dgm:t>
        <a:bodyPr/>
        <a:lstStyle/>
        <a:p>
          <a:r>
            <a:rPr lang="en-US" dirty="0"/>
            <a:t>Project #2</a:t>
          </a:r>
        </a:p>
      </dgm:t>
    </dgm:pt>
    <dgm:pt modelId="{7607DCFD-2AEA-4454-AD75-99E4327A6DA2}" type="parTrans" cxnId="{3A62B7D9-3C40-4560-A73C-D23AD318741D}">
      <dgm:prSet/>
      <dgm:spPr/>
      <dgm:t>
        <a:bodyPr/>
        <a:lstStyle/>
        <a:p>
          <a:endParaRPr lang="en-US"/>
        </a:p>
      </dgm:t>
    </dgm:pt>
    <dgm:pt modelId="{2125BE52-3AA7-429B-8CE3-D4E62C9DFFAC}" type="sibTrans" cxnId="{3A62B7D9-3C40-4560-A73C-D23AD318741D}">
      <dgm:prSet/>
      <dgm:spPr/>
      <dgm:t>
        <a:bodyPr/>
        <a:lstStyle/>
        <a:p>
          <a:endParaRPr lang="en-US"/>
        </a:p>
      </dgm:t>
    </dgm:pt>
    <dgm:pt modelId="{BD4CBB34-BFC3-4314-AC58-360CE3F828A3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Artifact ref#1</a:t>
          </a:r>
        </a:p>
      </dgm:t>
    </dgm:pt>
    <dgm:pt modelId="{455048BF-88A9-42EC-8893-BB00D9AEA4E4}" type="parTrans" cxnId="{55772C8E-448C-4DC9-A074-76F225A7B1A5}">
      <dgm:prSet/>
      <dgm:spPr/>
      <dgm:t>
        <a:bodyPr/>
        <a:lstStyle/>
        <a:p>
          <a:endParaRPr lang="en-US"/>
        </a:p>
      </dgm:t>
    </dgm:pt>
    <dgm:pt modelId="{1F5900FF-7037-4382-8E40-1F8FA4C91733}" type="sibTrans" cxnId="{55772C8E-448C-4DC9-A074-76F225A7B1A5}">
      <dgm:prSet/>
      <dgm:spPr/>
      <dgm:t>
        <a:bodyPr/>
        <a:lstStyle/>
        <a:p>
          <a:endParaRPr lang="en-US"/>
        </a:p>
      </dgm:t>
    </dgm:pt>
    <dgm:pt modelId="{D81506E7-9321-4CD6-B783-B535E14E9673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Artifact ref#2</a:t>
          </a:r>
        </a:p>
      </dgm:t>
    </dgm:pt>
    <dgm:pt modelId="{7D9BDDE8-7610-4C76-ACCC-5EF685046CB6}" type="parTrans" cxnId="{517039A2-AF71-40DF-BA14-7ECAA2110576}">
      <dgm:prSet/>
      <dgm:spPr/>
      <dgm:t>
        <a:bodyPr/>
        <a:lstStyle/>
        <a:p>
          <a:endParaRPr lang="en-US"/>
        </a:p>
      </dgm:t>
    </dgm:pt>
    <dgm:pt modelId="{33EBB137-5154-41C5-9AB1-B8A70F9210AB}" type="sibTrans" cxnId="{517039A2-AF71-40DF-BA14-7ECAA2110576}">
      <dgm:prSet/>
      <dgm:spPr/>
      <dgm:t>
        <a:bodyPr/>
        <a:lstStyle/>
        <a:p>
          <a:endParaRPr lang="en-US"/>
        </a:p>
      </dgm:t>
    </dgm:pt>
    <dgm:pt modelId="{764BB32F-0818-4190-8CBA-5BFD6043BFBC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Persepolis</a:t>
          </a:r>
        </a:p>
      </dgm:t>
    </dgm:pt>
    <dgm:pt modelId="{B0A38B96-90FF-402E-A24A-BEF06D54B9B6}" type="parTrans" cxnId="{C5AE9650-7B23-40D6-AD75-0C98CFFC981C}">
      <dgm:prSet/>
      <dgm:spPr/>
      <dgm:t>
        <a:bodyPr/>
        <a:lstStyle/>
        <a:p>
          <a:endParaRPr lang="en-US"/>
        </a:p>
      </dgm:t>
    </dgm:pt>
    <dgm:pt modelId="{80C549BF-85F2-4AF0-82FE-EA09792BFF8F}" type="sibTrans" cxnId="{C5AE9650-7B23-40D6-AD75-0C98CFFC981C}">
      <dgm:prSet/>
      <dgm:spPr/>
      <dgm:t>
        <a:bodyPr/>
        <a:lstStyle/>
        <a:p>
          <a:endParaRPr lang="en-US"/>
        </a:p>
      </dgm:t>
    </dgm:pt>
    <dgm:pt modelId="{218DF31D-CF8B-459F-887A-8E793F7A6593}">
      <dgm:prSet phldrT="[Text]" phldr="0"/>
      <dgm:spPr/>
      <dgm:t>
        <a:bodyPr/>
        <a:lstStyle/>
        <a:p>
          <a:r>
            <a:rPr lang="en-US" dirty="0"/>
            <a:t>Record</a:t>
          </a:r>
        </a:p>
      </dgm:t>
    </dgm:pt>
    <dgm:pt modelId="{928CD5CC-816D-4B40-9D14-7256E32D7DFD}" type="parTrans" cxnId="{4D6B2273-EC6F-44A1-8C0B-9E3F6EDFFD88}">
      <dgm:prSet/>
      <dgm:spPr/>
      <dgm:t>
        <a:bodyPr/>
        <a:lstStyle/>
        <a:p>
          <a:endParaRPr lang="en-US"/>
        </a:p>
      </dgm:t>
    </dgm:pt>
    <dgm:pt modelId="{63F6D207-5CB3-4B31-B829-F97C6E8DF686}" type="sibTrans" cxnId="{4D6B2273-EC6F-44A1-8C0B-9E3F6EDFFD88}">
      <dgm:prSet/>
      <dgm:spPr/>
      <dgm:t>
        <a:bodyPr/>
        <a:lstStyle/>
        <a:p>
          <a:endParaRPr lang="en-US"/>
        </a:p>
      </dgm:t>
    </dgm:pt>
    <dgm:pt modelId="{6D41F822-3F5E-498D-8427-D9976FC14949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05</a:t>
          </a:r>
          <a:r>
            <a:rPr lang="en-US" baseline="30000" dirty="0"/>
            <a:t>th</a:t>
          </a:r>
          <a:r>
            <a:rPr lang="en-US" dirty="0"/>
            <a:t> Century BC</a:t>
          </a:r>
        </a:p>
      </dgm:t>
    </dgm:pt>
    <dgm:pt modelId="{B777D164-DD56-45DE-9496-BC18234B1690}" type="parTrans" cxnId="{E314F4B5-40B5-447A-B126-45A7D8D28ED6}">
      <dgm:prSet/>
      <dgm:spPr/>
      <dgm:t>
        <a:bodyPr/>
        <a:lstStyle/>
        <a:p>
          <a:endParaRPr lang="en-US"/>
        </a:p>
      </dgm:t>
    </dgm:pt>
    <dgm:pt modelId="{C03D6BDD-B589-42C4-86BE-8B4E25D47F0C}" type="sibTrans" cxnId="{E314F4B5-40B5-447A-B126-45A7D8D28ED6}">
      <dgm:prSet/>
      <dgm:spPr/>
      <dgm:t>
        <a:bodyPr/>
        <a:lstStyle/>
        <a:p>
          <a:endParaRPr lang="en-US"/>
        </a:p>
      </dgm:t>
    </dgm:pt>
    <dgm:pt modelId="{7BFC5FFE-8955-4513-8485-C479782305F9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3 times</a:t>
          </a:r>
        </a:p>
      </dgm:t>
    </dgm:pt>
    <dgm:pt modelId="{BCC45095-3A8B-4CB4-9AE4-6772688B37EF}" type="parTrans" cxnId="{E191AEB2-9ECC-4400-A418-71A1D0DD24A4}">
      <dgm:prSet/>
      <dgm:spPr/>
      <dgm:t>
        <a:bodyPr/>
        <a:lstStyle/>
        <a:p>
          <a:endParaRPr lang="en-US"/>
        </a:p>
      </dgm:t>
    </dgm:pt>
    <dgm:pt modelId="{469377AA-6EAB-4AB7-93B9-E73437C88BD3}" type="sibTrans" cxnId="{E191AEB2-9ECC-4400-A418-71A1D0DD24A4}">
      <dgm:prSet/>
      <dgm:spPr/>
      <dgm:t>
        <a:bodyPr/>
        <a:lstStyle/>
        <a:p>
          <a:endParaRPr lang="en-US"/>
        </a:p>
      </dgm:t>
    </dgm:pt>
    <dgm:pt modelId="{D7660C3C-E08D-431C-8EE1-9AA78C89B4A5}">
      <dgm:prSet phldrT="[Text]"/>
      <dgm:spPr/>
      <dgm:t>
        <a:bodyPr/>
        <a:lstStyle/>
        <a:p>
          <a:r>
            <a:rPr lang="en-US" dirty="0"/>
            <a:t>Visitor Count</a:t>
          </a:r>
        </a:p>
      </dgm:t>
    </dgm:pt>
    <dgm:pt modelId="{A5F5E471-F067-43AE-8556-402C42D66216}" type="parTrans" cxnId="{99D97E88-742D-4B77-B7BA-9F2DC084B2FC}">
      <dgm:prSet/>
      <dgm:spPr/>
      <dgm:t>
        <a:bodyPr/>
        <a:lstStyle/>
        <a:p>
          <a:endParaRPr lang="en-US"/>
        </a:p>
      </dgm:t>
    </dgm:pt>
    <dgm:pt modelId="{2056AD32-03D3-4873-9D29-9396256F501C}" type="sibTrans" cxnId="{99D97E88-742D-4B77-B7BA-9F2DC084B2FC}">
      <dgm:prSet/>
      <dgm:spPr/>
      <dgm:t>
        <a:bodyPr/>
        <a:lstStyle/>
        <a:p>
          <a:endParaRPr lang="en-US"/>
        </a:p>
      </dgm:t>
    </dgm:pt>
    <dgm:pt modelId="{061809CC-87E0-4E97-84A6-384BF07724D8}">
      <dgm:prSet phldrT="[Text]" phldr="0"/>
      <dgm:spPr/>
      <dgm:t>
        <a:bodyPr/>
        <a:lstStyle/>
        <a:p>
          <a:r>
            <a:rPr lang="en-US" dirty="0"/>
            <a:t>Adult</a:t>
          </a:r>
        </a:p>
      </dgm:t>
    </dgm:pt>
    <dgm:pt modelId="{BCF3A011-CCE5-4332-B9BE-4DBB4EB90D3E}" type="parTrans" cxnId="{19B91C51-5562-44A2-9B1C-8BC4C261CCB6}">
      <dgm:prSet/>
      <dgm:spPr/>
      <dgm:t>
        <a:bodyPr/>
        <a:lstStyle/>
        <a:p>
          <a:endParaRPr lang="en-US"/>
        </a:p>
      </dgm:t>
    </dgm:pt>
    <dgm:pt modelId="{56F3B771-1C0C-4C21-9EAF-35C1EBB1DB78}" type="sibTrans" cxnId="{19B91C51-5562-44A2-9B1C-8BC4C261CCB6}">
      <dgm:prSet/>
      <dgm:spPr/>
      <dgm:t>
        <a:bodyPr/>
        <a:lstStyle/>
        <a:p>
          <a:endParaRPr lang="en-US"/>
        </a:p>
      </dgm:t>
    </dgm:pt>
    <dgm:pt modelId="{CD4954CC-F1E7-474A-9C14-897F60DC4DA4}">
      <dgm:prSet phldrT="[Text]" phldr="0"/>
      <dgm:spPr/>
      <dgm:t>
        <a:bodyPr/>
        <a:lstStyle/>
        <a:p>
          <a:r>
            <a:rPr lang="en-US" dirty="0"/>
            <a:t>Underage</a:t>
          </a:r>
        </a:p>
      </dgm:t>
    </dgm:pt>
    <dgm:pt modelId="{45EF24BF-2957-4968-9E77-C679A38F2BE0}" type="parTrans" cxnId="{D897B6C1-26D4-4EBF-9545-D4DF4EB294AC}">
      <dgm:prSet/>
      <dgm:spPr/>
      <dgm:t>
        <a:bodyPr/>
        <a:lstStyle/>
        <a:p>
          <a:endParaRPr lang="en-US"/>
        </a:p>
      </dgm:t>
    </dgm:pt>
    <dgm:pt modelId="{B9DFB9A1-FCC7-46AA-8558-BC4D60E4B362}" type="sibTrans" cxnId="{D897B6C1-26D4-4EBF-9545-D4DF4EB294AC}">
      <dgm:prSet/>
      <dgm:spPr/>
      <dgm:t>
        <a:bodyPr/>
        <a:lstStyle/>
        <a:p>
          <a:endParaRPr lang="en-US"/>
        </a:p>
      </dgm:t>
    </dgm:pt>
    <dgm:pt modelId="{F7D84224-A973-485F-ADAD-95BF5231A40B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345 visitors/day</a:t>
          </a:r>
        </a:p>
      </dgm:t>
    </dgm:pt>
    <dgm:pt modelId="{2637AE1D-117E-454F-9D3F-416D113148BB}" type="parTrans" cxnId="{A2B97172-721A-4303-8F66-6F662D34CC3E}">
      <dgm:prSet/>
      <dgm:spPr/>
      <dgm:t>
        <a:bodyPr/>
        <a:lstStyle/>
        <a:p>
          <a:endParaRPr lang="en-US"/>
        </a:p>
      </dgm:t>
    </dgm:pt>
    <dgm:pt modelId="{48D7C72E-85E8-400B-A2C7-9DB69FDA5390}" type="sibTrans" cxnId="{A2B97172-721A-4303-8F66-6F662D34CC3E}">
      <dgm:prSet/>
      <dgm:spPr/>
      <dgm:t>
        <a:bodyPr/>
        <a:lstStyle/>
        <a:p>
          <a:endParaRPr lang="en-US"/>
        </a:p>
      </dgm:t>
    </dgm:pt>
    <dgm:pt modelId="{6D92348B-BF22-4F09-BD16-E4E9FEADFB32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120 visitors/day</a:t>
          </a:r>
        </a:p>
      </dgm:t>
    </dgm:pt>
    <dgm:pt modelId="{04012DFC-77A8-4A46-B858-7332CB8C84A1}" type="parTrans" cxnId="{1205B670-9953-4B26-AE11-939D8C0615D3}">
      <dgm:prSet/>
      <dgm:spPr/>
      <dgm:t>
        <a:bodyPr/>
        <a:lstStyle/>
        <a:p>
          <a:endParaRPr lang="en-US"/>
        </a:p>
      </dgm:t>
    </dgm:pt>
    <dgm:pt modelId="{AAC775F1-969C-42B7-9AD1-47CC76C9852B}" type="sibTrans" cxnId="{1205B670-9953-4B26-AE11-939D8C0615D3}">
      <dgm:prSet/>
      <dgm:spPr/>
      <dgm:t>
        <a:bodyPr/>
        <a:lstStyle/>
        <a:p>
          <a:endParaRPr lang="en-US"/>
        </a:p>
      </dgm:t>
    </dgm:pt>
    <dgm:pt modelId="{5AFEC8AD-8C3F-4724-85E3-77D8EA592781}">
      <dgm:prSet phldrT="[Text]" phldr="0"/>
      <dgm:spPr/>
      <dgm:t>
        <a:bodyPr/>
        <a:lstStyle/>
        <a:p>
          <a:r>
            <a:rPr lang="en-US" dirty="0"/>
            <a:t>Museum</a:t>
          </a:r>
        </a:p>
      </dgm:t>
    </dgm:pt>
    <dgm:pt modelId="{8D4DADF3-A559-473F-B457-30AAF42C09D7}" type="parTrans" cxnId="{04F8C65E-115C-4784-89A0-4491AD529736}">
      <dgm:prSet/>
      <dgm:spPr/>
      <dgm:t>
        <a:bodyPr/>
        <a:lstStyle/>
        <a:p>
          <a:endParaRPr lang="en-US"/>
        </a:p>
      </dgm:t>
    </dgm:pt>
    <dgm:pt modelId="{20C3EAD4-7885-4840-B357-8B0AE16E3E20}" type="sibTrans" cxnId="{04F8C65E-115C-4784-89A0-4491AD529736}">
      <dgm:prSet/>
      <dgm:spPr/>
      <dgm:t>
        <a:bodyPr/>
        <a:lstStyle/>
        <a:p>
          <a:endParaRPr lang="en-US"/>
        </a:p>
      </dgm:t>
    </dgm:pt>
    <dgm:pt modelId="{3E6A9241-7ED7-4E1E-9A0C-FCCB8AFE0676}">
      <dgm:prSet phldrT="[Text]"/>
      <dgm:spPr/>
      <dgm:t>
        <a:bodyPr/>
        <a:lstStyle/>
        <a:p>
          <a:r>
            <a:rPr lang="en-US" dirty="0"/>
            <a:t>Collections</a:t>
          </a:r>
        </a:p>
      </dgm:t>
    </dgm:pt>
    <dgm:pt modelId="{C3FB077C-2462-498E-B844-9538FDE898FE}" type="parTrans" cxnId="{CB62C827-67E5-4123-88C9-AC674D1D8A7E}">
      <dgm:prSet/>
      <dgm:spPr/>
      <dgm:t>
        <a:bodyPr/>
        <a:lstStyle/>
        <a:p>
          <a:endParaRPr lang="en-US"/>
        </a:p>
      </dgm:t>
    </dgm:pt>
    <dgm:pt modelId="{CB332FBD-7E08-4152-AD88-22BA4367C068}" type="sibTrans" cxnId="{CB62C827-67E5-4123-88C9-AC674D1D8A7E}">
      <dgm:prSet/>
      <dgm:spPr/>
      <dgm:t>
        <a:bodyPr/>
        <a:lstStyle/>
        <a:p>
          <a:endParaRPr lang="en-US"/>
        </a:p>
      </dgm:t>
    </dgm:pt>
    <dgm:pt modelId="{AE4652B3-3398-42D3-A9DE-FBC115B53A0D}">
      <dgm:prSet phldrT="[Text]" phldr="0"/>
      <dgm:spPr/>
      <dgm:t>
        <a:bodyPr/>
        <a:lstStyle/>
        <a:p>
          <a:r>
            <a:rPr lang="en-US" dirty="0"/>
            <a:t>Collection Id#1</a:t>
          </a:r>
        </a:p>
      </dgm:t>
    </dgm:pt>
    <dgm:pt modelId="{03FC0ABC-78B9-4767-8291-52E8792ED142}" type="parTrans" cxnId="{DBF9F3C7-8713-48F8-939E-02FE8C807189}">
      <dgm:prSet/>
      <dgm:spPr/>
      <dgm:t>
        <a:bodyPr/>
        <a:lstStyle/>
        <a:p>
          <a:endParaRPr lang="en-US"/>
        </a:p>
      </dgm:t>
    </dgm:pt>
    <dgm:pt modelId="{8BC6BC54-3043-424C-91DC-F945F6203B98}" type="sibTrans" cxnId="{DBF9F3C7-8713-48F8-939E-02FE8C807189}">
      <dgm:prSet/>
      <dgm:spPr/>
      <dgm:t>
        <a:bodyPr/>
        <a:lstStyle/>
        <a:p>
          <a:endParaRPr lang="en-US"/>
        </a:p>
      </dgm:t>
    </dgm:pt>
    <dgm:pt modelId="{2A323462-12B1-44A5-95A4-30F7D5E83E80}">
      <dgm:prSet phldrT="[Text]" phldr="0"/>
      <dgm:spPr/>
      <dgm:t>
        <a:bodyPr/>
        <a:lstStyle/>
        <a:p>
          <a:r>
            <a:rPr lang="en-US" dirty="0"/>
            <a:t>Collection Id#2</a:t>
          </a:r>
        </a:p>
      </dgm:t>
    </dgm:pt>
    <dgm:pt modelId="{4EAB6B4E-4AE3-4DD0-93A3-0784ECF3F600}" type="parTrans" cxnId="{983A92A3-EF29-4954-A755-8D540079A70E}">
      <dgm:prSet/>
      <dgm:spPr/>
      <dgm:t>
        <a:bodyPr/>
        <a:lstStyle/>
        <a:p>
          <a:endParaRPr lang="en-US"/>
        </a:p>
      </dgm:t>
    </dgm:pt>
    <dgm:pt modelId="{A6DF5D9B-B3EB-49CE-B0F2-E2BA7CAB9FCB}" type="sibTrans" cxnId="{983A92A3-EF29-4954-A755-8D540079A70E}">
      <dgm:prSet/>
      <dgm:spPr/>
      <dgm:t>
        <a:bodyPr/>
        <a:lstStyle/>
        <a:p>
          <a:endParaRPr lang="en-US"/>
        </a:p>
      </dgm:t>
    </dgm:pt>
    <dgm:pt modelId="{A63AFC23-093E-44C6-B267-3891CF123A84}">
      <dgm:prSet phldrT="[Text]" phldr="0"/>
      <dgm:spPr/>
      <dgm:t>
        <a:bodyPr/>
        <a:lstStyle/>
        <a:p>
          <a:r>
            <a:rPr lang="en-US" dirty="0"/>
            <a:t>Exhibition Id#2</a:t>
          </a:r>
        </a:p>
      </dgm:t>
    </dgm:pt>
    <dgm:pt modelId="{9388F973-CD46-4AFC-9454-5895E33035BE}" type="parTrans" cxnId="{74EA1D59-CE25-4484-898B-D0B363CF7FF8}">
      <dgm:prSet/>
      <dgm:spPr/>
      <dgm:t>
        <a:bodyPr/>
        <a:lstStyle/>
        <a:p>
          <a:endParaRPr lang="en-US"/>
        </a:p>
      </dgm:t>
    </dgm:pt>
    <dgm:pt modelId="{1F61FF8D-23AE-4147-B5BA-4EC53E60A999}" type="sibTrans" cxnId="{74EA1D59-CE25-4484-898B-D0B363CF7FF8}">
      <dgm:prSet/>
      <dgm:spPr/>
      <dgm:t>
        <a:bodyPr/>
        <a:lstStyle/>
        <a:p>
          <a:endParaRPr lang="en-US"/>
        </a:p>
      </dgm:t>
    </dgm:pt>
    <dgm:pt modelId="{B9F7BE26-7120-4362-B07A-512CE293CF66}">
      <dgm:prSet phldrT="[Text]"/>
      <dgm:spPr/>
      <dgm:t>
        <a:bodyPr/>
        <a:lstStyle/>
        <a:p>
          <a:r>
            <a:rPr lang="en-US" dirty="0"/>
            <a:t>Theme ref#1</a:t>
          </a:r>
        </a:p>
      </dgm:t>
    </dgm:pt>
    <dgm:pt modelId="{9510750D-81D3-4DD1-BEEF-9ABF3212385B}" type="parTrans" cxnId="{2A9B7C4B-D978-4918-A408-6A548363CF3E}">
      <dgm:prSet/>
      <dgm:spPr/>
      <dgm:t>
        <a:bodyPr/>
        <a:lstStyle/>
        <a:p>
          <a:endParaRPr lang="en-US"/>
        </a:p>
      </dgm:t>
    </dgm:pt>
    <dgm:pt modelId="{4522FBCC-88DD-42A2-A603-47CAAEA95766}" type="sibTrans" cxnId="{2A9B7C4B-D978-4918-A408-6A548363CF3E}">
      <dgm:prSet/>
      <dgm:spPr/>
      <dgm:t>
        <a:bodyPr/>
        <a:lstStyle/>
        <a:p>
          <a:endParaRPr lang="en-US"/>
        </a:p>
      </dgm:t>
    </dgm:pt>
    <dgm:pt modelId="{4F9DC5B4-E119-4273-B0C6-F44F279BA1CA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Sculpture Antiquities</a:t>
          </a:r>
        </a:p>
      </dgm:t>
    </dgm:pt>
    <dgm:pt modelId="{471AAB30-6948-4AC5-A872-0315651955DF}" type="parTrans" cxnId="{FE708485-FFDF-48BB-B0BC-165ED27709E5}">
      <dgm:prSet/>
      <dgm:spPr/>
      <dgm:t>
        <a:bodyPr/>
        <a:lstStyle/>
        <a:p>
          <a:endParaRPr lang="en-US"/>
        </a:p>
      </dgm:t>
    </dgm:pt>
    <dgm:pt modelId="{2408ECCD-D6DE-4241-9433-C9D56DB2C8B8}" type="sibTrans" cxnId="{FE708485-FFDF-48BB-B0BC-165ED27709E5}">
      <dgm:prSet/>
      <dgm:spPr/>
      <dgm:t>
        <a:bodyPr/>
        <a:lstStyle/>
        <a:p>
          <a:endParaRPr lang="en-US"/>
        </a:p>
      </dgm:t>
    </dgm:pt>
    <dgm:pt modelId="{B9CE2267-5814-421B-8674-D202299E0DA9}">
      <dgm:prSet phldrT="[Text]"/>
      <dgm:spPr/>
      <dgm:t>
        <a:bodyPr/>
        <a:lstStyle/>
        <a:p>
          <a:r>
            <a:rPr lang="en-US" dirty="0"/>
            <a:t>Material</a:t>
          </a:r>
        </a:p>
      </dgm:t>
    </dgm:pt>
    <dgm:pt modelId="{8E55D407-483C-4F95-9E0F-F2F663299F50}" type="parTrans" cxnId="{732BF519-8AF9-46E9-A605-D8B3016E8487}">
      <dgm:prSet/>
      <dgm:spPr/>
      <dgm:t>
        <a:bodyPr/>
        <a:lstStyle/>
        <a:p>
          <a:endParaRPr lang="en-US"/>
        </a:p>
      </dgm:t>
    </dgm:pt>
    <dgm:pt modelId="{6BDF92C9-5D8A-4F54-A8D5-BCAC6B9A57C3}" type="sibTrans" cxnId="{732BF519-8AF9-46E9-A605-D8B3016E8487}">
      <dgm:prSet/>
      <dgm:spPr/>
      <dgm:t>
        <a:bodyPr/>
        <a:lstStyle/>
        <a:p>
          <a:endParaRPr lang="en-US"/>
        </a:p>
      </dgm:t>
    </dgm:pt>
    <dgm:pt modelId="{915177A7-D4EB-4AE8-86BD-249E5278466B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Limestone</a:t>
          </a:r>
        </a:p>
      </dgm:t>
    </dgm:pt>
    <dgm:pt modelId="{B5BAD76A-7E9A-4668-B9E3-5A85C816283D}" type="parTrans" cxnId="{B0544159-2B54-4B40-B794-E990ACD48374}">
      <dgm:prSet/>
      <dgm:spPr/>
      <dgm:t>
        <a:bodyPr/>
        <a:lstStyle/>
        <a:p>
          <a:endParaRPr lang="en-US"/>
        </a:p>
      </dgm:t>
    </dgm:pt>
    <dgm:pt modelId="{DF845212-58D8-452F-BDF5-6A66F33A5CFF}" type="sibTrans" cxnId="{B0544159-2B54-4B40-B794-E990ACD48374}">
      <dgm:prSet/>
      <dgm:spPr/>
      <dgm:t>
        <a:bodyPr/>
        <a:lstStyle/>
        <a:p>
          <a:endParaRPr lang="en-US"/>
        </a:p>
      </dgm:t>
    </dgm:pt>
    <dgm:pt modelId="{62881DA1-0B6F-4136-9B25-E6FCF3BF8AD6}">
      <dgm:prSet phldrT="[Text]" phldr="0"/>
      <dgm:spPr/>
      <dgm:t>
        <a:bodyPr/>
        <a:lstStyle/>
        <a:p>
          <a:r>
            <a:rPr lang="en-GB" dirty="0"/>
            <a:t>Schedule</a:t>
          </a:r>
        </a:p>
      </dgm:t>
    </dgm:pt>
    <dgm:pt modelId="{58D39D66-5F5D-488E-863E-42F8DC846F18}" type="parTrans" cxnId="{08024072-3B0A-4A3F-95A8-22509C94DA50}">
      <dgm:prSet/>
      <dgm:spPr/>
      <dgm:t>
        <a:bodyPr/>
        <a:lstStyle/>
        <a:p>
          <a:endParaRPr lang="en-GB"/>
        </a:p>
      </dgm:t>
    </dgm:pt>
    <dgm:pt modelId="{60EF69D8-625A-4532-BE24-F54A16DCB5FA}" type="sibTrans" cxnId="{08024072-3B0A-4A3F-95A8-22509C94DA50}">
      <dgm:prSet/>
      <dgm:spPr/>
      <dgm:t>
        <a:bodyPr/>
        <a:lstStyle/>
        <a:p>
          <a:endParaRPr lang="en-GB"/>
        </a:p>
      </dgm:t>
    </dgm:pt>
    <dgm:pt modelId="{0E222E41-7105-414B-AD1A-B5BD5691A59C}">
      <dgm:prSet phldrT="[Text]" phldr="0"/>
      <dgm:spPr/>
      <dgm:t>
        <a:bodyPr/>
        <a:lstStyle/>
        <a:p>
          <a:r>
            <a:rPr lang="en-GB" dirty="0"/>
            <a:t>Opening Date</a:t>
          </a:r>
        </a:p>
      </dgm:t>
    </dgm:pt>
    <dgm:pt modelId="{743011D7-778B-4476-8059-AF91320A80F3}" type="parTrans" cxnId="{C94EF11D-B3DA-4C22-99B3-B464463FEFA8}">
      <dgm:prSet/>
      <dgm:spPr/>
      <dgm:t>
        <a:bodyPr/>
        <a:lstStyle/>
        <a:p>
          <a:endParaRPr lang="en-GB"/>
        </a:p>
      </dgm:t>
    </dgm:pt>
    <dgm:pt modelId="{10CBB016-6002-4CBF-8E41-3B07712024C0}" type="sibTrans" cxnId="{C94EF11D-B3DA-4C22-99B3-B464463FEFA8}">
      <dgm:prSet/>
      <dgm:spPr/>
      <dgm:t>
        <a:bodyPr/>
        <a:lstStyle/>
        <a:p>
          <a:endParaRPr lang="en-GB"/>
        </a:p>
      </dgm:t>
    </dgm:pt>
    <dgm:pt modelId="{0636E8E0-99C0-4A6E-96DB-7AF7640C7E9C}">
      <dgm:prSet phldrT="[Text]" phldr="0"/>
      <dgm:spPr/>
      <dgm:t>
        <a:bodyPr/>
        <a:lstStyle/>
        <a:p>
          <a:r>
            <a:rPr lang="en-GB" dirty="0"/>
            <a:t>Closing Date</a:t>
          </a:r>
        </a:p>
      </dgm:t>
    </dgm:pt>
    <dgm:pt modelId="{C5D295AB-C033-40A2-BD5A-51CF31B0DAF1}" type="parTrans" cxnId="{27902ED3-EB01-419B-A8B8-79DEF5BFFC20}">
      <dgm:prSet/>
      <dgm:spPr/>
      <dgm:t>
        <a:bodyPr/>
        <a:lstStyle/>
        <a:p>
          <a:endParaRPr lang="en-GB"/>
        </a:p>
      </dgm:t>
    </dgm:pt>
    <dgm:pt modelId="{E518E489-0383-4DD9-B77F-C5DEBBA4036D}" type="sibTrans" cxnId="{27902ED3-EB01-419B-A8B8-79DEF5BFFC20}">
      <dgm:prSet/>
      <dgm:spPr/>
      <dgm:t>
        <a:bodyPr/>
        <a:lstStyle/>
        <a:p>
          <a:endParaRPr lang="en-GB"/>
        </a:p>
      </dgm:t>
    </dgm:pt>
    <dgm:pt modelId="{37E0214C-29B5-4A4F-B604-EECED1F69AA7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Artifact ref#1</a:t>
          </a:r>
          <a:endParaRPr lang="en-GB" dirty="0"/>
        </a:p>
      </dgm:t>
    </dgm:pt>
    <dgm:pt modelId="{15D45A7A-4E59-4C7F-ABBD-61460C5C3DB2}" type="parTrans" cxnId="{EF56271A-020B-42ED-99D4-81C716466721}">
      <dgm:prSet/>
      <dgm:spPr/>
      <dgm:t>
        <a:bodyPr/>
        <a:lstStyle/>
        <a:p>
          <a:endParaRPr lang="en-GB"/>
        </a:p>
      </dgm:t>
    </dgm:pt>
    <dgm:pt modelId="{F3B4160A-FDCB-49D8-B023-A2DC21EEF34D}" type="sibTrans" cxnId="{EF56271A-020B-42ED-99D4-81C716466721}">
      <dgm:prSet/>
      <dgm:spPr/>
      <dgm:t>
        <a:bodyPr/>
        <a:lstStyle/>
        <a:p>
          <a:endParaRPr lang="en-GB"/>
        </a:p>
      </dgm:t>
    </dgm:pt>
    <dgm:pt modelId="{77F152BA-1702-42D0-9AAF-CA97B4D146AE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Artifact ref#2</a:t>
          </a:r>
          <a:endParaRPr lang="en-GB" dirty="0"/>
        </a:p>
      </dgm:t>
    </dgm:pt>
    <dgm:pt modelId="{F5F715A1-32B9-4EDD-9788-21AAB2E1BF15}" type="parTrans" cxnId="{FCD827C9-9CC0-4595-8EB8-7AFC2BE3CCA9}">
      <dgm:prSet/>
      <dgm:spPr/>
      <dgm:t>
        <a:bodyPr/>
        <a:lstStyle/>
        <a:p>
          <a:endParaRPr lang="en-GB"/>
        </a:p>
      </dgm:t>
    </dgm:pt>
    <dgm:pt modelId="{2A415167-0FA6-4147-BB1C-A4622B786A51}" type="sibTrans" cxnId="{FCD827C9-9CC0-4595-8EB8-7AFC2BE3CCA9}">
      <dgm:prSet/>
      <dgm:spPr/>
      <dgm:t>
        <a:bodyPr/>
        <a:lstStyle/>
        <a:p>
          <a:endParaRPr lang="en-GB"/>
        </a:p>
      </dgm:t>
    </dgm:pt>
    <dgm:pt modelId="{E530C472-7561-4AEE-B0C2-C508C6994A85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Artifact ref#3</a:t>
          </a:r>
          <a:endParaRPr lang="en-GB" dirty="0"/>
        </a:p>
      </dgm:t>
    </dgm:pt>
    <dgm:pt modelId="{2E19E6D7-316D-4B72-865E-9132A5133ED0}" type="parTrans" cxnId="{067588F5-7863-4CEE-B475-21F702808A1C}">
      <dgm:prSet/>
      <dgm:spPr/>
      <dgm:t>
        <a:bodyPr/>
        <a:lstStyle/>
        <a:p>
          <a:endParaRPr lang="en-GB"/>
        </a:p>
      </dgm:t>
    </dgm:pt>
    <dgm:pt modelId="{2998DF06-ED3F-4259-BF4A-9D257A93303A}" type="sibTrans" cxnId="{067588F5-7863-4CEE-B475-21F702808A1C}">
      <dgm:prSet/>
      <dgm:spPr/>
      <dgm:t>
        <a:bodyPr/>
        <a:lstStyle/>
        <a:p>
          <a:endParaRPr lang="en-GB"/>
        </a:p>
      </dgm:t>
    </dgm:pt>
    <dgm:pt modelId="{EA7A0999-7E11-469C-B351-825D5B14346C}">
      <dgm:prSet phldrT="[Text]" phldr="0"/>
      <dgm:spPr/>
      <dgm:t>
        <a:bodyPr/>
        <a:lstStyle/>
        <a:p>
          <a:r>
            <a:rPr lang="en-GB" dirty="0"/>
            <a:t>Full Name</a:t>
          </a:r>
        </a:p>
      </dgm:t>
    </dgm:pt>
    <dgm:pt modelId="{7EAE4E30-3B2B-4BF1-AF19-64FF953D8F19}" type="parTrans" cxnId="{B420C6AE-0194-442A-8448-76B897CD0863}">
      <dgm:prSet/>
      <dgm:spPr/>
      <dgm:t>
        <a:bodyPr/>
        <a:lstStyle/>
        <a:p>
          <a:endParaRPr lang="en-GB"/>
        </a:p>
      </dgm:t>
    </dgm:pt>
    <dgm:pt modelId="{069ACD5E-499F-4017-845A-704156132265}" type="sibTrans" cxnId="{B420C6AE-0194-442A-8448-76B897CD0863}">
      <dgm:prSet/>
      <dgm:spPr/>
      <dgm:t>
        <a:bodyPr/>
        <a:lstStyle/>
        <a:p>
          <a:endParaRPr lang="en-GB"/>
        </a:p>
      </dgm:t>
    </dgm:pt>
    <dgm:pt modelId="{DCD0A810-0B3E-43AF-9F79-6C4A668A5E35}">
      <dgm:prSet phldrT="[Text]" phldr="0"/>
      <dgm:spPr/>
      <dgm:t>
        <a:bodyPr/>
        <a:lstStyle/>
        <a:p>
          <a:r>
            <a:rPr lang="en-GB" dirty="0"/>
            <a:t>Domain</a:t>
          </a:r>
        </a:p>
      </dgm:t>
    </dgm:pt>
    <dgm:pt modelId="{0A82A9F9-F8DB-48E6-BE95-9938B72AE66A}" type="parTrans" cxnId="{7890DC76-A4F1-4C4C-BEA2-78CD178D0B96}">
      <dgm:prSet/>
      <dgm:spPr/>
      <dgm:t>
        <a:bodyPr/>
        <a:lstStyle/>
        <a:p>
          <a:endParaRPr lang="en-GB"/>
        </a:p>
      </dgm:t>
    </dgm:pt>
    <dgm:pt modelId="{616136D9-0C11-4E1F-9131-03BE63B003FE}" type="sibTrans" cxnId="{7890DC76-A4F1-4C4C-BEA2-78CD178D0B96}">
      <dgm:prSet/>
      <dgm:spPr/>
      <dgm:t>
        <a:bodyPr/>
        <a:lstStyle/>
        <a:p>
          <a:endParaRPr lang="en-GB"/>
        </a:p>
      </dgm:t>
    </dgm:pt>
    <dgm:pt modelId="{F288657A-3E95-4264-946F-655DEA89BC1B}">
      <dgm:prSet phldrT="[Text]" phldr="0"/>
      <dgm:spPr>
        <a:solidFill>
          <a:srgbClr val="FFC000"/>
        </a:solidFill>
      </dgm:spPr>
      <dgm:t>
        <a:bodyPr/>
        <a:lstStyle/>
        <a:p>
          <a:r>
            <a:rPr lang="en-GB" dirty="0"/>
            <a:t>James Lopez</a:t>
          </a:r>
        </a:p>
      </dgm:t>
    </dgm:pt>
    <dgm:pt modelId="{FC591F30-D81A-4461-B913-3123C1B3970E}" type="parTrans" cxnId="{0A5AF285-37F3-4E4E-B33F-C2868B7808FB}">
      <dgm:prSet/>
      <dgm:spPr/>
      <dgm:t>
        <a:bodyPr/>
        <a:lstStyle/>
        <a:p>
          <a:endParaRPr lang="en-GB"/>
        </a:p>
      </dgm:t>
    </dgm:pt>
    <dgm:pt modelId="{4596CB84-DA4D-4039-B174-7A40A13ECB1D}" type="sibTrans" cxnId="{0A5AF285-37F3-4E4E-B33F-C2868B7808FB}">
      <dgm:prSet/>
      <dgm:spPr/>
      <dgm:t>
        <a:bodyPr/>
        <a:lstStyle/>
        <a:p>
          <a:endParaRPr lang="en-GB"/>
        </a:p>
      </dgm:t>
    </dgm:pt>
    <dgm:pt modelId="{7A7E87E6-0B7C-4CCF-A557-E773A9C92185}">
      <dgm:prSet phldrT="[Text]" phldr="0"/>
      <dgm:spPr/>
      <dgm:t>
        <a:bodyPr/>
        <a:lstStyle/>
        <a:p>
          <a:r>
            <a:rPr lang="en-GB" dirty="0"/>
            <a:t>Expertise</a:t>
          </a:r>
        </a:p>
      </dgm:t>
    </dgm:pt>
    <dgm:pt modelId="{FEF77FE8-4A4E-4157-95A8-111A1FA87F78}" type="parTrans" cxnId="{B5B1F3B3-C141-4504-BDD1-A88CAEB7988B}">
      <dgm:prSet/>
      <dgm:spPr/>
      <dgm:t>
        <a:bodyPr/>
        <a:lstStyle/>
        <a:p>
          <a:endParaRPr lang="en-GB"/>
        </a:p>
      </dgm:t>
    </dgm:pt>
    <dgm:pt modelId="{59D34964-DE91-4B4F-8CBB-4DD2FFFF65F3}" type="sibTrans" cxnId="{B5B1F3B3-C141-4504-BDD1-A88CAEB7988B}">
      <dgm:prSet/>
      <dgm:spPr/>
      <dgm:t>
        <a:bodyPr/>
        <a:lstStyle/>
        <a:p>
          <a:endParaRPr lang="en-GB"/>
        </a:p>
      </dgm:t>
    </dgm:pt>
    <dgm:pt modelId="{349A07B7-081A-4EBA-92A1-108795F6D016}">
      <dgm:prSet phldrT="[Text]"/>
      <dgm:spPr/>
      <dgm:t>
        <a:bodyPr/>
        <a:lstStyle/>
        <a:p>
          <a:r>
            <a:rPr lang="en-US" dirty="0"/>
            <a:t>Themes</a:t>
          </a:r>
        </a:p>
      </dgm:t>
    </dgm:pt>
    <dgm:pt modelId="{F97366AF-AF4E-40B4-BFF5-B872BC5F7F08}" type="parTrans" cxnId="{1F62557C-913A-48D6-A365-FD28FDA37EC9}">
      <dgm:prSet/>
      <dgm:spPr/>
      <dgm:t>
        <a:bodyPr/>
        <a:lstStyle/>
        <a:p>
          <a:endParaRPr lang="en-US"/>
        </a:p>
      </dgm:t>
    </dgm:pt>
    <dgm:pt modelId="{AD679511-1AE4-4C22-9CF9-4450AC357D10}" type="sibTrans" cxnId="{1F62557C-913A-48D6-A365-FD28FDA37EC9}">
      <dgm:prSet/>
      <dgm:spPr/>
      <dgm:t>
        <a:bodyPr/>
        <a:lstStyle/>
        <a:p>
          <a:endParaRPr lang="en-US"/>
        </a:p>
      </dgm:t>
    </dgm:pt>
    <dgm:pt modelId="{2FE3F8DB-D87E-4926-B5ED-317648B1128B}">
      <dgm:prSet phldrT="[Text]" phldr="0"/>
      <dgm:spPr/>
      <dgm:t>
        <a:bodyPr/>
        <a:lstStyle/>
        <a:p>
          <a:r>
            <a:rPr lang="en-US" dirty="0"/>
            <a:t>Theme Id#1</a:t>
          </a:r>
        </a:p>
      </dgm:t>
    </dgm:pt>
    <dgm:pt modelId="{11B15F36-2268-45E6-A38A-7BED800F3649}" type="parTrans" cxnId="{F94DADC8-38A3-47A9-BAB3-E6B9B814F8CB}">
      <dgm:prSet/>
      <dgm:spPr/>
      <dgm:t>
        <a:bodyPr/>
        <a:lstStyle/>
        <a:p>
          <a:endParaRPr lang="en-US"/>
        </a:p>
      </dgm:t>
    </dgm:pt>
    <dgm:pt modelId="{906C501B-E296-4D55-9C5D-1857C1FB3237}" type="sibTrans" cxnId="{F94DADC8-38A3-47A9-BAB3-E6B9B814F8CB}">
      <dgm:prSet/>
      <dgm:spPr/>
      <dgm:t>
        <a:bodyPr/>
        <a:lstStyle/>
        <a:p>
          <a:endParaRPr lang="en-US"/>
        </a:p>
      </dgm:t>
    </dgm:pt>
    <dgm:pt modelId="{2416F51D-D42D-4108-9BF5-530DF3163B93}">
      <dgm:prSet phldrT="[Text]" phldr="0"/>
      <dgm:spPr/>
      <dgm:t>
        <a:bodyPr/>
        <a:lstStyle/>
        <a:p>
          <a:r>
            <a:rPr lang="en-US" dirty="0"/>
            <a:t>Theme Id#2</a:t>
          </a:r>
        </a:p>
      </dgm:t>
    </dgm:pt>
    <dgm:pt modelId="{4256B732-665D-485E-ADD0-C4042B6F1A5A}" type="parTrans" cxnId="{050E422D-A686-4A41-A65B-6FAF0E8F0184}">
      <dgm:prSet/>
      <dgm:spPr/>
      <dgm:t>
        <a:bodyPr/>
        <a:lstStyle/>
        <a:p>
          <a:endParaRPr lang="en-US"/>
        </a:p>
      </dgm:t>
    </dgm:pt>
    <dgm:pt modelId="{27BB07DE-E114-4436-A88C-D8CA85D534AA}" type="sibTrans" cxnId="{050E422D-A686-4A41-A65B-6FAF0E8F0184}">
      <dgm:prSet/>
      <dgm:spPr/>
      <dgm:t>
        <a:bodyPr/>
        <a:lstStyle/>
        <a:p>
          <a:endParaRPr lang="en-US"/>
        </a:p>
      </dgm:t>
    </dgm:pt>
    <dgm:pt modelId="{768BDCFE-CD21-473E-826D-5BE41E521370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Persian (Achaemenid)</a:t>
          </a:r>
        </a:p>
      </dgm:t>
    </dgm:pt>
    <dgm:pt modelId="{0ACC1CDC-D329-4C80-97F4-AA1E9B6A19A6}" type="parTrans" cxnId="{39ABF420-87F6-49C0-9AAA-C1312880B398}">
      <dgm:prSet/>
      <dgm:spPr/>
      <dgm:t>
        <a:bodyPr/>
        <a:lstStyle/>
        <a:p>
          <a:endParaRPr lang="en-US"/>
        </a:p>
      </dgm:t>
    </dgm:pt>
    <dgm:pt modelId="{923EC7BA-3DD6-49BE-A554-003888563083}" type="sibTrans" cxnId="{39ABF420-87F6-49C0-9AAA-C1312880B398}">
      <dgm:prSet/>
      <dgm:spPr/>
      <dgm:t>
        <a:bodyPr/>
        <a:lstStyle/>
        <a:p>
          <a:endParaRPr lang="en-US"/>
        </a:p>
      </dgm:t>
    </dgm:pt>
    <dgm:pt modelId="{E0980975-400D-419C-9155-50E81827743F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Material</a:t>
          </a:r>
        </a:p>
      </dgm:t>
    </dgm:pt>
    <dgm:pt modelId="{091DE579-AA3E-4BAF-93C8-F3A0F7081FA3}" type="parTrans" cxnId="{34013C37-5232-483F-B9FE-080CBDE2087E}">
      <dgm:prSet/>
      <dgm:spPr/>
      <dgm:t>
        <a:bodyPr/>
        <a:lstStyle/>
        <a:p>
          <a:endParaRPr lang="en-US"/>
        </a:p>
      </dgm:t>
    </dgm:pt>
    <dgm:pt modelId="{9FE720BC-B157-4128-87C5-76ADBC665E57}" type="sibTrans" cxnId="{34013C37-5232-483F-B9FE-080CBDE2087E}">
      <dgm:prSet/>
      <dgm:spPr/>
      <dgm:t>
        <a:bodyPr/>
        <a:lstStyle/>
        <a:p>
          <a:endParaRPr lang="en-US"/>
        </a:p>
      </dgm:t>
    </dgm:pt>
    <dgm:pt modelId="{CC1EFDC7-86F3-4887-88EA-223D23596123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Marble Expert</a:t>
          </a:r>
        </a:p>
      </dgm:t>
    </dgm:pt>
    <dgm:pt modelId="{2E2633E2-E124-4687-AA9E-0EA186E27085}" type="parTrans" cxnId="{CA00C1AD-0514-44D5-893B-C2335AD25F55}">
      <dgm:prSet/>
      <dgm:spPr/>
      <dgm:t>
        <a:bodyPr/>
        <a:lstStyle/>
        <a:p>
          <a:endParaRPr lang="en-US"/>
        </a:p>
      </dgm:t>
    </dgm:pt>
    <dgm:pt modelId="{7ECDF0EE-788A-469F-BC57-9D593EE83915}" type="sibTrans" cxnId="{CA00C1AD-0514-44D5-893B-C2335AD25F55}">
      <dgm:prSet/>
      <dgm:spPr/>
      <dgm:t>
        <a:bodyPr/>
        <a:lstStyle/>
        <a:p>
          <a:endParaRPr lang="en-US"/>
        </a:p>
      </dgm:t>
    </dgm:pt>
    <dgm:pt modelId="{56EC93F9-5B3F-429B-86A1-8A8E1DFA402A}">
      <dgm:prSet phldrT="[Text]" phldr="0"/>
      <dgm:spPr/>
      <dgm:t>
        <a:bodyPr/>
        <a:lstStyle/>
        <a:p>
          <a:r>
            <a:rPr lang="en-US" dirty="0"/>
            <a:t>Restoration Project Description</a:t>
          </a:r>
        </a:p>
      </dgm:t>
    </dgm:pt>
    <dgm:pt modelId="{F01EE7C7-3AF0-44DD-B4FB-CD1567C85CA2}" type="parTrans" cxnId="{DA5831BA-7D18-48DD-BC24-AD3BA53CD99F}">
      <dgm:prSet/>
      <dgm:spPr/>
      <dgm:t>
        <a:bodyPr/>
        <a:lstStyle/>
        <a:p>
          <a:endParaRPr lang="en-US"/>
        </a:p>
      </dgm:t>
    </dgm:pt>
    <dgm:pt modelId="{48C767BA-0B87-45D4-BDBA-A5ADC4E91081}" type="sibTrans" cxnId="{DA5831BA-7D18-48DD-BC24-AD3BA53CD99F}">
      <dgm:prSet/>
      <dgm:spPr/>
      <dgm:t>
        <a:bodyPr/>
        <a:lstStyle/>
        <a:p>
          <a:endParaRPr lang="en-US"/>
        </a:p>
      </dgm:t>
    </dgm:pt>
    <dgm:pt modelId="{F44BEF34-C38D-4E4B-A196-CBEC387270FB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Broken ear</a:t>
          </a:r>
        </a:p>
      </dgm:t>
    </dgm:pt>
    <dgm:pt modelId="{7D64C45E-B538-4C0F-A6F0-5A4AF0A1F48E}" type="parTrans" cxnId="{945C3C55-A6D7-4BAB-BC08-A9CD3241F20B}">
      <dgm:prSet/>
      <dgm:spPr/>
      <dgm:t>
        <a:bodyPr/>
        <a:lstStyle/>
        <a:p>
          <a:endParaRPr lang="en-US"/>
        </a:p>
      </dgm:t>
    </dgm:pt>
    <dgm:pt modelId="{6D4B7A52-A859-49C8-B9FC-6466DB43C0DD}" type="sibTrans" cxnId="{945C3C55-A6D7-4BAB-BC08-A9CD3241F20B}">
      <dgm:prSet/>
      <dgm:spPr/>
      <dgm:t>
        <a:bodyPr/>
        <a:lstStyle/>
        <a:p>
          <a:endParaRPr lang="en-US"/>
        </a:p>
      </dgm:t>
    </dgm:pt>
    <dgm:pt modelId="{58CB3A1D-119E-4A17-8333-D813B10F6904}" type="pres">
      <dgm:prSet presAssocID="{D5809694-423C-4057-A791-AE12D92AEFE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2548BFA-9BBC-45A7-9143-4A33BB8882F9}" type="pres">
      <dgm:prSet presAssocID="{5AFEC8AD-8C3F-4724-85E3-77D8EA592781}" presName="hierRoot1" presStyleCnt="0">
        <dgm:presLayoutVars>
          <dgm:hierBranch val="init"/>
        </dgm:presLayoutVars>
      </dgm:prSet>
      <dgm:spPr/>
    </dgm:pt>
    <dgm:pt modelId="{C6E05D97-7EA0-48B5-B671-3A23A78C70BD}" type="pres">
      <dgm:prSet presAssocID="{5AFEC8AD-8C3F-4724-85E3-77D8EA592781}" presName="rootComposite1" presStyleCnt="0"/>
      <dgm:spPr/>
    </dgm:pt>
    <dgm:pt modelId="{03A1BB14-9637-40F9-B5B5-81520F48315F}" type="pres">
      <dgm:prSet presAssocID="{5AFEC8AD-8C3F-4724-85E3-77D8EA592781}" presName="rootText1" presStyleLbl="node0" presStyleIdx="0" presStyleCnt="1" custLinFactNeighborX="-36264">
        <dgm:presLayoutVars>
          <dgm:chPref val="3"/>
        </dgm:presLayoutVars>
      </dgm:prSet>
      <dgm:spPr/>
    </dgm:pt>
    <dgm:pt modelId="{04C1E8F7-D7F2-4A83-90D5-2A24E89AE95F}" type="pres">
      <dgm:prSet presAssocID="{5AFEC8AD-8C3F-4724-85E3-77D8EA592781}" presName="rootConnector1" presStyleLbl="node1" presStyleIdx="0" presStyleCnt="0"/>
      <dgm:spPr/>
    </dgm:pt>
    <dgm:pt modelId="{D843F3EE-B8EE-43C2-86E0-4F7E350611A9}" type="pres">
      <dgm:prSet presAssocID="{5AFEC8AD-8C3F-4724-85E3-77D8EA592781}" presName="hierChild2" presStyleCnt="0"/>
      <dgm:spPr/>
    </dgm:pt>
    <dgm:pt modelId="{BF5293E0-96D7-49FD-81EA-757AF582D648}" type="pres">
      <dgm:prSet presAssocID="{F97366AF-AF4E-40B4-BFF5-B872BC5F7F08}" presName="Name64" presStyleLbl="parChTrans1D2" presStyleIdx="0" presStyleCnt="5"/>
      <dgm:spPr/>
    </dgm:pt>
    <dgm:pt modelId="{C5FA8B4B-FAFA-4A68-BA4E-AC3CCC9461D5}" type="pres">
      <dgm:prSet presAssocID="{349A07B7-081A-4EBA-92A1-108795F6D016}" presName="hierRoot2" presStyleCnt="0">
        <dgm:presLayoutVars>
          <dgm:hierBranch val="init"/>
        </dgm:presLayoutVars>
      </dgm:prSet>
      <dgm:spPr/>
    </dgm:pt>
    <dgm:pt modelId="{0B7D76BB-4686-4185-93AD-648B604C01D9}" type="pres">
      <dgm:prSet presAssocID="{349A07B7-081A-4EBA-92A1-108795F6D016}" presName="rootComposite" presStyleCnt="0"/>
      <dgm:spPr/>
    </dgm:pt>
    <dgm:pt modelId="{361EB6FF-B859-4244-8485-2C0FEA5D265B}" type="pres">
      <dgm:prSet presAssocID="{349A07B7-081A-4EBA-92A1-108795F6D016}" presName="rootText" presStyleLbl="node2" presStyleIdx="0" presStyleCnt="5" custLinFactNeighborX="-37170">
        <dgm:presLayoutVars>
          <dgm:chPref val="3"/>
        </dgm:presLayoutVars>
      </dgm:prSet>
      <dgm:spPr/>
    </dgm:pt>
    <dgm:pt modelId="{0E825310-4ECF-4F8B-A088-F53A2FA572C7}" type="pres">
      <dgm:prSet presAssocID="{349A07B7-081A-4EBA-92A1-108795F6D016}" presName="rootConnector" presStyleLbl="node2" presStyleIdx="0" presStyleCnt="5"/>
      <dgm:spPr/>
    </dgm:pt>
    <dgm:pt modelId="{F9705414-12BE-4FE0-8D3A-1AD1B0BF7A45}" type="pres">
      <dgm:prSet presAssocID="{349A07B7-081A-4EBA-92A1-108795F6D016}" presName="hierChild4" presStyleCnt="0"/>
      <dgm:spPr/>
    </dgm:pt>
    <dgm:pt modelId="{8734EB56-5A9C-44D3-8046-4D4FDD398AAC}" type="pres">
      <dgm:prSet presAssocID="{11B15F36-2268-45E6-A38A-7BED800F3649}" presName="Name64" presStyleLbl="parChTrans1D3" presStyleIdx="0" presStyleCnt="10"/>
      <dgm:spPr/>
    </dgm:pt>
    <dgm:pt modelId="{18F2FF07-AE72-4858-A914-2CAA56CA0CB4}" type="pres">
      <dgm:prSet presAssocID="{2FE3F8DB-D87E-4926-B5ED-317648B1128B}" presName="hierRoot2" presStyleCnt="0">
        <dgm:presLayoutVars>
          <dgm:hierBranch val="init"/>
        </dgm:presLayoutVars>
      </dgm:prSet>
      <dgm:spPr/>
    </dgm:pt>
    <dgm:pt modelId="{E1542519-AF65-4AB2-A56C-35462E3D2730}" type="pres">
      <dgm:prSet presAssocID="{2FE3F8DB-D87E-4926-B5ED-317648B1128B}" presName="rootComposite" presStyleCnt="0"/>
      <dgm:spPr/>
    </dgm:pt>
    <dgm:pt modelId="{3F068B7C-EBFA-492F-ABD8-85DE3E477784}" type="pres">
      <dgm:prSet presAssocID="{2FE3F8DB-D87E-4926-B5ED-317648B1128B}" presName="rootText" presStyleLbl="node3" presStyleIdx="0" presStyleCnt="10">
        <dgm:presLayoutVars>
          <dgm:chPref val="3"/>
        </dgm:presLayoutVars>
      </dgm:prSet>
      <dgm:spPr/>
    </dgm:pt>
    <dgm:pt modelId="{C389EBCD-1328-466D-B1CA-18486ECA26EF}" type="pres">
      <dgm:prSet presAssocID="{2FE3F8DB-D87E-4926-B5ED-317648B1128B}" presName="rootConnector" presStyleLbl="node3" presStyleIdx="0" presStyleCnt="10"/>
      <dgm:spPr/>
    </dgm:pt>
    <dgm:pt modelId="{5C12CBEA-D540-42FD-AAB4-EC3FDF7C16F5}" type="pres">
      <dgm:prSet presAssocID="{2FE3F8DB-D87E-4926-B5ED-317648B1128B}" presName="hierChild4" presStyleCnt="0"/>
      <dgm:spPr/>
    </dgm:pt>
    <dgm:pt modelId="{02AA4367-BE93-4F6D-9F1D-3FE021C07F28}" type="pres">
      <dgm:prSet presAssocID="{2FE3F8DB-D87E-4926-B5ED-317648B1128B}" presName="hierChild5" presStyleCnt="0"/>
      <dgm:spPr/>
    </dgm:pt>
    <dgm:pt modelId="{020B6BC5-D316-46FF-9657-FB38EAFCA478}" type="pres">
      <dgm:prSet presAssocID="{4256B732-665D-485E-ADD0-C4042B6F1A5A}" presName="Name64" presStyleLbl="parChTrans1D3" presStyleIdx="1" presStyleCnt="10"/>
      <dgm:spPr/>
    </dgm:pt>
    <dgm:pt modelId="{AA6410DC-739B-4EA9-99B9-20B29259398F}" type="pres">
      <dgm:prSet presAssocID="{2416F51D-D42D-4108-9BF5-530DF3163B93}" presName="hierRoot2" presStyleCnt="0">
        <dgm:presLayoutVars>
          <dgm:hierBranch val="init"/>
        </dgm:presLayoutVars>
      </dgm:prSet>
      <dgm:spPr/>
    </dgm:pt>
    <dgm:pt modelId="{9F3C95EF-F080-4612-8576-E1110F72394E}" type="pres">
      <dgm:prSet presAssocID="{2416F51D-D42D-4108-9BF5-530DF3163B93}" presName="rootComposite" presStyleCnt="0"/>
      <dgm:spPr/>
    </dgm:pt>
    <dgm:pt modelId="{9902580C-CDB9-4BC5-95FA-874F98DE783B}" type="pres">
      <dgm:prSet presAssocID="{2416F51D-D42D-4108-9BF5-530DF3163B93}" presName="rootText" presStyleLbl="node3" presStyleIdx="1" presStyleCnt="10">
        <dgm:presLayoutVars>
          <dgm:chPref val="3"/>
        </dgm:presLayoutVars>
      </dgm:prSet>
      <dgm:spPr/>
    </dgm:pt>
    <dgm:pt modelId="{B48830A2-C4EC-44CC-AD04-784E693DE686}" type="pres">
      <dgm:prSet presAssocID="{2416F51D-D42D-4108-9BF5-530DF3163B93}" presName="rootConnector" presStyleLbl="node3" presStyleIdx="1" presStyleCnt="10"/>
      <dgm:spPr/>
    </dgm:pt>
    <dgm:pt modelId="{C1548AED-E7C3-4393-A5C3-092A8FE785B7}" type="pres">
      <dgm:prSet presAssocID="{2416F51D-D42D-4108-9BF5-530DF3163B93}" presName="hierChild4" presStyleCnt="0"/>
      <dgm:spPr/>
    </dgm:pt>
    <dgm:pt modelId="{ECBCB50C-17E3-4E08-8F2D-57A84F25E402}" type="pres">
      <dgm:prSet presAssocID="{0ACC1CDC-D329-4C80-97F4-AA1E9B6A19A6}" presName="Name64" presStyleLbl="parChTrans1D4" presStyleIdx="0" presStyleCnt="41"/>
      <dgm:spPr/>
    </dgm:pt>
    <dgm:pt modelId="{560D9B1F-AA2D-4B3F-BD25-E4FE8EDD1AE0}" type="pres">
      <dgm:prSet presAssocID="{768BDCFE-CD21-473E-826D-5BE41E521370}" presName="hierRoot2" presStyleCnt="0">
        <dgm:presLayoutVars>
          <dgm:hierBranch val="init"/>
        </dgm:presLayoutVars>
      </dgm:prSet>
      <dgm:spPr/>
    </dgm:pt>
    <dgm:pt modelId="{01E930DA-7C1A-49B6-B0DB-D6E49FD23C8A}" type="pres">
      <dgm:prSet presAssocID="{768BDCFE-CD21-473E-826D-5BE41E521370}" presName="rootComposite" presStyleCnt="0"/>
      <dgm:spPr/>
    </dgm:pt>
    <dgm:pt modelId="{7E24B55B-C21F-479D-AF16-BA5BFBEF12B2}" type="pres">
      <dgm:prSet presAssocID="{768BDCFE-CD21-473E-826D-5BE41E521370}" presName="rootText" presStyleLbl="node4" presStyleIdx="0" presStyleCnt="41">
        <dgm:presLayoutVars>
          <dgm:chPref val="3"/>
        </dgm:presLayoutVars>
      </dgm:prSet>
      <dgm:spPr/>
    </dgm:pt>
    <dgm:pt modelId="{4F292608-C5F5-4478-8FBB-148E0E496D72}" type="pres">
      <dgm:prSet presAssocID="{768BDCFE-CD21-473E-826D-5BE41E521370}" presName="rootConnector" presStyleLbl="node4" presStyleIdx="0" presStyleCnt="41"/>
      <dgm:spPr/>
    </dgm:pt>
    <dgm:pt modelId="{700D2C43-562C-4CB3-A3B0-5862186F34D8}" type="pres">
      <dgm:prSet presAssocID="{768BDCFE-CD21-473E-826D-5BE41E521370}" presName="hierChild4" presStyleCnt="0"/>
      <dgm:spPr/>
    </dgm:pt>
    <dgm:pt modelId="{E9B6A231-98F1-46F5-9FCA-6B8BAC34BF75}" type="pres">
      <dgm:prSet presAssocID="{768BDCFE-CD21-473E-826D-5BE41E521370}" presName="hierChild5" presStyleCnt="0"/>
      <dgm:spPr/>
    </dgm:pt>
    <dgm:pt modelId="{69BF76B0-D8AD-4D4C-B035-0659BBC09612}" type="pres">
      <dgm:prSet presAssocID="{2416F51D-D42D-4108-9BF5-530DF3163B93}" presName="hierChild5" presStyleCnt="0"/>
      <dgm:spPr/>
    </dgm:pt>
    <dgm:pt modelId="{54753F5F-DC36-475D-B721-EABCDE9073DF}" type="pres">
      <dgm:prSet presAssocID="{349A07B7-081A-4EBA-92A1-108795F6D016}" presName="hierChild5" presStyleCnt="0"/>
      <dgm:spPr/>
    </dgm:pt>
    <dgm:pt modelId="{E35E075B-61F2-41BC-BC2A-69356E0D43EE}" type="pres">
      <dgm:prSet presAssocID="{C3FB077C-2462-498E-B844-9538FDE898FE}" presName="Name64" presStyleLbl="parChTrans1D2" presStyleIdx="1" presStyleCnt="5"/>
      <dgm:spPr/>
    </dgm:pt>
    <dgm:pt modelId="{644D243D-C3FA-49AC-98C7-4A947FD5C596}" type="pres">
      <dgm:prSet presAssocID="{3E6A9241-7ED7-4E1E-9A0C-FCCB8AFE0676}" presName="hierRoot2" presStyleCnt="0">
        <dgm:presLayoutVars>
          <dgm:hierBranch val="init"/>
        </dgm:presLayoutVars>
      </dgm:prSet>
      <dgm:spPr/>
    </dgm:pt>
    <dgm:pt modelId="{479C7696-5389-4F7E-AB80-043BC155F2EE}" type="pres">
      <dgm:prSet presAssocID="{3E6A9241-7ED7-4E1E-9A0C-FCCB8AFE0676}" presName="rootComposite" presStyleCnt="0"/>
      <dgm:spPr/>
    </dgm:pt>
    <dgm:pt modelId="{1557FC18-F726-42E8-B0B5-F6D08A985014}" type="pres">
      <dgm:prSet presAssocID="{3E6A9241-7ED7-4E1E-9A0C-FCCB8AFE0676}" presName="rootText" presStyleLbl="node2" presStyleIdx="1" presStyleCnt="5" custLinFactNeighborX="-36264" custLinFactNeighborY="-70932">
        <dgm:presLayoutVars>
          <dgm:chPref val="3"/>
        </dgm:presLayoutVars>
      </dgm:prSet>
      <dgm:spPr/>
    </dgm:pt>
    <dgm:pt modelId="{8E0DAD77-8259-47D3-8A7C-09406F1139F1}" type="pres">
      <dgm:prSet presAssocID="{3E6A9241-7ED7-4E1E-9A0C-FCCB8AFE0676}" presName="rootConnector" presStyleLbl="node2" presStyleIdx="1" presStyleCnt="5"/>
      <dgm:spPr/>
    </dgm:pt>
    <dgm:pt modelId="{0580859A-50EF-453D-BFC8-CEC25E8395B7}" type="pres">
      <dgm:prSet presAssocID="{3E6A9241-7ED7-4E1E-9A0C-FCCB8AFE0676}" presName="hierChild4" presStyleCnt="0"/>
      <dgm:spPr/>
    </dgm:pt>
    <dgm:pt modelId="{6D1FD870-2315-4054-B29C-39DF6F98439B}" type="pres">
      <dgm:prSet presAssocID="{03FC0ABC-78B9-4767-8291-52E8792ED142}" presName="Name64" presStyleLbl="parChTrans1D3" presStyleIdx="2" presStyleCnt="10"/>
      <dgm:spPr/>
    </dgm:pt>
    <dgm:pt modelId="{135CFCF6-872B-4789-9B65-2D8EAB952075}" type="pres">
      <dgm:prSet presAssocID="{AE4652B3-3398-42D3-A9DE-FBC115B53A0D}" presName="hierRoot2" presStyleCnt="0">
        <dgm:presLayoutVars>
          <dgm:hierBranch val="init"/>
        </dgm:presLayoutVars>
      </dgm:prSet>
      <dgm:spPr/>
    </dgm:pt>
    <dgm:pt modelId="{83157CDB-F484-4B87-8293-E4B564ADF99F}" type="pres">
      <dgm:prSet presAssocID="{AE4652B3-3398-42D3-A9DE-FBC115B53A0D}" presName="rootComposite" presStyleCnt="0"/>
      <dgm:spPr/>
    </dgm:pt>
    <dgm:pt modelId="{8C383FB3-4D14-4CBA-A0C6-CFF4847BA3EC}" type="pres">
      <dgm:prSet presAssocID="{AE4652B3-3398-42D3-A9DE-FBC115B53A0D}" presName="rootText" presStyleLbl="node3" presStyleIdx="2" presStyleCnt="10" custLinFactNeighborX="-37458" custLinFactNeighborY="-440">
        <dgm:presLayoutVars>
          <dgm:chPref val="3"/>
        </dgm:presLayoutVars>
      </dgm:prSet>
      <dgm:spPr/>
    </dgm:pt>
    <dgm:pt modelId="{9D3EEB16-49D5-49C0-85BE-0CF3D3E7D9DC}" type="pres">
      <dgm:prSet presAssocID="{AE4652B3-3398-42D3-A9DE-FBC115B53A0D}" presName="rootConnector" presStyleLbl="node3" presStyleIdx="2" presStyleCnt="10"/>
      <dgm:spPr/>
    </dgm:pt>
    <dgm:pt modelId="{86E86BCC-29B6-43B0-A110-A4C382B83FA3}" type="pres">
      <dgm:prSet presAssocID="{AE4652B3-3398-42D3-A9DE-FBC115B53A0D}" presName="hierChild4" presStyleCnt="0"/>
      <dgm:spPr/>
    </dgm:pt>
    <dgm:pt modelId="{5613D8DC-8394-4EB2-BEC0-4978BB2F3DA3}" type="pres">
      <dgm:prSet presAssocID="{471AAB30-6948-4AC5-A872-0315651955DF}" presName="Name64" presStyleLbl="parChTrans1D4" presStyleIdx="1" presStyleCnt="41"/>
      <dgm:spPr/>
    </dgm:pt>
    <dgm:pt modelId="{7C7902C3-EFB0-42BE-83D6-3EEF998E34AB}" type="pres">
      <dgm:prSet presAssocID="{4F9DC5B4-E119-4273-B0C6-F44F279BA1CA}" presName="hierRoot2" presStyleCnt="0">
        <dgm:presLayoutVars>
          <dgm:hierBranch val="init"/>
        </dgm:presLayoutVars>
      </dgm:prSet>
      <dgm:spPr/>
    </dgm:pt>
    <dgm:pt modelId="{8670FF6F-47A9-4179-A7EC-2F65366EB1A0}" type="pres">
      <dgm:prSet presAssocID="{4F9DC5B4-E119-4273-B0C6-F44F279BA1CA}" presName="rootComposite" presStyleCnt="0"/>
      <dgm:spPr/>
    </dgm:pt>
    <dgm:pt modelId="{8A071F50-0936-48EF-AE15-796B92F4F4A2}" type="pres">
      <dgm:prSet presAssocID="{4F9DC5B4-E119-4273-B0C6-F44F279BA1CA}" presName="rootText" presStyleLbl="node4" presStyleIdx="1" presStyleCnt="41" custLinFactNeighborX="-36264">
        <dgm:presLayoutVars>
          <dgm:chPref val="3"/>
        </dgm:presLayoutVars>
      </dgm:prSet>
      <dgm:spPr/>
    </dgm:pt>
    <dgm:pt modelId="{BC5242FB-9811-49A0-A754-F9DF7804FA27}" type="pres">
      <dgm:prSet presAssocID="{4F9DC5B4-E119-4273-B0C6-F44F279BA1CA}" presName="rootConnector" presStyleLbl="node4" presStyleIdx="1" presStyleCnt="41"/>
      <dgm:spPr/>
    </dgm:pt>
    <dgm:pt modelId="{EC9AFF7F-5A8E-4CDA-BB48-AD6FD5B8B872}" type="pres">
      <dgm:prSet presAssocID="{4F9DC5B4-E119-4273-B0C6-F44F279BA1CA}" presName="hierChild4" presStyleCnt="0"/>
      <dgm:spPr/>
    </dgm:pt>
    <dgm:pt modelId="{7243B122-BF38-47A9-A7FB-01F27DC5A255}" type="pres">
      <dgm:prSet presAssocID="{4F9DC5B4-E119-4273-B0C6-F44F279BA1CA}" presName="hierChild5" presStyleCnt="0"/>
      <dgm:spPr/>
    </dgm:pt>
    <dgm:pt modelId="{8948F03F-28E2-4589-96A6-4C0F659AB93C}" type="pres">
      <dgm:prSet presAssocID="{AE4652B3-3398-42D3-A9DE-FBC115B53A0D}" presName="hierChild5" presStyleCnt="0"/>
      <dgm:spPr/>
    </dgm:pt>
    <dgm:pt modelId="{172AD772-32C1-453D-A10B-AD2F2B8A156F}" type="pres">
      <dgm:prSet presAssocID="{4EAB6B4E-4AE3-4DD0-93A3-0784ECF3F600}" presName="Name64" presStyleLbl="parChTrans1D3" presStyleIdx="3" presStyleCnt="10"/>
      <dgm:spPr/>
    </dgm:pt>
    <dgm:pt modelId="{B89BC2F4-8E12-4AAD-AE0E-8BD41F4F6A66}" type="pres">
      <dgm:prSet presAssocID="{2A323462-12B1-44A5-95A4-30F7D5E83E80}" presName="hierRoot2" presStyleCnt="0">
        <dgm:presLayoutVars>
          <dgm:hierBranch val="init"/>
        </dgm:presLayoutVars>
      </dgm:prSet>
      <dgm:spPr/>
    </dgm:pt>
    <dgm:pt modelId="{790B3243-67B0-44B6-8319-A1351FA4E1B0}" type="pres">
      <dgm:prSet presAssocID="{2A323462-12B1-44A5-95A4-30F7D5E83E80}" presName="rootComposite" presStyleCnt="0"/>
      <dgm:spPr/>
    </dgm:pt>
    <dgm:pt modelId="{582577D3-050E-4B41-BF32-01AA487AE0ED}" type="pres">
      <dgm:prSet presAssocID="{2A323462-12B1-44A5-95A4-30F7D5E83E80}" presName="rootText" presStyleLbl="node3" presStyleIdx="3" presStyleCnt="10" custLinFactNeighborX="-37458" custLinFactNeighborY="-11945">
        <dgm:presLayoutVars>
          <dgm:chPref val="3"/>
        </dgm:presLayoutVars>
      </dgm:prSet>
      <dgm:spPr/>
    </dgm:pt>
    <dgm:pt modelId="{ADACFA42-F20B-4E19-8623-C276B1FF0253}" type="pres">
      <dgm:prSet presAssocID="{2A323462-12B1-44A5-95A4-30F7D5E83E80}" presName="rootConnector" presStyleLbl="node3" presStyleIdx="3" presStyleCnt="10"/>
      <dgm:spPr/>
    </dgm:pt>
    <dgm:pt modelId="{FA7482C3-260F-4FD3-815C-AF4B1B75464D}" type="pres">
      <dgm:prSet presAssocID="{2A323462-12B1-44A5-95A4-30F7D5E83E80}" presName="hierChild4" presStyleCnt="0"/>
      <dgm:spPr/>
    </dgm:pt>
    <dgm:pt modelId="{5E5EF9F5-E3CC-45C6-99DE-3ACA0A30BE43}" type="pres">
      <dgm:prSet presAssocID="{2A323462-12B1-44A5-95A4-30F7D5E83E80}" presName="hierChild5" presStyleCnt="0"/>
      <dgm:spPr/>
    </dgm:pt>
    <dgm:pt modelId="{65807902-FF69-40E6-B197-480C58AD0E5A}" type="pres">
      <dgm:prSet presAssocID="{3E6A9241-7ED7-4E1E-9A0C-FCCB8AFE0676}" presName="hierChild5" presStyleCnt="0"/>
      <dgm:spPr/>
    </dgm:pt>
    <dgm:pt modelId="{B0CC0030-18CD-4C76-8E04-002BB6D32A15}" type="pres">
      <dgm:prSet presAssocID="{9242D754-7730-4B78-AB9C-A02DFB9723F4}" presName="Name64" presStyleLbl="parChTrans1D2" presStyleIdx="2" presStyleCnt="5"/>
      <dgm:spPr/>
    </dgm:pt>
    <dgm:pt modelId="{309A1635-DE84-4660-81FA-431325D7FF2B}" type="pres">
      <dgm:prSet presAssocID="{3CBB9B95-F2DE-4200-8B3A-58D04CAEA47D}" presName="hierRoot2" presStyleCnt="0">
        <dgm:presLayoutVars>
          <dgm:hierBranch val="init"/>
        </dgm:presLayoutVars>
      </dgm:prSet>
      <dgm:spPr/>
    </dgm:pt>
    <dgm:pt modelId="{0FC2F79D-D526-4E6A-A10F-B46305F486B9}" type="pres">
      <dgm:prSet presAssocID="{3CBB9B95-F2DE-4200-8B3A-58D04CAEA47D}" presName="rootComposite" presStyleCnt="0"/>
      <dgm:spPr/>
    </dgm:pt>
    <dgm:pt modelId="{61A0D4EF-EC3A-4279-BC51-4F36D0B52EB7}" type="pres">
      <dgm:prSet presAssocID="{3CBB9B95-F2DE-4200-8B3A-58D04CAEA47D}" presName="rootText" presStyleLbl="node2" presStyleIdx="2" presStyleCnt="5" custLinFactNeighborX="-36264">
        <dgm:presLayoutVars>
          <dgm:chPref val="3"/>
        </dgm:presLayoutVars>
      </dgm:prSet>
      <dgm:spPr/>
    </dgm:pt>
    <dgm:pt modelId="{C2C48CC0-3A5A-4EE7-B580-FAF454A09CD8}" type="pres">
      <dgm:prSet presAssocID="{3CBB9B95-F2DE-4200-8B3A-58D04CAEA47D}" presName="rootConnector" presStyleLbl="node2" presStyleIdx="2" presStyleCnt="5"/>
      <dgm:spPr/>
    </dgm:pt>
    <dgm:pt modelId="{21C05684-978E-4814-BFFD-06D294C8A223}" type="pres">
      <dgm:prSet presAssocID="{3CBB9B95-F2DE-4200-8B3A-58D04CAEA47D}" presName="hierChild4" presStyleCnt="0"/>
      <dgm:spPr/>
    </dgm:pt>
    <dgm:pt modelId="{0A14706F-1BC6-48E6-BDBA-7B500E589BAD}" type="pres">
      <dgm:prSet presAssocID="{9A5D99C4-3A63-4397-B386-EBF9464401C2}" presName="Name64" presStyleLbl="parChTrans1D3" presStyleIdx="4" presStyleCnt="10"/>
      <dgm:spPr/>
    </dgm:pt>
    <dgm:pt modelId="{297A1475-871F-4B02-9E8C-FA3D011634A1}" type="pres">
      <dgm:prSet presAssocID="{9A4F48F6-BCF9-4165-AF3C-7C7BA667FA27}" presName="hierRoot2" presStyleCnt="0">
        <dgm:presLayoutVars>
          <dgm:hierBranch val="init"/>
        </dgm:presLayoutVars>
      </dgm:prSet>
      <dgm:spPr/>
    </dgm:pt>
    <dgm:pt modelId="{E0F525B7-9159-4C99-B924-C6F3E9886623}" type="pres">
      <dgm:prSet presAssocID="{9A4F48F6-BCF9-4165-AF3C-7C7BA667FA27}" presName="rootComposite" presStyleCnt="0"/>
      <dgm:spPr/>
    </dgm:pt>
    <dgm:pt modelId="{BAE31ACF-752D-4EA8-8B6E-54DBD06D21AE}" type="pres">
      <dgm:prSet presAssocID="{9A4F48F6-BCF9-4165-AF3C-7C7BA667FA27}" presName="rootText" presStyleLbl="node3" presStyleIdx="4" presStyleCnt="10" custLinFactNeighborX="-36264">
        <dgm:presLayoutVars>
          <dgm:chPref val="3"/>
        </dgm:presLayoutVars>
      </dgm:prSet>
      <dgm:spPr/>
    </dgm:pt>
    <dgm:pt modelId="{D46F3F0D-30A4-4DDE-884B-BD4A774332AE}" type="pres">
      <dgm:prSet presAssocID="{9A4F48F6-BCF9-4165-AF3C-7C7BA667FA27}" presName="rootConnector" presStyleLbl="node3" presStyleIdx="4" presStyleCnt="10"/>
      <dgm:spPr/>
    </dgm:pt>
    <dgm:pt modelId="{6322132C-78CD-43CA-BDB1-15934FC6847D}" type="pres">
      <dgm:prSet presAssocID="{9A4F48F6-BCF9-4165-AF3C-7C7BA667FA27}" presName="hierChild4" presStyleCnt="0"/>
      <dgm:spPr/>
    </dgm:pt>
    <dgm:pt modelId="{E7F095C9-0EEA-49B6-905E-AC74937B597A}" type="pres">
      <dgm:prSet presAssocID="{6C4DA155-8243-4072-B293-EC0CBA97AD7C}" presName="Name64" presStyleLbl="parChTrans1D4" presStyleIdx="2" presStyleCnt="41"/>
      <dgm:spPr/>
    </dgm:pt>
    <dgm:pt modelId="{2E752132-E630-4632-9600-9B043BD9E414}" type="pres">
      <dgm:prSet presAssocID="{4ECE59B8-536D-4DBD-9298-39EEE1A4E2F2}" presName="hierRoot2" presStyleCnt="0">
        <dgm:presLayoutVars>
          <dgm:hierBranch val="init"/>
        </dgm:presLayoutVars>
      </dgm:prSet>
      <dgm:spPr/>
    </dgm:pt>
    <dgm:pt modelId="{9118CF5F-B9CB-4640-BAA2-6FDCB656E312}" type="pres">
      <dgm:prSet presAssocID="{4ECE59B8-536D-4DBD-9298-39EEE1A4E2F2}" presName="rootComposite" presStyleCnt="0"/>
      <dgm:spPr/>
    </dgm:pt>
    <dgm:pt modelId="{171F98E8-7A93-4667-99EC-A67EE133F035}" type="pres">
      <dgm:prSet presAssocID="{4ECE59B8-536D-4DBD-9298-39EEE1A4E2F2}" presName="rootText" presStyleLbl="node4" presStyleIdx="2" presStyleCnt="41" custLinFactNeighborX="-36264">
        <dgm:presLayoutVars>
          <dgm:chPref val="3"/>
        </dgm:presLayoutVars>
      </dgm:prSet>
      <dgm:spPr/>
    </dgm:pt>
    <dgm:pt modelId="{B4B0D416-48DF-4327-B6CB-95B60821634B}" type="pres">
      <dgm:prSet presAssocID="{4ECE59B8-536D-4DBD-9298-39EEE1A4E2F2}" presName="rootConnector" presStyleLbl="node4" presStyleIdx="2" presStyleCnt="41"/>
      <dgm:spPr/>
    </dgm:pt>
    <dgm:pt modelId="{860F5D21-83EC-4D1B-83FE-010E6AAAD6E1}" type="pres">
      <dgm:prSet presAssocID="{4ECE59B8-536D-4DBD-9298-39EEE1A4E2F2}" presName="hierChild4" presStyleCnt="0"/>
      <dgm:spPr/>
    </dgm:pt>
    <dgm:pt modelId="{2086A9C7-9135-4192-911C-9FD307A3662E}" type="pres">
      <dgm:prSet presAssocID="{454A2903-42E9-4AD4-B32C-56480B741CA4}" presName="Name64" presStyleLbl="parChTrans1D4" presStyleIdx="3" presStyleCnt="41"/>
      <dgm:spPr/>
    </dgm:pt>
    <dgm:pt modelId="{68B35679-26B2-422F-8E58-AD1E0E71C97A}" type="pres">
      <dgm:prSet presAssocID="{9AC9B081-25C5-4E83-B9FC-4EE1220C42CC}" presName="hierRoot2" presStyleCnt="0">
        <dgm:presLayoutVars>
          <dgm:hierBranch val="init"/>
        </dgm:presLayoutVars>
      </dgm:prSet>
      <dgm:spPr/>
    </dgm:pt>
    <dgm:pt modelId="{283CF7F0-2C2A-4996-86E8-B99611999D67}" type="pres">
      <dgm:prSet presAssocID="{9AC9B081-25C5-4E83-B9FC-4EE1220C42CC}" presName="rootComposite" presStyleCnt="0"/>
      <dgm:spPr/>
    </dgm:pt>
    <dgm:pt modelId="{4F157AFE-1A3E-4945-AFFE-3FBFDF773F45}" type="pres">
      <dgm:prSet presAssocID="{9AC9B081-25C5-4E83-B9FC-4EE1220C42CC}" presName="rootText" presStyleLbl="node4" presStyleIdx="3" presStyleCnt="41" custLinFactNeighborX="-36264">
        <dgm:presLayoutVars>
          <dgm:chPref val="3"/>
        </dgm:presLayoutVars>
      </dgm:prSet>
      <dgm:spPr/>
    </dgm:pt>
    <dgm:pt modelId="{32B448BD-E161-46C8-A1F6-88A373738118}" type="pres">
      <dgm:prSet presAssocID="{9AC9B081-25C5-4E83-B9FC-4EE1220C42CC}" presName="rootConnector" presStyleLbl="node4" presStyleIdx="3" presStyleCnt="41"/>
      <dgm:spPr/>
    </dgm:pt>
    <dgm:pt modelId="{E336B98F-281B-4A8A-AE13-8063387C03E3}" type="pres">
      <dgm:prSet presAssocID="{9AC9B081-25C5-4E83-B9FC-4EE1220C42CC}" presName="hierChild4" presStyleCnt="0"/>
      <dgm:spPr/>
    </dgm:pt>
    <dgm:pt modelId="{38ADAED9-8891-4C7D-8154-C0E5F1C45FFB}" type="pres">
      <dgm:prSet presAssocID="{9AC9B081-25C5-4E83-B9FC-4EE1220C42CC}" presName="hierChild5" presStyleCnt="0"/>
      <dgm:spPr/>
    </dgm:pt>
    <dgm:pt modelId="{8A3A4087-C2D1-4E88-BA2C-FF26690A6263}" type="pres">
      <dgm:prSet presAssocID="{4ECE59B8-536D-4DBD-9298-39EEE1A4E2F2}" presName="hierChild5" presStyleCnt="0"/>
      <dgm:spPr/>
    </dgm:pt>
    <dgm:pt modelId="{4CFCDFA8-E01C-4C6B-A731-226D0B6C2C76}" type="pres">
      <dgm:prSet presAssocID="{8E55D407-483C-4F95-9E0F-F2F663299F50}" presName="Name64" presStyleLbl="parChTrans1D4" presStyleIdx="4" presStyleCnt="41"/>
      <dgm:spPr/>
    </dgm:pt>
    <dgm:pt modelId="{8E96193A-7879-4C54-B22A-A2C9C6D1B243}" type="pres">
      <dgm:prSet presAssocID="{B9CE2267-5814-421B-8674-D202299E0DA9}" presName="hierRoot2" presStyleCnt="0">
        <dgm:presLayoutVars>
          <dgm:hierBranch val="init"/>
        </dgm:presLayoutVars>
      </dgm:prSet>
      <dgm:spPr/>
    </dgm:pt>
    <dgm:pt modelId="{E49EF6BC-879F-4C43-9032-39D4E59C1122}" type="pres">
      <dgm:prSet presAssocID="{B9CE2267-5814-421B-8674-D202299E0DA9}" presName="rootComposite" presStyleCnt="0"/>
      <dgm:spPr/>
    </dgm:pt>
    <dgm:pt modelId="{1ECE9F9F-A668-4333-B43A-1DABED3BF4C5}" type="pres">
      <dgm:prSet presAssocID="{B9CE2267-5814-421B-8674-D202299E0DA9}" presName="rootText" presStyleLbl="node4" presStyleIdx="4" presStyleCnt="41" custLinFactNeighborX="-36264">
        <dgm:presLayoutVars>
          <dgm:chPref val="3"/>
        </dgm:presLayoutVars>
      </dgm:prSet>
      <dgm:spPr/>
    </dgm:pt>
    <dgm:pt modelId="{33C6A336-A8D1-4674-9B6A-18C545834C69}" type="pres">
      <dgm:prSet presAssocID="{B9CE2267-5814-421B-8674-D202299E0DA9}" presName="rootConnector" presStyleLbl="node4" presStyleIdx="4" presStyleCnt="41"/>
      <dgm:spPr/>
    </dgm:pt>
    <dgm:pt modelId="{B7C1DC1A-E336-4BB4-9D9D-A520B288CB01}" type="pres">
      <dgm:prSet presAssocID="{B9CE2267-5814-421B-8674-D202299E0DA9}" presName="hierChild4" presStyleCnt="0"/>
      <dgm:spPr/>
    </dgm:pt>
    <dgm:pt modelId="{595CFFA0-B569-4A56-8175-567F57E3E286}" type="pres">
      <dgm:prSet presAssocID="{B5BAD76A-7E9A-4668-B9E3-5A85C816283D}" presName="Name64" presStyleLbl="parChTrans1D4" presStyleIdx="5" presStyleCnt="41"/>
      <dgm:spPr/>
    </dgm:pt>
    <dgm:pt modelId="{0409A85C-1F0E-4A89-987F-3851A7A68BDF}" type="pres">
      <dgm:prSet presAssocID="{915177A7-D4EB-4AE8-86BD-249E5278466B}" presName="hierRoot2" presStyleCnt="0">
        <dgm:presLayoutVars>
          <dgm:hierBranch val="init"/>
        </dgm:presLayoutVars>
      </dgm:prSet>
      <dgm:spPr/>
    </dgm:pt>
    <dgm:pt modelId="{3DBCD097-5046-4AD9-9F47-C3B6A8869991}" type="pres">
      <dgm:prSet presAssocID="{915177A7-D4EB-4AE8-86BD-249E5278466B}" presName="rootComposite" presStyleCnt="0"/>
      <dgm:spPr/>
    </dgm:pt>
    <dgm:pt modelId="{88A62553-AA35-4C7E-AEE4-0944A5577F9F}" type="pres">
      <dgm:prSet presAssocID="{915177A7-D4EB-4AE8-86BD-249E5278466B}" presName="rootText" presStyleLbl="node4" presStyleIdx="5" presStyleCnt="41" custLinFactNeighborX="-36264">
        <dgm:presLayoutVars>
          <dgm:chPref val="3"/>
        </dgm:presLayoutVars>
      </dgm:prSet>
      <dgm:spPr/>
    </dgm:pt>
    <dgm:pt modelId="{B1A98113-5456-4FA2-978F-D9BF6518B3D2}" type="pres">
      <dgm:prSet presAssocID="{915177A7-D4EB-4AE8-86BD-249E5278466B}" presName="rootConnector" presStyleLbl="node4" presStyleIdx="5" presStyleCnt="41"/>
      <dgm:spPr/>
    </dgm:pt>
    <dgm:pt modelId="{1AE67292-3C18-4CA8-AB74-0B8B6C5F7208}" type="pres">
      <dgm:prSet presAssocID="{915177A7-D4EB-4AE8-86BD-249E5278466B}" presName="hierChild4" presStyleCnt="0"/>
      <dgm:spPr/>
    </dgm:pt>
    <dgm:pt modelId="{ED18E2C5-2C0C-470F-BF50-AE8352C26AD4}" type="pres">
      <dgm:prSet presAssocID="{915177A7-D4EB-4AE8-86BD-249E5278466B}" presName="hierChild5" presStyleCnt="0"/>
      <dgm:spPr/>
    </dgm:pt>
    <dgm:pt modelId="{E32B485E-A57D-472A-85FF-B48E86C2EA4B}" type="pres">
      <dgm:prSet presAssocID="{B9CE2267-5814-421B-8674-D202299E0DA9}" presName="hierChild5" presStyleCnt="0"/>
      <dgm:spPr/>
    </dgm:pt>
    <dgm:pt modelId="{183240E7-EEA6-46D8-AE60-487B0566B9A2}" type="pres">
      <dgm:prSet presAssocID="{83D18EB3-F613-46C2-86CF-CF849473A283}" presName="Name64" presStyleLbl="parChTrans1D4" presStyleIdx="6" presStyleCnt="41"/>
      <dgm:spPr/>
    </dgm:pt>
    <dgm:pt modelId="{CFDB63F1-940F-405A-A9B4-7DDC93AF5869}" type="pres">
      <dgm:prSet presAssocID="{855297F2-A162-4EED-8FE7-B40916947E1F}" presName="hierRoot2" presStyleCnt="0">
        <dgm:presLayoutVars>
          <dgm:hierBranch val="init"/>
        </dgm:presLayoutVars>
      </dgm:prSet>
      <dgm:spPr/>
    </dgm:pt>
    <dgm:pt modelId="{011E1183-F092-4EB8-9DFF-4332630ED2E5}" type="pres">
      <dgm:prSet presAssocID="{855297F2-A162-4EED-8FE7-B40916947E1F}" presName="rootComposite" presStyleCnt="0"/>
      <dgm:spPr/>
    </dgm:pt>
    <dgm:pt modelId="{E9A97367-2565-4CA7-B81D-4E147657D835}" type="pres">
      <dgm:prSet presAssocID="{855297F2-A162-4EED-8FE7-B40916947E1F}" presName="rootText" presStyleLbl="node4" presStyleIdx="6" presStyleCnt="41" custLinFactNeighborX="-36264">
        <dgm:presLayoutVars>
          <dgm:chPref val="3"/>
        </dgm:presLayoutVars>
      </dgm:prSet>
      <dgm:spPr/>
    </dgm:pt>
    <dgm:pt modelId="{2846335E-09B8-4070-8AE1-F4A8659BD36F}" type="pres">
      <dgm:prSet presAssocID="{855297F2-A162-4EED-8FE7-B40916947E1F}" presName="rootConnector" presStyleLbl="node4" presStyleIdx="6" presStyleCnt="41"/>
      <dgm:spPr/>
    </dgm:pt>
    <dgm:pt modelId="{D98298B5-4B34-459A-BC81-9CF46F584A90}" type="pres">
      <dgm:prSet presAssocID="{855297F2-A162-4EED-8FE7-B40916947E1F}" presName="hierChild4" presStyleCnt="0"/>
      <dgm:spPr/>
    </dgm:pt>
    <dgm:pt modelId="{51A25AF1-B8A8-40A6-BC8E-0E3A3D038724}" type="pres">
      <dgm:prSet presAssocID="{855297F2-A162-4EED-8FE7-B40916947E1F}" presName="hierChild5" presStyleCnt="0"/>
      <dgm:spPr/>
    </dgm:pt>
    <dgm:pt modelId="{B8837C6A-8105-408D-9A2C-4FAA52810339}" type="pres">
      <dgm:prSet presAssocID="{A874BA0B-B7EF-479E-B1B8-17FB9E8D2868}" presName="Name64" presStyleLbl="parChTrans1D4" presStyleIdx="7" presStyleCnt="41"/>
      <dgm:spPr/>
    </dgm:pt>
    <dgm:pt modelId="{7D003827-466D-499B-9492-0D274854DE71}" type="pres">
      <dgm:prSet presAssocID="{13719A43-B673-4C88-9D1E-16D752C05E25}" presName="hierRoot2" presStyleCnt="0">
        <dgm:presLayoutVars>
          <dgm:hierBranch val="init"/>
        </dgm:presLayoutVars>
      </dgm:prSet>
      <dgm:spPr/>
    </dgm:pt>
    <dgm:pt modelId="{8321FBBC-0B02-4D6A-B292-31DB58261631}" type="pres">
      <dgm:prSet presAssocID="{13719A43-B673-4C88-9D1E-16D752C05E25}" presName="rootComposite" presStyleCnt="0"/>
      <dgm:spPr/>
    </dgm:pt>
    <dgm:pt modelId="{3E0FA384-F7A7-4EF5-BB6C-325C5B877E93}" type="pres">
      <dgm:prSet presAssocID="{13719A43-B673-4C88-9D1E-16D752C05E25}" presName="rootText" presStyleLbl="node4" presStyleIdx="7" presStyleCnt="41" custLinFactNeighborX="-36264">
        <dgm:presLayoutVars>
          <dgm:chPref val="3"/>
        </dgm:presLayoutVars>
      </dgm:prSet>
      <dgm:spPr/>
    </dgm:pt>
    <dgm:pt modelId="{039EE693-846A-452B-938C-A79863754B50}" type="pres">
      <dgm:prSet presAssocID="{13719A43-B673-4C88-9D1E-16D752C05E25}" presName="rootConnector" presStyleLbl="node4" presStyleIdx="7" presStyleCnt="41"/>
      <dgm:spPr/>
    </dgm:pt>
    <dgm:pt modelId="{15438C47-FF5A-46A4-A923-94CF51153C82}" type="pres">
      <dgm:prSet presAssocID="{13719A43-B673-4C88-9D1E-16D752C05E25}" presName="hierChild4" presStyleCnt="0"/>
      <dgm:spPr/>
    </dgm:pt>
    <dgm:pt modelId="{D5EFD006-A32B-489A-B809-E3D7E0386B88}" type="pres">
      <dgm:prSet presAssocID="{B0A38B96-90FF-402E-A24A-BEF06D54B9B6}" presName="Name64" presStyleLbl="parChTrans1D4" presStyleIdx="8" presStyleCnt="41"/>
      <dgm:spPr/>
    </dgm:pt>
    <dgm:pt modelId="{6D2D5EBF-D547-4528-A20C-8F5E2C9B880C}" type="pres">
      <dgm:prSet presAssocID="{764BB32F-0818-4190-8CBA-5BFD6043BFBC}" presName="hierRoot2" presStyleCnt="0">
        <dgm:presLayoutVars>
          <dgm:hierBranch val="init"/>
        </dgm:presLayoutVars>
      </dgm:prSet>
      <dgm:spPr/>
    </dgm:pt>
    <dgm:pt modelId="{10C34B34-3590-46BB-B6F2-FDE6907AB634}" type="pres">
      <dgm:prSet presAssocID="{764BB32F-0818-4190-8CBA-5BFD6043BFBC}" presName="rootComposite" presStyleCnt="0"/>
      <dgm:spPr/>
    </dgm:pt>
    <dgm:pt modelId="{5CE68631-E50F-4A7D-A78E-B9848249D5F3}" type="pres">
      <dgm:prSet presAssocID="{764BB32F-0818-4190-8CBA-5BFD6043BFBC}" presName="rootText" presStyleLbl="node4" presStyleIdx="8" presStyleCnt="41" custLinFactNeighborX="-36264">
        <dgm:presLayoutVars>
          <dgm:chPref val="3"/>
        </dgm:presLayoutVars>
      </dgm:prSet>
      <dgm:spPr/>
    </dgm:pt>
    <dgm:pt modelId="{313097A2-C9D5-4518-B29A-5B216269D568}" type="pres">
      <dgm:prSet presAssocID="{764BB32F-0818-4190-8CBA-5BFD6043BFBC}" presName="rootConnector" presStyleLbl="node4" presStyleIdx="8" presStyleCnt="41"/>
      <dgm:spPr/>
    </dgm:pt>
    <dgm:pt modelId="{23275A76-13D0-4464-8314-473BE340AD8F}" type="pres">
      <dgm:prSet presAssocID="{764BB32F-0818-4190-8CBA-5BFD6043BFBC}" presName="hierChild4" presStyleCnt="0"/>
      <dgm:spPr/>
    </dgm:pt>
    <dgm:pt modelId="{DB679513-DBB0-4A13-8DD4-A35C9E981A94}" type="pres">
      <dgm:prSet presAssocID="{764BB32F-0818-4190-8CBA-5BFD6043BFBC}" presName="hierChild5" presStyleCnt="0"/>
      <dgm:spPr/>
    </dgm:pt>
    <dgm:pt modelId="{0F2A9527-4341-4D91-B2A8-08268FCDC96C}" type="pres">
      <dgm:prSet presAssocID="{13719A43-B673-4C88-9D1E-16D752C05E25}" presName="hierChild5" presStyleCnt="0"/>
      <dgm:spPr/>
    </dgm:pt>
    <dgm:pt modelId="{16D33CAD-B597-414C-9523-47A079B2FFFB}" type="pres">
      <dgm:prSet presAssocID="{C7EBEF87-5076-4181-B19B-8AD6A127BA45}" presName="Name64" presStyleLbl="parChTrans1D4" presStyleIdx="9" presStyleCnt="41"/>
      <dgm:spPr/>
    </dgm:pt>
    <dgm:pt modelId="{2768B59B-453A-42A2-85F9-75C2F9E31EB2}" type="pres">
      <dgm:prSet presAssocID="{6A27566D-5E2B-4C81-8C09-639ED0AF984B}" presName="hierRoot2" presStyleCnt="0">
        <dgm:presLayoutVars>
          <dgm:hierBranch val="init"/>
        </dgm:presLayoutVars>
      </dgm:prSet>
      <dgm:spPr/>
    </dgm:pt>
    <dgm:pt modelId="{AA82314E-5F22-45DE-BE38-64D9F48D91DF}" type="pres">
      <dgm:prSet presAssocID="{6A27566D-5E2B-4C81-8C09-639ED0AF984B}" presName="rootComposite" presStyleCnt="0"/>
      <dgm:spPr/>
    </dgm:pt>
    <dgm:pt modelId="{7E303F30-9711-4703-9E93-53900C059588}" type="pres">
      <dgm:prSet presAssocID="{6A27566D-5E2B-4C81-8C09-639ED0AF984B}" presName="rootText" presStyleLbl="node4" presStyleIdx="9" presStyleCnt="41" custScaleX="129118" custLinFactNeighborX="-36264">
        <dgm:presLayoutVars>
          <dgm:chPref val="3"/>
        </dgm:presLayoutVars>
      </dgm:prSet>
      <dgm:spPr/>
    </dgm:pt>
    <dgm:pt modelId="{6B320540-8EFC-424C-87BB-7A322C848E8D}" type="pres">
      <dgm:prSet presAssocID="{6A27566D-5E2B-4C81-8C09-639ED0AF984B}" presName="rootConnector" presStyleLbl="node4" presStyleIdx="9" presStyleCnt="41"/>
      <dgm:spPr/>
    </dgm:pt>
    <dgm:pt modelId="{3A41FAFC-2989-4EED-BB19-C23AE601C621}" type="pres">
      <dgm:prSet presAssocID="{6A27566D-5E2B-4C81-8C09-639ED0AF984B}" presName="hierChild4" presStyleCnt="0"/>
      <dgm:spPr/>
    </dgm:pt>
    <dgm:pt modelId="{485D3EB7-314F-4C91-B2D4-8AB5126CF5BB}" type="pres">
      <dgm:prSet presAssocID="{6A27566D-5E2B-4C81-8C09-639ED0AF984B}" presName="hierChild5" presStyleCnt="0"/>
      <dgm:spPr/>
    </dgm:pt>
    <dgm:pt modelId="{34B1EDD2-BFE8-4A14-8948-7EEB84EDF964}" type="pres">
      <dgm:prSet presAssocID="{4A1ABC62-FD06-4AC0-BC51-20F24998E5FF}" presName="Name64" presStyleLbl="parChTrans1D4" presStyleIdx="10" presStyleCnt="41"/>
      <dgm:spPr/>
    </dgm:pt>
    <dgm:pt modelId="{A6B1FB9B-052B-489F-9CB1-187B6E579E3C}" type="pres">
      <dgm:prSet presAssocID="{7170B3D7-7385-4271-BFDD-77BDCB4B9D7D}" presName="hierRoot2" presStyleCnt="0">
        <dgm:presLayoutVars>
          <dgm:hierBranch val="init"/>
        </dgm:presLayoutVars>
      </dgm:prSet>
      <dgm:spPr/>
    </dgm:pt>
    <dgm:pt modelId="{FF477795-AE90-4627-9E54-30BBA876CAB3}" type="pres">
      <dgm:prSet presAssocID="{7170B3D7-7385-4271-BFDD-77BDCB4B9D7D}" presName="rootComposite" presStyleCnt="0"/>
      <dgm:spPr/>
    </dgm:pt>
    <dgm:pt modelId="{3D02A4C7-D3F8-46A9-BF13-B91E1207C679}" type="pres">
      <dgm:prSet presAssocID="{7170B3D7-7385-4271-BFDD-77BDCB4B9D7D}" presName="rootText" presStyleLbl="node4" presStyleIdx="10" presStyleCnt="41" custLinFactNeighborX="-36264">
        <dgm:presLayoutVars>
          <dgm:chPref val="3"/>
        </dgm:presLayoutVars>
      </dgm:prSet>
      <dgm:spPr/>
    </dgm:pt>
    <dgm:pt modelId="{75AB063C-95C2-4D08-BD75-E990F011A243}" type="pres">
      <dgm:prSet presAssocID="{7170B3D7-7385-4271-BFDD-77BDCB4B9D7D}" presName="rootConnector" presStyleLbl="node4" presStyleIdx="10" presStyleCnt="41"/>
      <dgm:spPr/>
    </dgm:pt>
    <dgm:pt modelId="{896FC98F-C18B-48B6-9368-6A4224F8D339}" type="pres">
      <dgm:prSet presAssocID="{7170B3D7-7385-4271-BFDD-77BDCB4B9D7D}" presName="hierChild4" presStyleCnt="0"/>
      <dgm:spPr/>
    </dgm:pt>
    <dgm:pt modelId="{50A4060C-F737-4459-BC6A-B233FEC9432A}" type="pres">
      <dgm:prSet presAssocID="{B777D164-DD56-45DE-9496-BC18234B1690}" presName="Name64" presStyleLbl="parChTrans1D4" presStyleIdx="11" presStyleCnt="41"/>
      <dgm:spPr/>
    </dgm:pt>
    <dgm:pt modelId="{D14D68CC-E066-4447-90AF-4E5C4D91C745}" type="pres">
      <dgm:prSet presAssocID="{6D41F822-3F5E-498D-8427-D9976FC14949}" presName="hierRoot2" presStyleCnt="0">
        <dgm:presLayoutVars>
          <dgm:hierBranch val="init"/>
        </dgm:presLayoutVars>
      </dgm:prSet>
      <dgm:spPr/>
    </dgm:pt>
    <dgm:pt modelId="{4CB1C44D-18C1-45B3-8B69-3E34236607C4}" type="pres">
      <dgm:prSet presAssocID="{6D41F822-3F5E-498D-8427-D9976FC14949}" presName="rootComposite" presStyleCnt="0"/>
      <dgm:spPr/>
    </dgm:pt>
    <dgm:pt modelId="{90D35EA2-A25D-449A-8C0B-91C81C67A50C}" type="pres">
      <dgm:prSet presAssocID="{6D41F822-3F5E-498D-8427-D9976FC14949}" presName="rootText" presStyleLbl="node4" presStyleIdx="11" presStyleCnt="41" custLinFactNeighborX="-36264">
        <dgm:presLayoutVars>
          <dgm:chPref val="3"/>
        </dgm:presLayoutVars>
      </dgm:prSet>
      <dgm:spPr/>
    </dgm:pt>
    <dgm:pt modelId="{89FD8EE9-AA60-48A6-9D40-0DBE92C02DE0}" type="pres">
      <dgm:prSet presAssocID="{6D41F822-3F5E-498D-8427-D9976FC14949}" presName="rootConnector" presStyleLbl="node4" presStyleIdx="11" presStyleCnt="41"/>
      <dgm:spPr/>
    </dgm:pt>
    <dgm:pt modelId="{53B6FEF6-D5AE-485A-8D43-4347859156E9}" type="pres">
      <dgm:prSet presAssocID="{6D41F822-3F5E-498D-8427-D9976FC14949}" presName="hierChild4" presStyleCnt="0"/>
      <dgm:spPr/>
    </dgm:pt>
    <dgm:pt modelId="{6077FBBF-C54E-456A-B261-7861B4F23FB0}" type="pres">
      <dgm:prSet presAssocID="{6D41F822-3F5E-498D-8427-D9976FC14949}" presName="hierChild5" presStyleCnt="0"/>
      <dgm:spPr/>
    </dgm:pt>
    <dgm:pt modelId="{293C3232-9283-4A76-99D0-ACC9F33364EB}" type="pres">
      <dgm:prSet presAssocID="{7170B3D7-7385-4271-BFDD-77BDCB4B9D7D}" presName="hierChild5" presStyleCnt="0"/>
      <dgm:spPr/>
    </dgm:pt>
    <dgm:pt modelId="{26800CCF-2CF7-4C2B-BE5D-668243245262}" type="pres">
      <dgm:prSet presAssocID="{4F864848-EEBF-4930-A161-A4A71CAED760}" presName="Name64" presStyleLbl="parChTrans1D4" presStyleIdx="12" presStyleCnt="41"/>
      <dgm:spPr/>
    </dgm:pt>
    <dgm:pt modelId="{2385C688-3F8F-43A2-A30A-2252C12C33E5}" type="pres">
      <dgm:prSet presAssocID="{24C79789-50A6-4247-997A-B75D020D2C6D}" presName="hierRoot2" presStyleCnt="0">
        <dgm:presLayoutVars>
          <dgm:hierBranch val="init"/>
        </dgm:presLayoutVars>
      </dgm:prSet>
      <dgm:spPr/>
    </dgm:pt>
    <dgm:pt modelId="{581FB53A-4B2E-4286-B82E-94AEB51C2972}" type="pres">
      <dgm:prSet presAssocID="{24C79789-50A6-4247-997A-B75D020D2C6D}" presName="rootComposite" presStyleCnt="0"/>
      <dgm:spPr/>
    </dgm:pt>
    <dgm:pt modelId="{9E916334-F27B-4E86-B949-E7079E77F959}" type="pres">
      <dgm:prSet presAssocID="{24C79789-50A6-4247-997A-B75D020D2C6D}" presName="rootText" presStyleLbl="node4" presStyleIdx="12" presStyleCnt="41" custLinFactNeighborX="-36264">
        <dgm:presLayoutVars>
          <dgm:chPref val="3"/>
        </dgm:presLayoutVars>
      </dgm:prSet>
      <dgm:spPr/>
    </dgm:pt>
    <dgm:pt modelId="{49F9D926-559F-4648-BFF5-79BEBC70A452}" type="pres">
      <dgm:prSet presAssocID="{24C79789-50A6-4247-997A-B75D020D2C6D}" presName="rootConnector" presStyleLbl="node4" presStyleIdx="12" presStyleCnt="41"/>
      <dgm:spPr/>
    </dgm:pt>
    <dgm:pt modelId="{16DEFBD3-D008-4B05-B2DD-39FF5F864F76}" type="pres">
      <dgm:prSet presAssocID="{24C79789-50A6-4247-997A-B75D020D2C6D}" presName="hierChild4" presStyleCnt="0"/>
      <dgm:spPr/>
    </dgm:pt>
    <dgm:pt modelId="{171E7136-836A-486B-B91D-37B90AC43AE7}" type="pres">
      <dgm:prSet presAssocID="{928CD5CC-816D-4B40-9D14-7256E32D7DFD}" presName="Name64" presStyleLbl="parChTrans1D4" presStyleIdx="13" presStyleCnt="41"/>
      <dgm:spPr/>
    </dgm:pt>
    <dgm:pt modelId="{642302D4-25F5-4191-A6BD-80A90EE256CB}" type="pres">
      <dgm:prSet presAssocID="{218DF31D-CF8B-459F-887A-8E793F7A6593}" presName="hierRoot2" presStyleCnt="0">
        <dgm:presLayoutVars>
          <dgm:hierBranch val="init"/>
        </dgm:presLayoutVars>
      </dgm:prSet>
      <dgm:spPr/>
    </dgm:pt>
    <dgm:pt modelId="{B324F531-5460-45CD-AD63-4E1D583EC186}" type="pres">
      <dgm:prSet presAssocID="{218DF31D-CF8B-459F-887A-8E793F7A6593}" presName="rootComposite" presStyleCnt="0"/>
      <dgm:spPr/>
    </dgm:pt>
    <dgm:pt modelId="{0BA28261-1ED3-47EB-A7EA-310484F5DF09}" type="pres">
      <dgm:prSet presAssocID="{218DF31D-CF8B-459F-887A-8E793F7A6593}" presName="rootText" presStyleLbl="node4" presStyleIdx="13" presStyleCnt="41" custLinFactNeighborX="-36264">
        <dgm:presLayoutVars>
          <dgm:chPref val="3"/>
        </dgm:presLayoutVars>
      </dgm:prSet>
      <dgm:spPr/>
    </dgm:pt>
    <dgm:pt modelId="{1F3D57A6-91D2-48AA-B105-E07306DABA2F}" type="pres">
      <dgm:prSet presAssocID="{218DF31D-CF8B-459F-887A-8E793F7A6593}" presName="rootConnector" presStyleLbl="node4" presStyleIdx="13" presStyleCnt="41"/>
      <dgm:spPr/>
    </dgm:pt>
    <dgm:pt modelId="{E693CDA9-254D-4703-B79E-4F8CEA104BCE}" type="pres">
      <dgm:prSet presAssocID="{218DF31D-CF8B-459F-887A-8E793F7A6593}" presName="hierChild4" presStyleCnt="0"/>
      <dgm:spPr/>
    </dgm:pt>
    <dgm:pt modelId="{D56AF9D6-52CD-49B7-B03A-910C74477DFD}" type="pres">
      <dgm:prSet presAssocID="{BCC45095-3A8B-4CB4-9AE4-6772688B37EF}" presName="Name64" presStyleLbl="parChTrans1D4" presStyleIdx="14" presStyleCnt="41"/>
      <dgm:spPr/>
    </dgm:pt>
    <dgm:pt modelId="{929D98B8-E1AF-4AB0-A72E-45EB1F9E4936}" type="pres">
      <dgm:prSet presAssocID="{7BFC5FFE-8955-4513-8485-C479782305F9}" presName="hierRoot2" presStyleCnt="0">
        <dgm:presLayoutVars>
          <dgm:hierBranch val="init"/>
        </dgm:presLayoutVars>
      </dgm:prSet>
      <dgm:spPr/>
    </dgm:pt>
    <dgm:pt modelId="{94CE8272-7C92-4520-8B2F-7E2EACAF34CA}" type="pres">
      <dgm:prSet presAssocID="{7BFC5FFE-8955-4513-8485-C479782305F9}" presName="rootComposite" presStyleCnt="0"/>
      <dgm:spPr/>
    </dgm:pt>
    <dgm:pt modelId="{B509227D-8391-4FEA-8798-380D7D9E41EE}" type="pres">
      <dgm:prSet presAssocID="{7BFC5FFE-8955-4513-8485-C479782305F9}" presName="rootText" presStyleLbl="node4" presStyleIdx="14" presStyleCnt="41" custLinFactNeighborX="-36264">
        <dgm:presLayoutVars>
          <dgm:chPref val="3"/>
        </dgm:presLayoutVars>
      </dgm:prSet>
      <dgm:spPr/>
    </dgm:pt>
    <dgm:pt modelId="{13AAB80B-89C4-451F-A39D-CC96E0BE201C}" type="pres">
      <dgm:prSet presAssocID="{7BFC5FFE-8955-4513-8485-C479782305F9}" presName="rootConnector" presStyleLbl="node4" presStyleIdx="14" presStyleCnt="41"/>
      <dgm:spPr/>
    </dgm:pt>
    <dgm:pt modelId="{037CCFC1-A766-48DA-8CDC-17C070D2D1E8}" type="pres">
      <dgm:prSet presAssocID="{7BFC5FFE-8955-4513-8485-C479782305F9}" presName="hierChild4" presStyleCnt="0"/>
      <dgm:spPr/>
    </dgm:pt>
    <dgm:pt modelId="{0637968F-433B-4694-843C-7733D3911379}" type="pres">
      <dgm:prSet presAssocID="{7BFC5FFE-8955-4513-8485-C479782305F9}" presName="hierChild5" presStyleCnt="0"/>
      <dgm:spPr/>
    </dgm:pt>
    <dgm:pt modelId="{2EBC82D9-8CA9-4573-B5A3-42C5FAEEF36B}" type="pres">
      <dgm:prSet presAssocID="{218DF31D-CF8B-459F-887A-8E793F7A6593}" presName="hierChild5" presStyleCnt="0"/>
      <dgm:spPr/>
    </dgm:pt>
    <dgm:pt modelId="{C6ABE6A2-C04F-4482-BB5C-769C7DA9CC1F}" type="pres">
      <dgm:prSet presAssocID="{F01EE7C7-3AF0-44DD-B4FB-CD1567C85CA2}" presName="Name64" presStyleLbl="parChTrans1D4" presStyleIdx="15" presStyleCnt="41"/>
      <dgm:spPr/>
    </dgm:pt>
    <dgm:pt modelId="{7E7D0AF3-3D68-4BC7-819C-2DC468BFAB41}" type="pres">
      <dgm:prSet presAssocID="{56EC93F9-5B3F-429B-86A1-8A8E1DFA402A}" presName="hierRoot2" presStyleCnt="0">
        <dgm:presLayoutVars>
          <dgm:hierBranch val="init"/>
        </dgm:presLayoutVars>
      </dgm:prSet>
      <dgm:spPr/>
    </dgm:pt>
    <dgm:pt modelId="{A3A7EDFE-36A5-44EF-9857-A2277F351A15}" type="pres">
      <dgm:prSet presAssocID="{56EC93F9-5B3F-429B-86A1-8A8E1DFA402A}" presName="rootComposite" presStyleCnt="0"/>
      <dgm:spPr/>
    </dgm:pt>
    <dgm:pt modelId="{E6FC81B0-8E90-4371-B499-DD25029D4106}" type="pres">
      <dgm:prSet presAssocID="{56EC93F9-5B3F-429B-86A1-8A8E1DFA402A}" presName="rootText" presStyleLbl="node4" presStyleIdx="15" presStyleCnt="41" custScaleX="123296" custLinFactNeighborX="-36402" custLinFactNeighborY="6641">
        <dgm:presLayoutVars>
          <dgm:chPref val="3"/>
        </dgm:presLayoutVars>
      </dgm:prSet>
      <dgm:spPr/>
    </dgm:pt>
    <dgm:pt modelId="{3729B9CF-D6CF-4BE1-8EFC-47B1B1E16A87}" type="pres">
      <dgm:prSet presAssocID="{56EC93F9-5B3F-429B-86A1-8A8E1DFA402A}" presName="rootConnector" presStyleLbl="node4" presStyleIdx="15" presStyleCnt="41"/>
      <dgm:spPr/>
    </dgm:pt>
    <dgm:pt modelId="{D93F53B6-074A-4D5A-979D-0C82D3AD726E}" type="pres">
      <dgm:prSet presAssocID="{56EC93F9-5B3F-429B-86A1-8A8E1DFA402A}" presName="hierChild4" presStyleCnt="0"/>
      <dgm:spPr/>
    </dgm:pt>
    <dgm:pt modelId="{CE327CA8-163F-4708-9400-03AD1F0721B6}" type="pres">
      <dgm:prSet presAssocID="{7D64C45E-B538-4C0F-A6F0-5A4AF0A1F48E}" presName="Name64" presStyleLbl="parChTrans1D4" presStyleIdx="16" presStyleCnt="41"/>
      <dgm:spPr/>
    </dgm:pt>
    <dgm:pt modelId="{762FE8D3-049A-4264-A57D-60CFBAB02451}" type="pres">
      <dgm:prSet presAssocID="{F44BEF34-C38D-4E4B-A196-CBEC387270FB}" presName="hierRoot2" presStyleCnt="0">
        <dgm:presLayoutVars>
          <dgm:hierBranch val="init"/>
        </dgm:presLayoutVars>
      </dgm:prSet>
      <dgm:spPr/>
    </dgm:pt>
    <dgm:pt modelId="{AA7A1EB9-14E3-4E98-9601-DA8D8E096069}" type="pres">
      <dgm:prSet presAssocID="{F44BEF34-C38D-4E4B-A196-CBEC387270FB}" presName="rootComposite" presStyleCnt="0"/>
      <dgm:spPr/>
    </dgm:pt>
    <dgm:pt modelId="{B7BA8FDA-69EF-4F26-A438-76A43EC08BE5}" type="pres">
      <dgm:prSet presAssocID="{F44BEF34-C38D-4E4B-A196-CBEC387270FB}" presName="rootText" presStyleLbl="node4" presStyleIdx="16" presStyleCnt="41" custLinFactNeighborX="-39500" custLinFactNeighborY="6641">
        <dgm:presLayoutVars>
          <dgm:chPref val="3"/>
        </dgm:presLayoutVars>
      </dgm:prSet>
      <dgm:spPr/>
    </dgm:pt>
    <dgm:pt modelId="{A72FD0C0-48C0-4E54-856B-3170033DFC5D}" type="pres">
      <dgm:prSet presAssocID="{F44BEF34-C38D-4E4B-A196-CBEC387270FB}" presName="rootConnector" presStyleLbl="node4" presStyleIdx="16" presStyleCnt="41"/>
      <dgm:spPr/>
    </dgm:pt>
    <dgm:pt modelId="{2A335662-822A-4758-9498-08B103A50DAD}" type="pres">
      <dgm:prSet presAssocID="{F44BEF34-C38D-4E4B-A196-CBEC387270FB}" presName="hierChild4" presStyleCnt="0"/>
      <dgm:spPr/>
    </dgm:pt>
    <dgm:pt modelId="{C03E9A24-3370-478F-AE05-B27F1871DE9A}" type="pres">
      <dgm:prSet presAssocID="{F44BEF34-C38D-4E4B-A196-CBEC387270FB}" presName="hierChild5" presStyleCnt="0"/>
      <dgm:spPr/>
    </dgm:pt>
    <dgm:pt modelId="{5C6FA9F3-7CF6-4563-866B-F81563D71D58}" type="pres">
      <dgm:prSet presAssocID="{56EC93F9-5B3F-429B-86A1-8A8E1DFA402A}" presName="hierChild5" presStyleCnt="0"/>
      <dgm:spPr/>
    </dgm:pt>
    <dgm:pt modelId="{7B4852E4-0821-4A98-95F4-9B67008C205D}" type="pres">
      <dgm:prSet presAssocID="{24C79789-50A6-4247-997A-B75D020D2C6D}" presName="hierChild5" presStyleCnt="0"/>
      <dgm:spPr/>
    </dgm:pt>
    <dgm:pt modelId="{0B06169F-9F61-42D6-8ABC-16C0E3ADE867}" type="pres">
      <dgm:prSet presAssocID="{9A4F48F6-BCF9-4165-AF3C-7C7BA667FA27}" presName="hierChild5" presStyleCnt="0"/>
      <dgm:spPr/>
    </dgm:pt>
    <dgm:pt modelId="{11F963ED-B3F0-41A3-B824-325961929004}" type="pres">
      <dgm:prSet presAssocID="{C4BC2D65-C06B-4D32-962C-942429050144}" presName="Name64" presStyleLbl="parChTrans1D3" presStyleIdx="5" presStyleCnt="10"/>
      <dgm:spPr/>
    </dgm:pt>
    <dgm:pt modelId="{DF6F6EFF-03DB-45D7-9A74-CFE192F02E5B}" type="pres">
      <dgm:prSet presAssocID="{23D84297-71D0-47C1-8874-FF344216EAC8}" presName="hierRoot2" presStyleCnt="0">
        <dgm:presLayoutVars>
          <dgm:hierBranch val="init"/>
        </dgm:presLayoutVars>
      </dgm:prSet>
      <dgm:spPr/>
    </dgm:pt>
    <dgm:pt modelId="{88B72410-4735-4833-900A-AE12330D8502}" type="pres">
      <dgm:prSet presAssocID="{23D84297-71D0-47C1-8874-FF344216EAC8}" presName="rootComposite" presStyleCnt="0"/>
      <dgm:spPr/>
    </dgm:pt>
    <dgm:pt modelId="{8C63EC56-3637-4380-B189-D0B66ADCD3F7}" type="pres">
      <dgm:prSet presAssocID="{23D84297-71D0-47C1-8874-FF344216EAC8}" presName="rootText" presStyleLbl="node3" presStyleIdx="5" presStyleCnt="10" custLinFactNeighborX="-36264">
        <dgm:presLayoutVars>
          <dgm:chPref val="3"/>
        </dgm:presLayoutVars>
      </dgm:prSet>
      <dgm:spPr/>
    </dgm:pt>
    <dgm:pt modelId="{AC252788-612D-4E9E-AE60-64A72A6D6716}" type="pres">
      <dgm:prSet presAssocID="{23D84297-71D0-47C1-8874-FF344216EAC8}" presName="rootConnector" presStyleLbl="node3" presStyleIdx="5" presStyleCnt="10"/>
      <dgm:spPr/>
    </dgm:pt>
    <dgm:pt modelId="{7DC8C575-4697-4BB3-BD29-6296054E1F4E}" type="pres">
      <dgm:prSet presAssocID="{23D84297-71D0-47C1-8874-FF344216EAC8}" presName="hierChild4" presStyleCnt="0"/>
      <dgm:spPr/>
    </dgm:pt>
    <dgm:pt modelId="{AA35ED9B-1545-493D-AB5A-2EF477C71C83}" type="pres">
      <dgm:prSet presAssocID="{23D84297-71D0-47C1-8874-FF344216EAC8}" presName="hierChild5" presStyleCnt="0"/>
      <dgm:spPr/>
    </dgm:pt>
    <dgm:pt modelId="{D580C470-8173-4D6F-8E9E-D5D672C1D4BB}" type="pres">
      <dgm:prSet presAssocID="{3CBB9B95-F2DE-4200-8B3A-58D04CAEA47D}" presName="hierChild5" presStyleCnt="0"/>
      <dgm:spPr/>
    </dgm:pt>
    <dgm:pt modelId="{3E53AB13-732C-4F83-9B8F-D6D7DB3860B6}" type="pres">
      <dgm:prSet presAssocID="{B6EFE756-66AC-4682-AE3E-4E5A980226A5}" presName="Name64" presStyleLbl="parChTrans1D2" presStyleIdx="3" presStyleCnt="5"/>
      <dgm:spPr/>
    </dgm:pt>
    <dgm:pt modelId="{2B3438B6-C4AF-4776-9B02-580A7BE79A50}" type="pres">
      <dgm:prSet presAssocID="{9DFAA83C-0ED7-4C5D-908E-2A02657C3D57}" presName="hierRoot2" presStyleCnt="0">
        <dgm:presLayoutVars>
          <dgm:hierBranch val="init"/>
        </dgm:presLayoutVars>
      </dgm:prSet>
      <dgm:spPr/>
    </dgm:pt>
    <dgm:pt modelId="{E7A4D92D-25D1-46AE-B1D5-E3B02045B764}" type="pres">
      <dgm:prSet presAssocID="{9DFAA83C-0ED7-4C5D-908E-2A02657C3D57}" presName="rootComposite" presStyleCnt="0"/>
      <dgm:spPr/>
    </dgm:pt>
    <dgm:pt modelId="{110F79BE-B8CE-48C2-943A-1C7F5605B400}" type="pres">
      <dgm:prSet presAssocID="{9DFAA83C-0ED7-4C5D-908E-2A02657C3D57}" presName="rootText" presStyleLbl="node2" presStyleIdx="3" presStyleCnt="5" custLinFactNeighborX="-36264">
        <dgm:presLayoutVars>
          <dgm:chPref val="3"/>
        </dgm:presLayoutVars>
      </dgm:prSet>
      <dgm:spPr/>
    </dgm:pt>
    <dgm:pt modelId="{B8476156-8F22-41DE-9C5C-CDA42789A7C4}" type="pres">
      <dgm:prSet presAssocID="{9DFAA83C-0ED7-4C5D-908E-2A02657C3D57}" presName="rootConnector" presStyleLbl="node2" presStyleIdx="3" presStyleCnt="5"/>
      <dgm:spPr/>
    </dgm:pt>
    <dgm:pt modelId="{E94EFD84-5C54-40D8-9A8F-C38CEAB04081}" type="pres">
      <dgm:prSet presAssocID="{9DFAA83C-0ED7-4C5D-908E-2A02657C3D57}" presName="hierChild4" presStyleCnt="0"/>
      <dgm:spPr/>
    </dgm:pt>
    <dgm:pt modelId="{554A0E78-C210-4338-8B5C-48DD3D201C5A}" type="pres">
      <dgm:prSet presAssocID="{A901081C-4D82-49A2-9AF0-FDB6D79D7219}" presName="Name64" presStyleLbl="parChTrans1D3" presStyleIdx="6" presStyleCnt="10"/>
      <dgm:spPr/>
    </dgm:pt>
    <dgm:pt modelId="{7D941C44-EDB9-43A1-8B0D-A42E00E86928}" type="pres">
      <dgm:prSet presAssocID="{E0F095D0-0CDD-4899-95AE-C151B28DF4D1}" presName="hierRoot2" presStyleCnt="0">
        <dgm:presLayoutVars>
          <dgm:hierBranch val="init"/>
        </dgm:presLayoutVars>
      </dgm:prSet>
      <dgm:spPr/>
    </dgm:pt>
    <dgm:pt modelId="{37131C8B-8B5A-45A5-BF77-ACCEECE3D803}" type="pres">
      <dgm:prSet presAssocID="{E0F095D0-0CDD-4899-95AE-C151B28DF4D1}" presName="rootComposite" presStyleCnt="0"/>
      <dgm:spPr/>
    </dgm:pt>
    <dgm:pt modelId="{5ED98B15-1271-4C1B-BD70-D93D404A68CE}" type="pres">
      <dgm:prSet presAssocID="{E0F095D0-0CDD-4899-95AE-C151B28DF4D1}" presName="rootText" presStyleLbl="node3" presStyleIdx="6" presStyleCnt="10" custLinFactNeighborX="-36264">
        <dgm:presLayoutVars>
          <dgm:chPref val="3"/>
        </dgm:presLayoutVars>
      </dgm:prSet>
      <dgm:spPr/>
    </dgm:pt>
    <dgm:pt modelId="{32F9F6CA-A9C9-4EC0-B487-8A6B1DDEE396}" type="pres">
      <dgm:prSet presAssocID="{E0F095D0-0CDD-4899-95AE-C151B28DF4D1}" presName="rootConnector" presStyleLbl="node3" presStyleIdx="6" presStyleCnt="10"/>
      <dgm:spPr/>
    </dgm:pt>
    <dgm:pt modelId="{6072350C-6373-4705-A9DC-82BB2DD64A3A}" type="pres">
      <dgm:prSet presAssocID="{E0F095D0-0CDD-4899-95AE-C151B28DF4D1}" presName="hierChild4" presStyleCnt="0"/>
      <dgm:spPr/>
    </dgm:pt>
    <dgm:pt modelId="{5D697390-7377-44AA-914E-7F34A506AC17}" type="pres">
      <dgm:prSet presAssocID="{9510750D-81D3-4DD1-BEEF-9ABF3212385B}" presName="Name64" presStyleLbl="parChTrans1D4" presStyleIdx="17" presStyleCnt="41"/>
      <dgm:spPr/>
    </dgm:pt>
    <dgm:pt modelId="{81A249B5-1F4D-4281-8CFD-E20AACD928D8}" type="pres">
      <dgm:prSet presAssocID="{B9F7BE26-7120-4362-B07A-512CE293CF66}" presName="hierRoot2" presStyleCnt="0">
        <dgm:presLayoutVars>
          <dgm:hierBranch val="init"/>
        </dgm:presLayoutVars>
      </dgm:prSet>
      <dgm:spPr/>
    </dgm:pt>
    <dgm:pt modelId="{02C783C3-9198-4864-8220-79C5B39D318A}" type="pres">
      <dgm:prSet presAssocID="{B9F7BE26-7120-4362-B07A-512CE293CF66}" presName="rootComposite" presStyleCnt="0"/>
      <dgm:spPr/>
    </dgm:pt>
    <dgm:pt modelId="{DDF5EC19-41AE-4BDE-81B3-DB61285BD74A}" type="pres">
      <dgm:prSet presAssocID="{B9F7BE26-7120-4362-B07A-512CE293CF66}" presName="rootText" presStyleLbl="node4" presStyleIdx="17" presStyleCnt="41" custLinFactNeighborX="-36264">
        <dgm:presLayoutVars>
          <dgm:chPref val="3"/>
        </dgm:presLayoutVars>
      </dgm:prSet>
      <dgm:spPr/>
    </dgm:pt>
    <dgm:pt modelId="{6F9A1A66-336B-4BA9-A352-FD8CB9DA2042}" type="pres">
      <dgm:prSet presAssocID="{B9F7BE26-7120-4362-B07A-512CE293CF66}" presName="rootConnector" presStyleLbl="node4" presStyleIdx="17" presStyleCnt="41"/>
      <dgm:spPr/>
    </dgm:pt>
    <dgm:pt modelId="{D39E991D-3564-4C29-BDB1-716D94172FD1}" type="pres">
      <dgm:prSet presAssocID="{B9F7BE26-7120-4362-B07A-512CE293CF66}" presName="hierChild4" presStyleCnt="0"/>
      <dgm:spPr/>
    </dgm:pt>
    <dgm:pt modelId="{826711E4-43F7-4415-BEE7-D30FE48D53F0}" type="pres">
      <dgm:prSet presAssocID="{B9F7BE26-7120-4362-B07A-512CE293CF66}" presName="hierChild5" presStyleCnt="0"/>
      <dgm:spPr/>
    </dgm:pt>
    <dgm:pt modelId="{F686DFC4-1641-4092-9BC6-E8FB9D38AF0D}" type="pres">
      <dgm:prSet presAssocID="{58D39D66-5F5D-488E-863E-42F8DC846F18}" presName="Name64" presStyleLbl="parChTrans1D4" presStyleIdx="18" presStyleCnt="41"/>
      <dgm:spPr/>
    </dgm:pt>
    <dgm:pt modelId="{C5318AC6-72DC-4E05-87F0-3D4F3B6BCD68}" type="pres">
      <dgm:prSet presAssocID="{62881DA1-0B6F-4136-9B25-E6FCF3BF8AD6}" presName="hierRoot2" presStyleCnt="0">
        <dgm:presLayoutVars>
          <dgm:hierBranch val="init"/>
        </dgm:presLayoutVars>
      </dgm:prSet>
      <dgm:spPr/>
    </dgm:pt>
    <dgm:pt modelId="{C0AF8CD7-1851-452C-BB6F-37A146253351}" type="pres">
      <dgm:prSet presAssocID="{62881DA1-0B6F-4136-9B25-E6FCF3BF8AD6}" presName="rootComposite" presStyleCnt="0"/>
      <dgm:spPr/>
    </dgm:pt>
    <dgm:pt modelId="{63612422-7E15-4BE2-8B4F-9279878BDF71}" type="pres">
      <dgm:prSet presAssocID="{62881DA1-0B6F-4136-9B25-E6FCF3BF8AD6}" presName="rootText" presStyleLbl="node4" presStyleIdx="18" presStyleCnt="41" custLinFactNeighborX="-36264">
        <dgm:presLayoutVars>
          <dgm:chPref val="3"/>
        </dgm:presLayoutVars>
      </dgm:prSet>
      <dgm:spPr/>
    </dgm:pt>
    <dgm:pt modelId="{7F717562-A311-4DB7-812C-096B45328B34}" type="pres">
      <dgm:prSet presAssocID="{62881DA1-0B6F-4136-9B25-E6FCF3BF8AD6}" presName="rootConnector" presStyleLbl="node4" presStyleIdx="18" presStyleCnt="41"/>
      <dgm:spPr/>
    </dgm:pt>
    <dgm:pt modelId="{5B99FEC8-C73E-4E34-ABEB-62E1DB9B4251}" type="pres">
      <dgm:prSet presAssocID="{62881DA1-0B6F-4136-9B25-E6FCF3BF8AD6}" presName="hierChild4" presStyleCnt="0"/>
      <dgm:spPr/>
    </dgm:pt>
    <dgm:pt modelId="{8ACA028D-62C9-4546-BC43-59E86544747D}" type="pres">
      <dgm:prSet presAssocID="{743011D7-778B-4476-8059-AF91320A80F3}" presName="Name64" presStyleLbl="parChTrans1D4" presStyleIdx="19" presStyleCnt="41"/>
      <dgm:spPr/>
    </dgm:pt>
    <dgm:pt modelId="{A78B865B-BE22-4284-BB40-B7B954B4FAA5}" type="pres">
      <dgm:prSet presAssocID="{0E222E41-7105-414B-AD1A-B5BD5691A59C}" presName="hierRoot2" presStyleCnt="0">
        <dgm:presLayoutVars>
          <dgm:hierBranch val="init"/>
        </dgm:presLayoutVars>
      </dgm:prSet>
      <dgm:spPr/>
    </dgm:pt>
    <dgm:pt modelId="{16151B31-050B-4EFC-9EE8-9688481BB242}" type="pres">
      <dgm:prSet presAssocID="{0E222E41-7105-414B-AD1A-B5BD5691A59C}" presName="rootComposite" presStyleCnt="0"/>
      <dgm:spPr/>
    </dgm:pt>
    <dgm:pt modelId="{7232D9FE-A60D-4159-AA76-300C305B2795}" type="pres">
      <dgm:prSet presAssocID="{0E222E41-7105-414B-AD1A-B5BD5691A59C}" presName="rootText" presStyleLbl="node4" presStyleIdx="19" presStyleCnt="41" custLinFactNeighborX="-36264">
        <dgm:presLayoutVars>
          <dgm:chPref val="3"/>
        </dgm:presLayoutVars>
      </dgm:prSet>
      <dgm:spPr/>
    </dgm:pt>
    <dgm:pt modelId="{7CBC7139-AF67-482D-8C1D-FF62350879D7}" type="pres">
      <dgm:prSet presAssocID="{0E222E41-7105-414B-AD1A-B5BD5691A59C}" presName="rootConnector" presStyleLbl="node4" presStyleIdx="19" presStyleCnt="41"/>
      <dgm:spPr/>
    </dgm:pt>
    <dgm:pt modelId="{6D16712D-74DC-4766-BE5A-DDDD55BA7080}" type="pres">
      <dgm:prSet presAssocID="{0E222E41-7105-414B-AD1A-B5BD5691A59C}" presName="hierChild4" presStyleCnt="0"/>
      <dgm:spPr/>
    </dgm:pt>
    <dgm:pt modelId="{53BE314F-9347-4999-8177-D36B316163EF}" type="pres">
      <dgm:prSet presAssocID="{0E222E41-7105-414B-AD1A-B5BD5691A59C}" presName="hierChild5" presStyleCnt="0"/>
      <dgm:spPr/>
    </dgm:pt>
    <dgm:pt modelId="{63BFDF2F-6F11-4980-A631-1D0C6BCF6E65}" type="pres">
      <dgm:prSet presAssocID="{C5D295AB-C033-40A2-BD5A-51CF31B0DAF1}" presName="Name64" presStyleLbl="parChTrans1D4" presStyleIdx="20" presStyleCnt="41"/>
      <dgm:spPr/>
    </dgm:pt>
    <dgm:pt modelId="{8C46F3B9-03ED-4C88-8B12-E656985E334C}" type="pres">
      <dgm:prSet presAssocID="{0636E8E0-99C0-4A6E-96DB-7AF7640C7E9C}" presName="hierRoot2" presStyleCnt="0">
        <dgm:presLayoutVars>
          <dgm:hierBranch val="init"/>
        </dgm:presLayoutVars>
      </dgm:prSet>
      <dgm:spPr/>
    </dgm:pt>
    <dgm:pt modelId="{69EAC39E-4187-4E5F-B947-B161B6521027}" type="pres">
      <dgm:prSet presAssocID="{0636E8E0-99C0-4A6E-96DB-7AF7640C7E9C}" presName="rootComposite" presStyleCnt="0"/>
      <dgm:spPr/>
    </dgm:pt>
    <dgm:pt modelId="{69A556CA-411A-4BA8-88C1-CAB47DCD97EC}" type="pres">
      <dgm:prSet presAssocID="{0636E8E0-99C0-4A6E-96DB-7AF7640C7E9C}" presName="rootText" presStyleLbl="node4" presStyleIdx="20" presStyleCnt="41" custLinFactNeighborX="-36264">
        <dgm:presLayoutVars>
          <dgm:chPref val="3"/>
        </dgm:presLayoutVars>
      </dgm:prSet>
      <dgm:spPr/>
    </dgm:pt>
    <dgm:pt modelId="{500808C6-E96D-4E78-BE52-A4202778FC93}" type="pres">
      <dgm:prSet presAssocID="{0636E8E0-99C0-4A6E-96DB-7AF7640C7E9C}" presName="rootConnector" presStyleLbl="node4" presStyleIdx="20" presStyleCnt="41"/>
      <dgm:spPr/>
    </dgm:pt>
    <dgm:pt modelId="{CE3E5402-47F2-4A5F-B89F-B62AC8E45468}" type="pres">
      <dgm:prSet presAssocID="{0636E8E0-99C0-4A6E-96DB-7AF7640C7E9C}" presName="hierChild4" presStyleCnt="0"/>
      <dgm:spPr/>
    </dgm:pt>
    <dgm:pt modelId="{91CE9E2B-72E0-4496-98D0-D6D98FA03A3C}" type="pres">
      <dgm:prSet presAssocID="{0636E8E0-99C0-4A6E-96DB-7AF7640C7E9C}" presName="hierChild5" presStyleCnt="0"/>
      <dgm:spPr/>
    </dgm:pt>
    <dgm:pt modelId="{7EFA1B3D-A52D-4D70-A4AF-90F4CE623DAF}" type="pres">
      <dgm:prSet presAssocID="{62881DA1-0B6F-4136-9B25-E6FCF3BF8AD6}" presName="hierChild5" presStyleCnt="0"/>
      <dgm:spPr/>
    </dgm:pt>
    <dgm:pt modelId="{418A319B-5CB8-4C1A-929A-A579AE777841}" type="pres">
      <dgm:prSet presAssocID="{7F41646D-7809-44F5-B24B-6E191227AD5F}" presName="Name64" presStyleLbl="parChTrans1D4" presStyleIdx="21" presStyleCnt="41"/>
      <dgm:spPr/>
    </dgm:pt>
    <dgm:pt modelId="{F49CA836-44E5-4C40-8AC4-2AE0EF430965}" type="pres">
      <dgm:prSet presAssocID="{C499CC0F-4E7A-4FEC-97EE-0BDE6BB4004A}" presName="hierRoot2" presStyleCnt="0">
        <dgm:presLayoutVars>
          <dgm:hierBranch val="init"/>
        </dgm:presLayoutVars>
      </dgm:prSet>
      <dgm:spPr/>
    </dgm:pt>
    <dgm:pt modelId="{FDE5C0D2-1D67-4212-86C6-397D790596CF}" type="pres">
      <dgm:prSet presAssocID="{C499CC0F-4E7A-4FEC-97EE-0BDE6BB4004A}" presName="rootComposite" presStyleCnt="0"/>
      <dgm:spPr/>
    </dgm:pt>
    <dgm:pt modelId="{FD314EC3-FAF3-42D4-B72F-81E23652E3D9}" type="pres">
      <dgm:prSet presAssocID="{C499CC0F-4E7A-4FEC-97EE-0BDE6BB4004A}" presName="rootText" presStyleLbl="node4" presStyleIdx="21" presStyleCnt="41" custLinFactNeighborX="-36264" custLinFactNeighborY="400">
        <dgm:presLayoutVars>
          <dgm:chPref val="3"/>
        </dgm:presLayoutVars>
      </dgm:prSet>
      <dgm:spPr/>
    </dgm:pt>
    <dgm:pt modelId="{3FD13D51-28CB-4ACA-8CF5-784F6B0C3075}" type="pres">
      <dgm:prSet presAssocID="{C499CC0F-4E7A-4FEC-97EE-0BDE6BB4004A}" presName="rootConnector" presStyleLbl="node4" presStyleIdx="21" presStyleCnt="41"/>
      <dgm:spPr/>
    </dgm:pt>
    <dgm:pt modelId="{16EE9FFA-E407-4775-9823-E76B3F7213DD}" type="pres">
      <dgm:prSet presAssocID="{C499CC0F-4E7A-4FEC-97EE-0BDE6BB4004A}" presName="hierChild4" presStyleCnt="0"/>
      <dgm:spPr/>
    </dgm:pt>
    <dgm:pt modelId="{37C7B046-E658-4728-A5FD-08A2F893709B}" type="pres">
      <dgm:prSet presAssocID="{15D45A7A-4E59-4C7F-ABBD-61460C5C3DB2}" presName="Name64" presStyleLbl="parChTrans1D4" presStyleIdx="22" presStyleCnt="41"/>
      <dgm:spPr/>
    </dgm:pt>
    <dgm:pt modelId="{C9D6CD28-7D23-4B05-A502-31DCA3484F7E}" type="pres">
      <dgm:prSet presAssocID="{37E0214C-29B5-4A4F-B604-EECED1F69AA7}" presName="hierRoot2" presStyleCnt="0">
        <dgm:presLayoutVars>
          <dgm:hierBranch val="init"/>
        </dgm:presLayoutVars>
      </dgm:prSet>
      <dgm:spPr/>
    </dgm:pt>
    <dgm:pt modelId="{95474C59-8B03-4E38-8552-3D9486ED0055}" type="pres">
      <dgm:prSet presAssocID="{37E0214C-29B5-4A4F-B604-EECED1F69AA7}" presName="rootComposite" presStyleCnt="0"/>
      <dgm:spPr/>
    </dgm:pt>
    <dgm:pt modelId="{5EB259C4-E4BD-45AD-8D91-75E7ABF1EFB4}" type="pres">
      <dgm:prSet presAssocID="{37E0214C-29B5-4A4F-B604-EECED1F69AA7}" presName="rootText" presStyleLbl="node4" presStyleIdx="22" presStyleCnt="41" custLinFactNeighborX="-36264">
        <dgm:presLayoutVars>
          <dgm:chPref val="3"/>
        </dgm:presLayoutVars>
      </dgm:prSet>
      <dgm:spPr/>
    </dgm:pt>
    <dgm:pt modelId="{36009CD3-F077-400A-9614-F0B171CB3F65}" type="pres">
      <dgm:prSet presAssocID="{37E0214C-29B5-4A4F-B604-EECED1F69AA7}" presName="rootConnector" presStyleLbl="node4" presStyleIdx="22" presStyleCnt="41"/>
      <dgm:spPr/>
    </dgm:pt>
    <dgm:pt modelId="{4492D2DB-B01E-403E-B9CC-B23A14B477DA}" type="pres">
      <dgm:prSet presAssocID="{37E0214C-29B5-4A4F-B604-EECED1F69AA7}" presName="hierChild4" presStyleCnt="0"/>
      <dgm:spPr/>
    </dgm:pt>
    <dgm:pt modelId="{4E352E41-5B73-4840-A2FA-FF7902B13072}" type="pres">
      <dgm:prSet presAssocID="{37E0214C-29B5-4A4F-B604-EECED1F69AA7}" presName="hierChild5" presStyleCnt="0"/>
      <dgm:spPr/>
    </dgm:pt>
    <dgm:pt modelId="{C58B2589-D93B-4FFD-B4D1-1C34B012D6DE}" type="pres">
      <dgm:prSet presAssocID="{F5F715A1-32B9-4EDD-9788-21AAB2E1BF15}" presName="Name64" presStyleLbl="parChTrans1D4" presStyleIdx="23" presStyleCnt="41"/>
      <dgm:spPr/>
    </dgm:pt>
    <dgm:pt modelId="{FB6DC599-E083-4507-8655-B8843A03BA24}" type="pres">
      <dgm:prSet presAssocID="{77F152BA-1702-42D0-9AAF-CA97B4D146AE}" presName="hierRoot2" presStyleCnt="0">
        <dgm:presLayoutVars>
          <dgm:hierBranch val="init"/>
        </dgm:presLayoutVars>
      </dgm:prSet>
      <dgm:spPr/>
    </dgm:pt>
    <dgm:pt modelId="{369F41EE-DD35-44B0-8C25-5D5A62604B19}" type="pres">
      <dgm:prSet presAssocID="{77F152BA-1702-42D0-9AAF-CA97B4D146AE}" presName="rootComposite" presStyleCnt="0"/>
      <dgm:spPr/>
    </dgm:pt>
    <dgm:pt modelId="{8AB01EF0-ED64-478D-BD9E-3C5B414E81F6}" type="pres">
      <dgm:prSet presAssocID="{77F152BA-1702-42D0-9AAF-CA97B4D146AE}" presName="rootText" presStyleLbl="node4" presStyleIdx="23" presStyleCnt="41" custLinFactNeighborX="-36264">
        <dgm:presLayoutVars>
          <dgm:chPref val="3"/>
        </dgm:presLayoutVars>
      </dgm:prSet>
      <dgm:spPr/>
    </dgm:pt>
    <dgm:pt modelId="{B4B53097-535C-48B5-B1F5-66FFB2818E17}" type="pres">
      <dgm:prSet presAssocID="{77F152BA-1702-42D0-9AAF-CA97B4D146AE}" presName="rootConnector" presStyleLbl="node4" presStyleIdx="23" presStyleCnt="41"/>
      <dgm:spPr/>
    </dgm:pt>
    <dgm:pt modelId="{95DC8839-302A-43E9-8001-F23771822265}" type="pres">
      <dgm:prSet presAssocID="{77F152BA-1702-42D0-9AAF-CA97B4D146AE}" presName="hierChild4" presStyleCnt="0"/>
      <dgm:spPr/>
    </dgm:pt>
    <dgm:pt modelId="{2D5FD002-8DAC-4D35-AC51-A41F0966194C}" type="pres">
      <dgm:prSet presAssocID="{77F152BA-1702-42D0-9AAF-CA97B4D146AE}" presName="hierChild5" presStyleCnt="0"/>
      <dgm:spPr/>
    </dgm:pt>
    <dgm:pt modelId="{19C56599-44F2-4063-BC5C-5748142D59CB}" type="pres">
      <dgm:prSet presAssocID="{2E19E6D7-316D-4B72-865E-9132A5133ED0}" presName="Name64" presStyleLbl="parChTrans1D4" presStyleIdx="24" presStyleCnt="41"/>
      <dgm:spPr/>
    </dgm:pt>
    <dgm:pt modelId="{E2339977-544D-4803-B502-2D0230BDE041}" type="pres">
      <dgm:prSet presAssocID="{E530C472-7561-4AEE-B0C2-C508C6994A85}" presName="hierRoot2" presStyleCnt="0">
        <dgm:presLayoutVars>
          <dgm:hierBranch val="init"/>
        </dgm:presLayoutVars>
      </dgm:prSet>
      <dgm:spPr/>
    </dgm:pt>
    <dgm:pt modelId="{CA2146C2-D62E-46E6-B64C-4B12C7660E90}" type="pres">
      <dgm:prSet presAssocID="{E530C472-7561-4AEE-B0C2-C508C6994A85}" presName="rootComposite" presStyleCnt="0"/>
      <dgm:spPr/>
    </dgm:pt>
    <dgm:pt modelId="{B2752A28-996B-46DB-B7DE-DC0CC42081C8}" type="pres">
      <dgm:prSet presAssocID="{E530C472-7561-4AEE-B0C2-C508C6994A85}" presName="rootText" presStyleLbl="node4" presStyleIdx="24" presStyleCnt="41" custLinFactNeighborX="-36264">
        <dgm:presLayoutVars>
          <dgm:chPref val="3"/>
        </dgm:presLayoutVars>
      </dgm:prSet>
      <dgm:spPr/>
    </dgm:pt>
    <dgm:pt modelId="{A0066D63-44FC-47D0-A615-BEA5BAB51686}" type="pres">
      <dgm:prSet presAssocID="{E530C472-7561-4AEE-B0C2-C508C6994A85}" presName="rootConnector" presStyleLbl="node4" presStyleIdx="24" presStyleCnt="41"/>
      <dgm:spPr/>
    </dgm:pt>
    <dgm:pt modelId="{8F48AF82-B7B7-4236-BA88-568321270E43}" type="pres">
      <dgm:prSet presAssocID="{E530C472-7561-4AEE-B0C2-C508C6994A85}" presName="hierChild4" presStyleCnt="0"/>
      <dgm:spPr/>
    </dgm:pt>
    <dgm:pt modelId="{26810E43-B4D2-4332-A7AA-37123D44A41D}" type="pres">
      <dgm:prSet presAssocID="{E530C472-7561-4AEE-B0C2-C508C6994A85}" presName="hierChild5" presStyleCnt="0"/>
      <dgm:spPr/>
    </dgm:pt>
    <dgm:pt modelId="{51EA36A6-1667-467C-86F8-B276FBB41886}" type="pres">
      <dgm:prSet presAssocID="{C499CC0F-4E7A-4FEC-97EE-0BDE6BB4004A}" presName="hierChild5" presStyleCnt="0"/>
      <dgm:spPr/>
    </dgm:pt>
    <dgm:pt modelId="{7C3BC206-817E-47FC-AA4A-7E68D35E9CC7}" type="pres">
      <dgm:prSet presAssocID="{A5F5E471-F067-43AE-8556-402C42D66216}" presName="Name64" presStyleLbl="parChTrans1D4" presStyleIdx="25" presStyleCnt="41"/>
      <dgm:spPr/>
    </dgm:pt>
    <dgm:pt modelId="{CE404325-D390-4D1D-A6D6-0523ECB0D0C3}" type="pres">
      <dgm:prSet presAssocID="{D7660C3C-E08D-431C-8EE1-9AA78C89B4A5}" presName="hierRoot2" presStyleCnt="0">
        <dgm:presLayoutVars>
          <dgm:hierBranch val="init"/>
        </dgm:presLayoutVars>
      </dgm:prSet>
      <dgm:spPr/>
    </dgm:pt>
    <dgm:pt modelId="{6857FE5E-590C-4932-8F31-20B61F623BF8}" type="pres">
      <dgm:prSet presAssocID="{D7660C3C-E08D-431C-8EE1-9AA78C89B4A5}" presName="rootComposite" presStyleCnt="0"/>
      <dgm:spPr/>
    </dgm:pt>
    <dgm:pt modelId="{E3458C5F-4332-4439-96AF-FD966B7B137A}" type="pres">
      <dgm:prSet presAssocID="{D7660C3C-E08D-431C-8EE1-9AA78C89B4A5}" presName="rootText" presStyleLbl="node4" presStyleIdx="25" presStyleCnt="41" custLinFactNeighborX="-36264">
        <dgm:presLayoutVars>
          <dgm:chPref val="3"/>
        </dgm:presLayoutVars>
      </dgm:prSet>
      <dgm:spPr/>
    </dgm:pt>
    <dgm:pt modelId="{E64611E0-F76B-4B48-BD4A-3D9E4DE85202}" type="pres">
      <dgm:prSet presAssocID="{D7660C3C-E08D-431C-8EE1-9AA78C89B4A5}" presName="rootConnector" presStyleLbl="node4" presStyleIdx="25" presStyleCnt="41"/>
      <dgm:spPr/>
    </dgm:pt>
    <dgm:pt modelId="{178FB168-8EC0-4C39-B0F2-CBAC9954840C}" type="pres">
      <dgm:prSet presAssocID="{D7660C3C-E08D-431C-8EE1-9AA78C89B4A5}" presName="hierChild4" presStyleCnt="0"/>
      <dgm:spPr/>
    </dgm:pt>
    <dgm:pt modelId="{93F93993-47F1-428E-9F9E-450A331F894E}" type="pres">
      <dgm:prSet presAssocID="{BCF3A011-CCE5-4332-B9BE-4DBB4EB90D3E}" presName="Name64" presStyleLbl="parChTrans1D4" presStyleIdx="26" presStyleCnt="41"/>
      <dgm:spPr/>
    </dgm:pt>
    <dgm:pt modelId="{10C12785-5206-46A6-BA56-0F5E579E9E0C}" type="pres">
      <dgm:prSet presAssocID="{061809CC-87E0-4E97-84A6-384BF07724D8}" presName="hierRoot2" presStyleCnt="0">
        <dgm:presLayoutVars>
          <dgm:hierBranch val="init"/>
        </dgm:presLayoutVars>
      </dgm:prSet>
      <dgm:spPr/>
    </dgm:pt>
    <dgm:pt modelId="{B50E8FAC-15A9-4F01-9686-6AD3A2985F93}" type="pres">
      <dgm:prSet presAssocID="{061809CC-87E0-4E97-84A6-384BF07724D8}" presName="rootComposite" presStyleCnt="0"/>
      <dgm:spPr/>
    </dgm:pt>
    <dgm:pt modelId="{07CF39E6-9B2B-4A5F-B780-120DD8E62C9B}" type="pres">
      <dgm:prSet presAssocID="{061809CC-87E0-4E97-84A6-384BF07724D8}" presName="rootText" presStyleLbl="node4" presStyleIdx="26" presStyleCnt="41" custLinFactNeighborX="-36264">
        <dgm:presLayoutVars>
          <dgm:chPref val="3"/>
        </dgm:presLayoutVars>
      </dgm:prSet>
      <dgm:spPr/>
    </dgm:pt>
    <dgm:pt modelId="{B2D69DCB-202B-46EC-819A-C954631D964B}" type="pres">
      <dgm:prSet presAssocID="{061809CC-87E0-4E97-84A6-384BF07724D8}" presName="rootConnector" presStyleLbl="node4" presStyleIdx="26" presStyleCnt="41"/>
      <dgm:spPr/>
    </dgm:pt>
    <dgm:pt modelId="{39477503-7022-4EFE-910A-4D9CD5006307}" type="pres">
      <dgm:prSet presAssocID="{061809CC-87E0-4E97-84A6-384BF07724D8}" presName="hierChild4" presStyleCnt="0"/>
      <dgm:spPr/>
    </dgm:pt>
    <dgm:pt modelId="{00A95A3F-3AAD-468F-908F-845C4ED90DA2}" type="pres">
      <dgm:prSet presAssocID="{2637AE1D-117E-454F-9D3F-416D113148BB}" presName="Name64" presStyleLbl="parChTrans1D4" presStyleIdx="27" presStyleCnt="41"/>
      <dgm:spPr/>
    </dgm:pt>
    <dgm:pt modelId="{A679DF6E-2E87-49EF-9331-294A3BA4327D}" type="pres">
      <dgm:prSet presAssocID="{F7D84224-A973-485F-ADAD-95BF5231A40B}" presName="hierRoot2" presStyleCnt="0">
        <dgm:presLayoutVars>
          <dgm:hierBranch val="init"/>
        </dgm:presLayoutVars>
      </dgm:prSet>
      <dgm:spPr/>
    </dgm:pt>
    <dgm:pt modelId="{F436D6A1-1ADA-4670-B90C-DCE011D93A3B}" type="pres">
      <dgm:prSet presAssocID="{F7D84224-A973-485F-ADAD-95BF5231A40B}" presName="rootComposite" presStyleCnt="0"/>
      <dgm:spPr/>
    </dgm:pt>
    <dgm:pt modelId="{B652EFB0-A88E-48A1-836A-A245919707FD}" type="pres">
      <dgm:prSet presAssocID="{F7D84224-A973-485F-ADAD-95BF5231A40B}" presName="rootText" presStyleLbl="node4" presStyleIdx="27" presStyleCnt="41" custLinFactNeighborX="-36264">
        <dgm:presLayoutVars>
          <dgm:chPref val="3"/>
        </dgm:presLayoutVars>
      </dgm:prSet>
      <dgm:spPr/>
    </dgm:pt>
    <dgm:pt modelId="{DC81B629-CD82-4B25-9F47-C4E4D420D1AE}" type="pres">
      <dgm:prSet presAssocID="{F7D84224-A973-485F-ADAD-95BF5231A40B}" presName="rootConnector" presStyleLbl="node4" presStyleIdx="27" presStyleCnt="41"/>
      <dgm:spPr/>
    </dgm:pt>
    <dgm:pt modelId="{6D88FD24-272B-4F88-85DA-3D20C3E257B3}" type="pres">
      <dgm:prSet presAssocID="{F7D84224-A973-485F-ADAD-95BF5231A40B}" presName="hierChild4" presStyleCnt="0"/>
      <dgm:spPr/>
    </dgm:pt>
    <dgm:pt modelId="{06F8F34C-15EC-4471-A6D4-438E4D10EB3A}" type="pres">
      <dgm:prSet presAssocID="{F7D84224-A973-485F-ADAD-95BF5231A40B}" presName="hierChild5" presStyleCnt="0"/>
      <dgm:spPr/>
    </dgm:pt>
    <dgm:pt modelId="{B8B3B9BF-9701-4947-ACE9-1AEAD028B857}" type="pres">
      <dgm:prSet presAssocID="{061809CC-87E0-4E97-84A6-384BF07724D8}" presName="hierChild5" presStyleCnt="0"/>
      <dgm:spPr/>
    </dgm:pt>
    <dgm:pt modelId="{CA185CE9-65D3-4677-966D-33B7645E2257}" type="pres">
      <dgm:prSet presAssocID="{45EF24BF-2957-4968-9E77-C679A38F2BE0}" presName="Name64" presStyleLbl="parChTrans1D4" presStyleIdx="28" presStyleCnt="41"/>
      <dgm:spPr/>
    </dgm:pt>
    <dgm:pt modelId="{EC40E019-0120-4F45-94FE-CCD6C60DCCFC}" type="pres">
      <dgm:prSet presAssocID="{CD4954CC-F1E7-474A-9C14-897F60DC4DA4}" presName="hierRoot2" presStyleCnt="0">
        <dgm:presLayoutVars>
          <dgm:hierBranch val="init"/>
        </dgm:presLayoutVars>
      </dgm:prSet>
      <dgm:spPr/>
    </dgm:pt>
    <dgm:pt modelId="{E12CBF1C-8ECA-451E-8BF7-19C54F17F51C}" type="pres">
      <dgm:prSet presAssocID="{CD4954CC-F1E7-474A-9C14-897F60DC4DA4}" presName="rootComposite" presStyleCnt="0"/>
      <dgm:spPr/>
    </dgm:pt>
    <dgm:pt modelId="{1D1D8692-63AE-448E-8E39-430F6A4B46BF}" type="pres">
      <dgm:prSet presAssocID="{CD4954CC-F1E7-474A-9C14-897F60DC4DA4}" presName="rootText" presStyleLbl="node4" presStyleIdx="28" presStyleCnt="41" custLinFactNeighborX="-36264">
        <dgm:presLayoutVars>
          <dgm:chPref val="3"/>
        </dgm:presLayoutVars>
      </dgm:prSet>
      <dgm:spPr/>
    </dgm:pt>
    <dgm:pt modelId="{18E21695-07C6-4F19-99E8-D16CE3157C9B}" type="pres">
      <dgm:prSet presAssocID="{CD4954CC-F1E7-474A-9C14-897F60DC4DA4}" presName="rootConnector" presStyleLbl="node4" presStyleIdx="28" presStyleCnt="41"/>
      <dgm:spPr/>
    </dgm:pt>
    <dgm:pt modelId="{3BDF94F5-1D25-402E-8247-6F898723BBB9}" type="pres">
      <dgm:prSet presAssocID="{CD4954CC-F1E7-474A-9C14-897F60DC4DA4}" presName="hierChild4" presStyleCnt="0"/>
      <dgm:spPr/>
    </dgm:pt>
    <dgm:pt modelId="{6EBCB12D-6D77-4447-9F58-D885806C37C1}" type="pres">
      <dgm:prSet presAssocID="{04012DFC-77A8-4A46-B858-7332CB8C84A1}" presName="Name64" presStyleLbl="parChTrans1D4" presStyleIdx="29" presStyleCnt="41"/>
      <dgm:spPr/>
    </dgm:pt>
    <dgm:pt modelId="{C4BC5194-FE1C-4020-9B78-BED164EFDC75}" type="pres">
      <dgm:prSet presAssocID="{6D92348B-BF22-4F09-BD16-E4E9FEADFB32}" presName="hierRoot2" presStyleCnt="0">
        <dgm:presLayoutVars>
          <dgm:hierBranch val="init"/>
        </dgm:presLayoutVars>
      </dgm:prSet>
      <dgm:spPr/>
    </dgm:pt>
    <dgm:pt modelId="{6F6AD7DC-1E5E-41D5-81EA-F136CC76DE3B}" type="pres">
      <dgm:prSet presAssocID="{6D92348B-BF22-4F09-BD16-E4E9FEADFB32}" presName="rootComposite" presStyleCnt="0"/>
      <dgm:spPr/>
    </dgm:pt>
    <dgm:pt modelId="{CF184D97-6870-475F-82DD-C951C974B444}" type="pres">
      <dgm:prSet presAssocID="{6D92348B-BF22-4F09-BD16-E4E9FEADFB32}" presName="rootText" presStyleLbl="node4" presStyleIdx="29" presStyleCnt="41" custLinFactNeighborX="-36264">
        <dgm:presLayoutVars>
          <dgm:chPref val="3"/>
        </dgm:presLayoutVars>
      </dgm:prSet>
      <dgm:spPr/>
    </dgm:pt>
    <dgm:pt modelId="{368DE4E4-C42A-435E-AD32-88164C04A62F}" type="pres">
      <dgm:prSet presAssocID="{6D92348B-BF22-4F09-BD16-E4E9FEADFB32}" presName="rootConnector" presStyleLbl="node4" presStyleIdx="29" presStyleCnt="41"/>
      <dgm:spPr/>
    </dgm:pt>
    <dgm:pt modelId="{2F5EE40E-768E-468A-97CB-B7D089D3E5A6}" type="pres">
      <dgm:prSet presAssocID="{6D92348B-BF22-4F09-BD16-E4E9FEADFB32}" presName="hierChild4" presStyleCnt="0"/>
      <dgm:spPr/>
    </dgm:pt>
    <dgm:pt modelId="{3527D649-6D94-44F6-949B-641733A2557F}" type="pres">
      <dgm:prSet presAssocID="{6D92348B-BF22-4F09-BD16-E4E9FEADFB32}" presName="hierChild5" presStyleCnt="0"/>
      <dgm:spPr/>
    </dgm:pt>
    <dgm:pt modelId="{A67D8E25-55D4-42F5-B7CB-B526BAD5CB0E}" type="pres">
      <dgm:prSet presAssocID="{CD4954CC-F1E7-474A-9C14-897F60DC4DA4}" presName="hierChild5" presStyleCnt="0"/>
      <dgm:spPr/>
    </dgm:pt>
    <dgm:pt modelId="{D097B0BF-81C7-4309-9852-2E865B8B14EA}" type="pres">
      <dgm:prSet presAssocID="{D7660C3C-E08D-431C-8EE1-9AA78C89B4A5}" presName="hierChild5" presStyleCnt="0"/>
      <dgm:spPr/>
    </dgm:pt>
    <dgm:pt modelId="{42B863AB-8FAF-4752-9099-E77932F0D395}" type="pres">
      <dgm:prSet presAssocID="{E0F095D0-0CDD-4899-95AE-C151B28DF4D1}" presName="hierChild5" presStyleCnt="0"/>
      <dgm:spPr/>
    </dgm:pt>
    <dgm:pt modelId="{5E890DBA-4975-4C75-941F-F0AF649459D5}" type="pres">
      <dgm:prSet presAssocID="{9388F973-CD46-4AFC-9454-5895E33035BE}" presName="Name64" presStyleLbl="parChTrans1D3" presStyleIdx="7" presStyleCnt="10"/>
      <dgm:spPr/>
    </dgm:pt>
    <dgm:pt modelId="{1457AC4E-F267-437E-877A-1B46D5336CAC}" type="pres">
      <dgm:prSet presAssocID="{A63AFC23-093E-44C6-B267-3891CF123A84}" presName="hierRoot2" presStyleCnt="0">
        <dgm:presLayoutVars>
          <dgm:hierBranch val="init"/>
        </dgm:presLayoutVars>
      </dgm:prSet>
      <dgm:spPr/>
    </dgm:pt>
    <dgm:pt modelId="{D5D8FEA8-2FA9-46E7-936A-DE00846C26BC}" type="pres">
      <dgm:prSet presAssocID="{A63AFC23-093E-44C6-B267-3891CF123A84}" presName="rootComposite" presStyleCnt="0"/>
      <dgm:spPr/>
    </dgm:pt>
    <dgm:pt modelId="{3BF77DC6-A893-4A65-9C1E-D38F5E103AA5}" type="pres">
      <dgm:prSet presAssocID="{A63AFC23-093E-44C6-B267-3891CF123A84}" presName="rootText" presStyleLbl="node3" presStyleIdx="7" presStyleCnt="10" custLinFactNeighborX="-36264">
        <dgm:presLayoutVars>
          <dgm:chPref val="3"/>
        </dgm:presLayoutVars>
      </dgm:prSet>
      <dgm:spPr/>
    </dgm:pt>
    <dgm:pt modelId="{4E262D70-023C-4E9D-82BC-E1D1DAA6E0E0}" type="pres">
      <dgm:prSet presAssocID="{A63AFC23-093E-44C6-B267-3891CF123A84}" presName="rootConnector" presStyleLbl="node3" presStyleIdx="7" presStyleCnt="10"/>
      <dgm:spPr/>
    </dgm:pt>
    <dgm:pt modelId="{9F61D904-DB97-4461-AA89-0EBCDF58B28C}" type="pres">
      <dgm:prSet presAssocID="{A63AFC23-093E-44C6-B267-3891CF123A84}" presName="hierChild4" presStyleCnt="0"/>
      <dgm:spPr/>
    </dgm:pt>
    <dgm:pt modelId="{E28180BC-C29F-4744-B670-C17F06C7EB26}" type="pres">
      <dgm:prSet presAssocID="{A63AFC23-093E-44C6-B267-3891CF123A84}" presName="hierChild5" presStyleCnt="0"/>
      <dgm:spPr/>
    </dgm:pt>
    <dgm:pt modelId="{0388B9DF-2E42-4F52-A48F-58CC2C71E622}" type="pres">
      <dgm:prSet presAssocID="{9DFAA83C-0ED7-4C5D-908E-2A02657C3D57}" presName="hierChild5" presStyleCnt="0"/>
      <dgm:spPr/>
    </dgm:pt>
    <dgm:pt modelId="{C7F7A17E-AF77-42CB-93B1-39B0770E3C79}" type="pres">
      <dgm:prSet presAssocID="{880276D0-EB74-4489-85C7-23E81AC85430}" presName="Name64" presStyleLbl="parChTrans1D2" presStyleIdx="4" presStyleCnt="5"/>
      <dgm:spPr/>
    </dgm:pt>
    <dgm:pt modelId="{64BE223F-5889-4D6D-A0F4-BB63E949CCCB}" type="pres">
      <dgm:prSet presAssocID="{CA6200AF-7336-4AB8-A4E9-530BC5027306}" presName="hierRoot2" presStyleCnt="0">
        <dgm:presLayoutVars>
          <dgm:hierBranch val="init"/>
        </dgm:presLayoutVars>
      </dgm:prSet>
      <dgm:spPr/>
    </dgm:pt>
    <dgm:pt modelId="{0650E139-1253-4EAC-B9BF-AAABDAC4C50A}" type="pres">
      <dgm:prSet presAssocID="{CA6200AF-7336-4AB8-A4E9-530BC5027306}" presName="rootComposite" presStyleCnt="0"/>
      <dgm:spPr/>
    </dgm:pt>
    <dgm:pt modelId="{F727FD69-DA36-400A-9A17-E435D30B6294}" type="pres">
      <dgm:prSet presAssocID="{CA6200AF-7336-4AB8-A4E9-530BC5027306}" presName="rootText" presStyleLbl="node2" presStyleIdx="4" presStyleCnt="5" custLinFactNeighborX="-36264" custLinFactNeighborY="-16546">
        <dgm:presLayoutVars>
          <dgm:chPref val="3"/>
        </dgm:presLayoutVars>
      </dgm:prSet>
      <dgm:spPr/>
    </dgm:pt>
    <dgm:pt modelId="{2CB5E2D1-00D5-4B61-9756-D570A792B6B1}" type="pres">
      <dgm:prSet presAssocID="{CA6200AF-7336-4AB8-A4E9-530BC5027306}" presName="rootConnector" presStyleLbl="node2" presStyleIdx="4" presStyleCnt="5"/>
      <dgm:spPr/>
    </dgm:pt>
    <dgm:pt modelId="{8C32301D-5FB8-498A-9CA5-A658480BBA39}" type="pres">
      <dgm:prSet presAssocID="{CA6200AF-7336-4AB8-A4E9-530BC5027306}" presName="hierChild4" presStyleCnt="0"/>
      <dgm:spPr/>
    </dgm:pt>
    <dgm:pt modelId="{1BDA3CD5-F552-4A8E-AA99-3DA9469CB538}" type="pres">
      <dgm:prSet presAssocID="{ACF9E546-FC16-43CF-809C-930B68C88DB1}" presName="Name64" presStyleLbl="parChTrans1D3" presStyleIdx="8" presStyleCnt="10"/>
      <dgm:spPr/>
    </dgm:pt>
    <dgm:pt modelId="{C46F1EF1-B875-4283-8030-8CE5A965CE21}" type="pres">
      <dgm:prSet presAssocID="{C9E721F3-3509-40BA-945D-417CE334E5F2}" presName="hierRoot2" presStyleCnt="0">
        <dgm:presLayoutVars>
          <dgm:hierBranch val="init"/>
        </dgm:presLayoutVars>
      </dgm:prSet>
      <dgm:spPr/>
    </dgm:pt>
    <dgm:pt modelId="{CB9C4A04-7D15-4A43-8BA5-EB32A8B11500}" type="pres">
      <dgm:prSet presAssocID="{C9E721F3-3509-40BA-945D-417CE334E5F2}" presName="rootComposite" presStyleCnt="0"/>
      <dgm:spPr/>
    </dgm:pt>
    <dgm:pt modelId="{490BDFA8-D452-4BE4-9F81-245774E0D158}" type="pres">
      <dgm:prSet presAssocID="{C9E721F3-3509-40BA-945D-417CE334E5F2}" presName="rootText" presStyleLbl="node3" presStyleIdx="8" presStyleCnt="10" custLinFactNeighborX="-36264">
        <dgm:presLayoutVars>
          <dgm:chPref val="3"/>
        </dgm:presLayoutVars>
      </dgm:prSet>
      <dgm:spPr/>
    </dgm:pt>
    <dgm:pt modelId="{D1162B1B-B769-48DB-B85B-AF3C1F73D58F}" type="pres">
      <dgm:prSet presAssocID="{C9E721F3-3509-40BA-945D-417CE334E5F2}" presName="rootConnector" presStyleLbl="node3" presStyleIdx="8" presStyleCnt="10"/>
      <dgm:spPr/>
    </dgm:pt>
    <dgm:pt modelId="{DF467D77-B7F9-4F62-89A6-51F4A7058AA6}" type="pres">
      <dgm:prSet presAssocID="{C9E721F3-3509-40BA-945D-417CE334E5F2}" presName="hierChild4" presStyleCnt="0"/>
      <dgm:spPr/>
    </dgm:pt>
    <dgm:pt modelId="{AF9CAAFC-37A2-4187-8C63-BDC2E7B8A2E9}" type="pres">
      <dgm:prSet presAssocID="{5CD82464-BD85-410D-9486-CDF630216295}" presName="Name64" presStyleLbl="parChTrans1D4" presStyleIdx="30" presStyleCnt="41"/>
      <dgm:spPr/>
    </dgm:pt>
    <dgm:pt modelId="{2042EA74-39A6-4A01-BBF1-F23AE808212A}" type="pres">
      <dgm:prSet presAssocID="{97A8E0E5-1256-46F5-BDCA-CBF242F3C57E}" presName="hierRoot2" presStyleCnt="0">
        <dgm:presLayoutVars>
          <dgm:hierBranch val="init"/>
        </dgm:presLayoutVars>
      </dgm:prSet>
      <dgm:spPr/>
    </dgm:pt>
    <dgm:pt modelId="{5147FB01-2857-4113-ABC7-32880B1752A1}" type="pres">
      <dgm:prSet presAssocID="{97A8E0E5-1256-46F5-BDCA-CBF242F3C57E}" presName="rootComposite" presStyleCnt="0"/>
      <dgm:spPr/>
    </dgm:pt>
    <dgm:pt modelId="{BEB5F23A-260D-4EA4-9C52-D29289AE19DF}" type="pres">
      <dgm:prSet presAssocID="{97A8E0E5-1256-46F5-BDCA-CBF242F3C57E}" presName="rootText" presStyleLbl="node4" presStyleIdx="30" presStyleCnt="41" custLinFactNeighborX="-36264">
        <dgm:presLayoutVars>
          <dgm:chPref val="3"/>
        </dgm:presLayoutVars>
      </dgm:prSet>
      <dgm:spPr/>
    </dgm:pt>
    <dgm:pt modelId="{B70E4C0E-1521-4091-B753-26370D64F4FD}" type="pres">
      <dgm:prSet presAssocID="{97A8E0E5-1256-46F5-BDCA-CBF242F3C57E}" presName="rootConnector" presStyleLbl="node4" presStyleIdx="30" presStyleCnt="41"/>
      <dgm:spPr/>
    </dgm:pt>
    <dgm:pt modelId="{59A16828-9F48-4DC0-B6AB-56DC66C5C14A}" type="pres">
      <dgm:prSet presAssocID="{97A8E0E5-1256-46F5-BDCA-CBF242F3C57E}" presName="hierChild4" presStyleCnt="0"/>
      <dgm:spPr/>
    </dgm:pt>
    <dgm:pt modelId="{64DA6633-6213-4B4C-9040-F2F6E0E07A92}" type="pres">
      <dgm:prSet presAssocID="{97A8E0E5-1256-46F5-BDCA-CBF242F3C57E}" presName="hierChild5" presStyleCnt="0"/>
      <dgm:spPr/>
    </dgm:pt>
    <dgm:pt modelId="{B074A3F9-9B82-47D6-B99B-37FA4AD461B1}" type="pres">
      <dgm:prSet presAssocID="{2053DD24-1A05-4174-B3A2-006AF3B872F4}" presName="Name64" presStyleLbl="parChTrans1D4" presStyleIdx="31" presStyleCnt="41"/>
      <dgm:spPr/>
    </dgm:pt>
    <dgm:pt modelId="{E5641DC2-99FE-4CFE-BBC9-8BC561313068}" type="pres">
      <dgm:prSet presAssocID="{35D396C7-832D-4310-9EFD-0CBA7534B49E}" presName="hierRoot2" presStyleCnt="0">
        <dgm:presLayoutVars>
          <dgm:hierBranch val="init"/>
        </dgm:presLayoutVars>
      </dgm:prSet>
      <dgm:spPr/>
    </dgm:pt>
    <dgm:pt modelId="{5C7EC92A-C4CB-4B99-BB1E-AAEF0913B482}" type="pres">
      <dgm:prSet presAssocID="{35D396C7-832D-4310-9EFD-0CBA7534B49E}" presName="rootComposite" presStyleCnt="0"/>
      <dgm:spPr/>
    </dgm:pt>
    <dgm:pt modelId="{15470CCD-2DC4-4446-952E-0EA1F9168293}" type="pres">
      <dgm:prSet presAssocID="{35D396C7-832D-4310-9EFD-0CBA7534B49E}" presName="rootText" presStyleLbl="node4" presStyleIdx="31" presStyleCnt="41" custLinFactNeighborX="-36264">
        <dgm:presLayoutVars>
          <dgm:chPref val="3"/>
        </dgm:presLayoutVars>
      </dgm:prSet>
      <dgm:spPr/>
    </dgm:pt>
    <dgm:pt modelId="{C1FA8641-48D3-43B7-8727-7E323B1B501C}" type="pres">
      <dgm:prSet presAssocID="{35D396C7-832D-4310-9EFD-0CBA7534B49E}" presName="rootConnector" presStyleLbl="node4" presStyleIdx="31" presStyleCnt="41"/>
      <dgm:spPr/>
    </dgm:pt>
    <dgm:pt modelId="{C6CE1518-27B6-404B-99E1-54C509EB30D2}" type="pres">
      <dgm:prSet presAssocID="{35D396C7-832D-4310-9EFD-0CBA7534B49E}" presName="hierChild4" presStyleCnt="0"/>
      <dgm:spPr/>
    </dgm:pt>
    <dgm:pt modelId="{B4F70755-F4D1-485F-892E-3C7B87066BCB}" type="pres">
      <dgm:prSet presAssocID="{455048BF-88A9-42EC-8893-BB00D9AEA4E4}" presName="Name64" presStyleLbl="parChTrans1D4" presStyleIdx="32" presStyleCnt="41"/>
      <dgm:spPr/>
    </dgm:pt>
    <dgm:pt modelId="{ABFA4637-8EA1-4BB9-A524-2A1FE95E5257}" type="pres">
      <dgm:prSet presAssocID="{BD4CBB34-BFC3-4314-AC58-360CE3F828A3}" presName="hierRoot2" presStyleCnt="0">
        <dgm:presLayoutVars>
          <dgm:hierBranch val="init"/>
        </dgm:presLayoutVars>
      </dgm:prSet>
      <dgm:spPr/>
    </dgm:pt>
    <dgm:pt modelId="{A6FDC029-0113-4C4A-9136-B1F1B01F0754}" type="pres">
      <dgm:prSet presAssocID="{BD4CBB34-BFC3-4314-AC58-360CE3F828A3}" presName="rootComposite" presStyleCnt="0"/>
      <dgm:spPr/>
    </dgm:pt>
    <dgm:pt modelId="{9921040E-A9AE-4E20-B3A7-1033725EAB32}" type="pres">
      <dgm:prSet presAssocID="{BD4CBB34-BFC3-4314-AC58-360CE3F828A3}" presName="rootText" presStyleLbl="node4" presStyleIdx="32" presStyleCnt="41" custLinFactNeighborX="-36264">
        <dgm:presLayoutVars>
          <dgm:chPref val="3"/>
        </dgm:presLayoutVars>
      </dgm:prSet>
      <dgm:spPr/>
    </dgm:pt>
    <dgm:pt modelId="{3374B034-7516-421E-BD23-9C0F9E320F00}" type="pres">
      <dgm:prSet presAssocID="{BD4CBB34-BFC3-4314-AC58-360CE3F828A3}" presName="rootConnector" presStyleLbl="node4" presStyleIdx="32" presStyleCnt="41"/>
      <dgm:spPr/>
    </dgm:pt>
    <dgm:pt modelId="{33F80BDE-DC97-4638-BCF9-8B0A5C5B0084}" type="pres">
      <dgm:prSet presAssocID="{BD4CBB34-BFC3-4314-AC58-360CE3F828A3}" presName="hierChild4" presStyleCnt="0"/>
      <dgm:spPr/>
    </dgm:pt>
    <dgm:pt modelId="{D52B820B-8882-45A0-9A47-4DF787F724FF}" type="pres">
      <dgm:prSet presAssocID="{BD4CBB34-BFC3-4314-AC58-360CE3F828A3}" presName="hierChild5" presStyleCnt="0"/>
      <dgm:spPr/>
    </dgm:pt>
    <dgm:pt modelId="{8DDA93F8-5C72-4B48-9D1D-CEE49333C83C}" type="pres">
      <dgm:prSet presAssocID="{7D9BDDE8-7610-4C76-ACCC-5EF685046CB6}" presName="Name64" presStyleLbl="parChTrans1D4" presStyleIdx="33" presStyleCnt="41"/>
      <dgm:spPr/>
    </dgm:pt>
    <dgm:pt modelId="{2644546B-EA91-4559-89A5-D9CC3F2967A0}" type="pres">
      <dgm:prSet presAssocID="{D81506E7-9321-4CD6-B783-B535E14E9673}" presName="hierRoot2" presStyleCnt="0">
        <dgm:presLayoutVars>
          <dgm:hierBranch val="init"/>
        </dgm:presLayoutVars>
      </dgm:prSet>
      <dgm:spPr/>
    </dgm:pt>
    <dgm:pt modelId="{289E3FC7-5A7E-4052-A541-0F4DFDE43E38}" type="pres">
      <dgm:prSet presAssocID="{D81506E7-9321-4CD6-B783-B535E14E9673}" presName="rootComposite" presStyleCnt="0"/>
      <dgm:spPr/>
    </dgm:pt>
    <dgm:pt modelId="{4C50E7F0-CBE9-462F-A0E5-5FFE1AE84F4E}" type="pres">
      <dgm:prSet presAssocID="{D81506E7-9321-4CD6-B783-B535E14E9673}" presName="rootText" presStyleLbl="node4" presStyleIdx="33" presStyleCnt="41" custLinFactNeighborX="-36264">
        <dgm:presLayoutVars>
          <dgm:chPref val="3"/>
        </dgm:presLayoutVars>
      </dgm:prSet>
      <dgm:spPr/>
    </dgm:pt>
    <dgm:pt modelId="{86FF5A9C-E5F2-4B8C-83BD-290D4D4AB6AC}" type="pres">
      <dgm:prSet presAssocID="{D81506E7-9321-4CD6-B783-B535E14E9673}" presName="rootConnector" presStyleLbl="node4" presStyleIdx="33" presStyleCnt="41"/>
      <dgm:spPr/>
    </dgm:pt>
    <dgm:pt modelId="{4816209B-7B93-4538-AC6F-995B7E78A1F7}" type="pres">
      <dgm:prSet presAssocID="{D81506E7-9321-4CD6-B783-B535E14E9673}" presName="hierChild4" presStyleCnt="0"/>
      <dgm:spPr/>
    </dgm:pt>
    <dgm:pt modelId="{D1E7CE6F-9E8B-40AB-83D4-2BDDA3AAD06B}" type="pres">
      <dgm:prSet presAssocID="{D81506E7-9321-4CD6-B783-B535E14E9673}" presName="hierChild5" presStyleCnt="0"/>
      <dgm:spPr/>
    </dgm:pt>
    <dgm:pt modelId="{57E71043-9BEF-45AB-827F-B88C2C0B8C64}" type="pres">
      <dgm:prSet presAssocID="{35D396C7-832D-4310-9EFD-0CBA7534B49E}" presName="hierChild5" presStyleCnt="0"/>
      <dgm:spPr/>
    </dgm:pt>
    <dgm:pt modelId="{4B5CDAF5-A7FE-436E-9DA3-25A539D89D1F}" type="pres">
      <dgm:prSet presAssocID="{320AF489-F490-4FB9-A435-9E69697CB6A1}" presName="Name64" presStyleLbl="parChTrans1D4" presStyleIdx="34" presStyleCnt="41"/>
      <dgm:spPr/>
    </dgm:pt>
    <dgm:pt modelId="{B5E7DA6C-2B95-499E-967F-1829236E4839}" type="pres">
      <dgm:prSet presAssocID="{73528B28-3862-4C56-BB94-20BFCA4D977C}" presName="hierRoot2" presStyleCnt="0">
        <dgm:presLayoutVars>
          <dgm:hierBranch val="init"/>
        </dgm:presLayoutVars>
      </dgm:prSet>
      <dgm:spPr/>
    </dgm:pt>
    <dgm:pt modelId="{28F73B73-C4A9-4875-95EE-9F6ED06FA340}" type="pres">
      <dgm:prSet presAssocID="{73528B28-3862-4C56-BB94-20BFCA4D977C}" presName="rootComposite" presStyleCnt="0"/>
      <dgm:spPr/>
    </dgm:pt>
    <dgm:pt modelId="{E142E4F7-A4D2-449F-AA7F-C04C088A3C1F}" type="pres">
      <dgm:prSet presAssocID="{73528B28-3862-4C56-BB94-20BFCA4D977C}" presName="rootText" presStyleLbl="node4" presStyleIdx="34" presStyleCnt="41" custLinFactNeighborX="-36264" custLinFactNeighborY="5624">
        <dgm:presLayoutVars>
          <dgm:chPref val="3"/>
        </dgm:presLayoutVars>
      </dgm:prSet>
      <dgm:spPr/>
    </dgm:pt>
    <dgm:pt modelId="{74B77C7E-36E3-406E-BAC0-4831F4BABB3C}" type="pres">
      <dgm:prSet presAssocID="{73528B28-3862-4C56-BB94-20BFCA4D977C}" presName="rootConnector" presStyleLbl="node4" presStyleIdx="34" presStyleCnt="41"/>
      <dgm:spPr/>
    </dgm:pt>
    <dgm:pt modelId="{13C0BE53-A6FB-4FC3-BE13-CB6347CDFEC7}" type="pres">
      <dgm:prSet presAssocID="{73528B28-3862-4C56-BB94-20BFCA4D977C}" presName="hierChild4" presStyleCnt="0"/>
      <dgm:spPr/>
    </dgm:pt>
    <dgm:pt modelId="{5576216A-3077-45AB-A127-F30F0DED6DB4}" type="pres">
      <dgm:prSet presAssocID="{7EAE4E30-3B2B-4BF1-AF19-64FF953D8F19}" presName="Name64" presStyleLbl="parChTrans1D4" presStyleIdx="35" presStyleCnt="41"/>
      <dgm:spPr/>
    </dgm:pt>
    <dgm:pt modelId="{9BF33097-DE0B-4D20-B6F4-517CD37DF75A}" type="pres">
      <dgm:prSet presAssocID="{EA7A0999-7E11-469C-B351-825D5B14346C}" presName="hierRoot2" presStyleCnt="0">
        <dgm:presLayoutVars>
          <dgm:hierBranch val="init"/>
        </dgm:presLayoutVars>
      </dgm:prSet>
      <dgm:spPr/>
    </dgm:pt>
    <dgm:pt modelId="{49016943-0448-42D5-84EF-3E63E14D991C}" type="pres">
      <dgm:prSet presAssocID="{EA7A0999-7E11-469C-B351-825D5B14346C}" presName="rootComposite" presStyleCnt="0"/>
      <dgm:spPr/>
    </dgm:pt>
    <dgm:pt modelId="{077C8107-272A-4607-AB45-2B402815F473}" type="pres">
      <dgm:prSet presAssocID="{EA7A0999-7E11-469C-B351-825D5B14346C}" presName="rootText" presStyleLbl="node4" presStyleIdx="35" presStyleCnt="41" custLinFactNeighborX="-36264" custLinFactNeighborY="-13399">
        <dgm:presLayoutVars>
          <dgm:chPref val="3"/>
        </dgm:presLayoutVars>
      </dgm:prSet>
      <dgm:spPr/>
    </dgm:pt>
    <dgm:pt modelId="{344161FC-D582-44F8-A0C8-A2B85FDD4A39}" type="pres">
      <dgm:prSet presAssocID="{EA7A0999-7E11-469C-B351-825D5B14346C}" presName="rootConnector" presStyleLbl="node4" presStyleIdx="35" presStyleCnt="41"/>
      <dgm:spPr/>
    </dgm:pt>
    <dgm:pt modelId="{BA9C9CE7-3ABD-4FF3-AF12-1BC70E8C15BD}" type="pres">
      <dgm:prSet presAssocID="{EA7A0999-7E11-469C-B351-825D5B14346C}" presName="hierChild4" presStyleCnt="0"/>
      <dgm:spPr/>
    </dgm:pt>
    <dgm:pt modelId="{778DAB78-F42A-4C33-B206-904EFB14DFD2}" type="pres">
      <dgm:prSet presAssocID="{FC591F30-D81A-4461-B913-3123C1B3970E}" presName="Name64" presStyleLbl="parChTrans1D4" presStyleIdx="36" presStyleCnt="41"/>
      <dgm:spPr/>
    </dgm:pt>
    <dgm:pt modelId="{922766CF-61AE-4415-9246-1882CE811E53}" type="pres">
      <dgm:prSet presAssocID="{F288657A-3E95-4264-946F-655DEA89BC1B}" presName="hierRoot2" presStyleCnt="0">
        <dgm:presLayoutVars>
          <dgm:hierBranch val="init"/>
        </dgm:presLayoutVars>
      </dgm:prSet>
      <dgm:spPr/>
    </dgm:pt>
    <dgm:pt modelId="{B98F9E7D-CA97-4001-A850-D1A077E42B51}" type="pres">
      <dgm:prSet presAssocID="{F288657A-3E95-4264-946F-655DEA89BC1B}" presName="rootComposite" presStyleCnt="0"/>
      <dgm:spPr/>
    </dgm:pt>
    <dgm:pt modelId="{5E1565E1-8DBB-4A62-B412-DA531FDF40C5}" type="pres">
      <dgm:prSet presAssocID="{F288657A-3E95-4264-946F-655DEA89BC1B}" presName="rootText" presStyleLbl="node4" presStyleIdx="36" presStyleCnt="41" custLinFactNeighborX="-36499" custLinFactNeighborY="-14031">
        <dgm:presLayoutVars>
          <dgm:chPref val="3"/>
        </dgm:presLayoutVars>
      </dgm:prSet>
      <dgm:spPr/>
    </dgm:pt>
    <dgm:pt modelId="{81F10789-09DC-4F70-9ED3-E842524E292C}" type="pres">
      <dgm:prSet presAssocID="{F288657A-3E95-4264-946F-655DEA89BC1B}" presName="rootConnector" presStyleLbl="node4" presStyleIdx="36" presStyleCnt="41"/>
      <dgm:spPr/>
    </dgm:pt>
    <dgm:pt modelId="{2856BBF8-3BC6-4E3B-9F06-2E57931860AE}" type="pres">
      <dgm:prSet presAssocID="{F288657A-3E95-4264-946F-655DEA89BC1B}" presName="hierChild4" presStyleCnt="0"/>
      <dgm:spPr/>
    </dgm:pt>
    <dgm:pt modelId="{24D1E261-A194-4B21-97D5-1380564E2375}" type="pres">
      <dgm:prSet presAssocID="{F288657A-3E95-4264-946F-655DEA89BC1B}" presName="hierChild5" presStyleCnt="0"/>
      <dgm:spPr/>
    </dgm:pt>
    <dgm:pt modelId="{80C3294D-F6FC-4CB3-8F11-13B46B46A248}" type="pres">
      <dgm:prSet presAssocID="{EA7A0999-7E11-469C-B351-825D5B14346C}" presName="hierChild5" presStyleCnt="0"/>
      <dgm:spPr/>
    </dgm:pt>
    <dgm:pt modelId="{AC36F323-9781-49C2-AC9D-9FE0D0914471}" type="pres">
      <dgm:prSet presAssocID="{0A82A9F9-F8DB-48E6-BE95-9938B72AE66A}" presName="Name64" presStyleLbl="parChTrans1D4" presStyleIdx="37" presStyleCnt="41"/>
      <dgm:spPr/>
    </dgm:pt>
    <dgm:pt modelId="{A623A603-E9EF-4FBE-94F3-60ED4154EEA3}" type="pres">
      <dgm:prSet presAssocID="{DCD0A810-0B3E-43AF-9F79-6C4A668A5E35}" presName="hierRoot2" presStyleCnt="0">
        <dgm:presLayoutVars>
          <dgm:hierBranch val="init"/>
        </dgm:presLayoutVars>
      </dgm:prSet>
      <dgm:spPr/>
    </dgm:pt>
    <dgm:pt modelId="{5664A0A2-98B2-43E8-A104-0FB47E11194F}" type="pres">
      <dgm:prSet presAssocID="{DCD0A810-0B3E-43AF-9F79-6C4A668A5E35}" presName="rootComposite" presStyleCnt="0"/>
      <dgm:spPr/>
    </dgm:pt>
    <dgm:pt modelId="{5DE52887-637E-4373-B534-4602DEAB0BD9}" type="pres">
      <dgm:prSet presAssocID="{DCD0A810-0B3E-43AF-9F79-6C4A668A5E35}" presName="rootText" presStyleLbl="node4" presStyleIdx="37" presStyleCnt="41" custLinFactNeighborX="-36499" custLinFactNeighborY="6719">
        <dgm:presLayoutVars>
          <dgm:chPref val="3"/>
        </dgm:presLayoutVars>
      </dgm:prSet>
      <dgm:spPr/>
    </dgm:pt>
    <dgm:pt modelId="{D25F030A-0E76-4787-8E45-0D8630311C8E}" type="pres">
      <dgm:prSet presAssocID="{DCD0A810-0B3E-43AF-9F79-6C4A668A5E35}" presName="rootConnector" presStyleLbl="node4" presStyleIdx="37" presStyleCnt="41"/>
      <dgm:spPr/>
    </dgm:pt>
    <dgm:pt modelId="{00408B1E-AE36-4605-B19F-C6F5494CD256}" type="pres">
      <dgm:prSet presAssocID="{DCD0A810-0B3E-43AF-9F79-6C4A668A5E35}" presName="hierChild4" presStyleCnt="0"/>
      <dgm:spPr/>
    </dgm:pt>
    <dgm:pt modelId="{83BD61C6-04D5-45F9-B857-526E2040AED7}" type="pres">
      <dgm:prSet presAssocID="{091DE579-AA3E-4BAF-93C8-F3A0F7081FA3}" presName="Name64" presStyleLbl="parChTrans1D4" presStyleIdx="38" presStyleCnt="41"/>
      <dgm:spPr/>
    </dgm:pt>
    <dgm:pt modelId="{CA826B94-811A-42B7-B4C7-8871688360B0}" type="pres">
      <dgm:prSet presAssocID="{E0980975-400D-419C-9155-50E81827743F}" presName="hierRoot2" presStyleCnt="0">
        <dgm:presLayoutVars>
          <dgm:hierBranch val="init"/>
        </dgm:presLayoutVars>
      </dgm:prSet>
      <dgm:spPr/>
    </dgm:pt>
    <dgm:pt modelId="{26978176-E073-4907-B543-12530EB92D9C}" type="pres">
      <dgm:prSet presAssocID="{E0980975-400D-419C-9155-50E81827743F}" presName="rootComposite" presStyleCnt="0"/>
      <dgm:spPr/>
    </dgm:pt>
    <dgm:pt modelId="{E3B5D82B-AC9E-4D78-9879-707CC20D19D9}" type="pres">
      <dgm:prSet presAssocID="{E0980975-400D-419C-9155-50E81827743F}" presName="rootText" presStyleLbl="node4" presStyleIdx="38" presStyleCnt="41" custLinFactNeighborX="-33360" custLinFactNeighborY="7458">
        <dgm:presLayoutVars>
          <dgm:chPref val="3"/>
        </dgm:presLayoutVars>
      </dgm:prSet>
      <dgm:spPr/>
    </dgm:pt>
    <dgm:pt modelId="{506B6D35-0A73-4492-B07D-5FEFBBD02FC5}" type="pres">
      <dgm:prSet presAssocID="{E0980975-400D-419C-9155-50E81827743F}" presName="rootConnector" presStyleLbl="node4" presStyleIdx="38" presStyleCnt="41"/>
      <dgm:spPr/>
    </dgm:pt>
    <dgm:pt modelId="{D4EE9BE4-5874-46B3-ABCA-A012AEE03C79}" type="pres">
      <dgm:prSet presAssocID="{E0980975-400D-419C-9155-50E81827743F}" presName="hierChild4" presStyleCnt="0"/>
      <dgm:spPr/>
    </dgm:pt>
    <dgm:pt modelId="{0D260BCD-BD40-43BA-A1F9-9A36168EB6E5}" type="pres">
      <dgm:prSet presAssocID="{E0980975-400D-419C-9155-50E81827743F}" presName="hierChild5" presStyleCnt="0"/>
      <dgm:spPr/>
    </dgm:pt>
    <dgm:pt modelId="{6AA4E941-6D11-48A8-952C-B1916E03411D}" type="pres">
      <dgm:prSet presAssocID="{DCD0A810-0B3E-43AF-9F79-6C4A668A5E35}" presName="hierChild5" presStyleCnt="0"/>
      <dgm:spPr/>
    </dgm:pt>
    <dgm:pt modelId="{1080A977-02D6-46CB-9E9A-F0CCB3AFC0E0}" type="pres">
      <dgm:prSet presAssocID="{FEF77FE8-4A4E-4157-95A8-111A1FA87F78}" presName="Name64" presStyleLbl="parChTrans1D4" presStyleIdx="39" presStyleCnt="41"/>
      <dgm:spPr/>
    </dgm:pt>
    <dgm:pt modelId="{989A74D4-DB01-46C5-98BD-3FFF2B78B07B}" type="pres">
      <dgm:prSet presAssocID="{7A7E87E6-0B7C-4CCF-A557-E773A9C92185}" presName="hierRoot2" presStyleCnt="0">
        <dgm:presLayoutVars>
          <dgm:hierBranch val="init"/>
        </dgm:presLayoutVars>
      </dgm:prSet>
      <dgm:spPr/>
    </dgm:pt>
    <dgm:pt modelId="{D713CF26-76D4-403A-9B41-670840A97552}" type="pres">
      <dgm:prSet presAssocID="{7A7E87E6-0B7C-4CCF-A557-E773A9C92185}" presName="rootComposite" presStyleCnt="0"/>
      <dgm:spPr/>
    </dgm:pt>
    <dgm:pt modelId="{BFC464B6-E6B9-483D-BEE4-D79A9462E3E9}" type="pres">
      <dgm:prSet presAssocID="{7A7E87E6-0B7C-4CCF-A557-E773A9C92185}" presName="rootText" presStyleLbl="node4" presStyleIdx="39" presStyleCnt="41" custLinFactNeighborX="-36499" custLinFactNeighborY="-1777">
        <dgm:presLayoutVars>
          <dgm:chPref val="3"/>
        </dgm:presLayoutVars>
      </dgm:prSet>
      <dgm:spPr/>
    </dgm:pt>
    <dgm:pt modelId="{F9BBD577-B359-4A17-AE01-E426CC635ACF}" type="pres">
      <dgm:prSet presAssocID="{7A7E87E6-0B7C-4CCF-A557-E773A9C92185}" presName="rootConnector" presStyleLbl="node4" presStyleIdx="39" presStyleCnt="41"/>
      <dgm:spPr/>
    </dgm:pt>
    <dgm:pt modelId="{BE23A337-EBBC-4628-82C3-7F40908C3FFA}" type="pres">
      <dgm:prSet presAssocID="{7A7E87E6-0B7C-4CCF-A557-E773A9C92185}" presName="hierChild4" presStyleCnt="0"/>
      <dgm:spPr/>
    </dgm:pt>
    <dgm:pt modelId="{7F1B5AF2-5075-410B-9D3C-F200774C2ADD}" type="pres">
      <dgm:prSet presAssocID="{2E2633E2-E124-4687-AA9E-0EA186E27085}" presName="Name64" presStyleLbl="parChTrans1D4" presStyleIdx="40" presStyleCnt="41"/>
      <dgm:spPr/>
    </dgm:pt>
    <dgm:pt modelId="{F04300AB-B196-4F69-9BE4-7FCDA0C3FA15}" type="pres">
      <dgm:prSet presAssocID="{CC1EFDC7-86F3-4887-88EA-223D23596123}" presName="hierRoot2" presStyleCnt="0">
        <dgm:presLayoutVars>
          <dgm:hierBranch val="init"/>
        </dgm:presLayoutVars>
      </dgm:prSet>
      <dgm:spPr/>
    </dgm:pt>
    <dgm:pt modelId="{27C8C213-D192-4218-911F-A30C99DACF04}" type="pres">
      <dgm:prSet presAssocID="{CC1EFDC7-86F3-4887-88EA-223D23596123}" presName="rootComposite" presStyleCnt="0"/>
      <dgm:spPr/>
    </dgm:pt>
    <dgm:pt modelId="{DE3D38DB-1546-46F2-860A-4E7282F74001}" type="pres">
      <dgm:prSet presAssocID="{CC1EFDC7-86F3-4887-88EA-223D23596123}" presName="rootText" presStyleLbl="node4" presStyleIdx="40" presStyleCnt="41" custLinFactNeighborX="-33361" custLinFactNeighborY="-2744">
        <dgm:presLayoutVars>
          <dgm:chPref val="3"/>
        </dgm:presLayoutVars>
      </dgm:prSet>
      <dgm:spPr/>
    </dgm:pt>
    <dgm:pt modelId="{C3DC5A35-5833-4BBB-A712-9B1B947A0D56}" type="pres">
      <dgm:prSet presAssocID="{CC1EFDC7-86F3-4887-88EA-223D23596123}" presName="rootConnector" presStyleLbl="node4" presStyleIdx="40" presStyleCnt="41"/>
      <dgm:spPr/>
    </dgm:pt>
    <dgm:pt modelId="{98C464F9-F67D-42C7-8A92-6FCFB636257B}" type="pres">
      <dgm:prSet presAssocID="{CC1EFDC7-86F3-4887-88EA-223D23596123}" presName="hierChild4" presStyleCnt="0"/>
      <dgm:spPr/>
    </dgm:pt>
    <dgm:pt modelId="{EC39BBC7-6EC8-455B-9E20-16E36734FC48}" type="pres">
      <dgm:prSet presAssocID="{CC1EFDC7-86F3-4887-88EA-223D23596123}" presName="hierChild5" presStyleCnt="0"/>
      <dgm:spPr/>
    </dgm:pt>
    <dgm:pt modelId="{410CBEBF-6D94-4BBD-93FC-7930770C5D5C}" type="pres">
      <dgm:prSet presAssocID="{7A7E87E6-0B7C-4CCF-A557-E773A9C92185}" presName="hierChild5" presStyleCnt="0"/>
      <dgm:spPr/>
    </dgm:pt>
    <dgm:pt modelId="{AC1F50A9-4FB7-4695-9A1B-7F88EE7E2895}" type="pres">
      <dgm:prSet presAssocID="{73528B28-3862-4C56-BB94-20BFCA4D977C}" presName="hierChild5" presStyleCnt="0"/>
      <dgm:spPr/>
    </dgm:pt>
    <dgm:pt modelId="{A5C0843B-BF8C-4CD8-BFB8-B34ABB30BC41}" type="pres">
      <dgm:prSet presAssocID="{C9E721F3-3509-40BA-945D-417CE334E5F2}" presName="hierChild5" presStyleCnt="0"/>
      <dgm:spPr/>
    </dgm:pt>
    <dgm:pt modelId="{E72137B5-59A0-4482-82E0-2CA84074B9ED}" type="pres">
      <dgm:prSet presAssocID="{7607DCFD-2AEA-4454-AD75-99E4327A6DA2}" presName="Name64" presStyleLbl="parChTrans1D3" presStyleIdx="9" presStyleCnt="10"/>
      <dgm:spPr/>
    </dgm:pt>
    <dgm:pt modelId="{B39B5A8D-FDDB-4B5F-9592-FCF82ABC3E36}" type="pres">
      <dgm:prSet presAssocID="{6C8E784B-F666-494C-B943-E6FE294FAEB1}" presName="hierRoot2" presStyleCnt="0">
        <dgm:presLayoutVars>
          <dgm:hierBranch val="init"/>
        </dgm:presLayoutVars>
      </dgm:prSet>
      <dgm:spPr/>
    </dgm:pt>
    <dgm:pt modelId="{868FD3F8-36C2-40B9-A0C9-19560145CFAD}" type="pres">
      <dgm:prSet presAssocID="{6C8E784B-F666-494C-B943-E6FE294FAEB1}" presName="rootComposite" presStyleCnt="0"/>
      <dgm:spPr/>
    </dgm:pt>
    <dgm:pt modelId="{E4AFD26B-C7BB-41CA-A59C-D4C3576380A8}" type="pres">
      <dgm:prSet presAssocID="{6C8E784B-F666-494C-B943-E6FE294FAEB1}" presName="rootText" presStyleLbl="node3" presStyleIdx="9" presStyleCnt="10" custLinFactNeighborX="-36264" custLinFactNeighborY="76486">
        <dgm:presLayoutVars>
          <dgm:chPref val="3"/>
        </dgm:presLayoutVars>
      </dgm:prSet>
      <dgm:spPr/>
    </dgm:pt>
    <dgm:pt modelId="{8700B5FB-1AEC-447F-A85A-B23DFECB41F1}" type="pres">
      <dgm:prSet presAssocID="{6C8E784B-F666-494C-B943-E6FE294FAEB1}" presName="rootConnector" presStyleLbl="node3" presStyleIdx="9" presStyleCnt="10"/>
      <dgm:spPr/>
    </dgm:pt>
    <dgm:pt modelId="{035F8A94-9F71-4AA7-84F8-CC97894A38B2}" type="pres">
      <dgm:prSet presAssocID="{6C8E784B-F666-494C-B943-E6FE294FAEB1}" presName="hierChild4" presStyleCnt="0"/>
      <dgm:spPr/>
    </dgm:pt>
    <dgm:pt modelId="{D4F07FEA-5316-4290-9236-A3D544D64BD8}" type="pres">
      <dgm:prSet presAssocID="{6C8E784B-F666-494C-B943-E6FE294FAEB1}" presName="hierChild5" presStyleCnt="0"/>
      <dgm:spPr/>
    </dgm:pt>
    <dgm:pt modelId="{A267EB81-E463-4D76-BE76-C7894AF884CA}" type="pres">
      <dgm:prSet presAssocID="{CA6200AF-7336-4AB8-A4E9-530BC5027306}" presName="hierChild5" presStyleCnt="0"/>
      <dgm:spPr/>
    </dgm:pt>
    <dgm:pt modelId="{AF38169B-BDF1-4FB4-B1A3-205F3C8764D4}" type="pres">
      <dgm:prSet presAssocID="{5AFEC8AD-8C3F-4724-85E3-77D8EA592781}" presName="hierChild3" presStyleCnt="0"/>
      <dgm:spPr/>
    </dgm:pt>
  </dgm:ptLst>
  <dgm:cxnLst>
    <dgm:cxn modelId="{7318B000-D6DD-4941-8B30-DA196A1F94DC}" type="presOf" srcId="{6A27566D-5E2B-4C81-8C09-639ED0AF984B}" destId="{7E303F30-9711-4703-9E93-53900C059588}" srcOrd="0" destOrd="0" presId="urn:microsoft.com/office/officeart/2009/3/layout/HorizontalOrganizationChart"/>
    <dgm:cxn modelId="{709F2602-5A0E-4826-A382-F0F257514E52}" type="presOf" srcId="{C499CC0F-4E7A-4FEC-97EE-0BDE6BB4004A}" destId="{FD314EC3-FAF3-42D4-B72F-81E23652E3D9}" srcOrd="0" destOrd="0" presId="urn:microsoft.com/office/officeart/2009/3/layout/HorizontalOrganizationChart"/>
    <dgm:cxn modelId="{7AEFBF04-50D2-4083-9E87-4256FBBAB9DD}" type="presOf" srcId="{A901081C-4D82-49A2-9AF0-FDB6D79D7219}" destId="{554A0E78-C210-4338-8B5C-48DD3D201C5A}" srcOrd="0" destOrd="0" presId="urn:microsoft.com/office/officeart/2009/3/layout/HorizontalOrganizationChart"/>
    <dgm:cxn modelId="{9F170605-AA5B-49E0-B178-DB83F62DE718}" type="presOf" srcId="{CD4954CC-F1E7-474A-9C14-897F60DC4DA4}" destId="{18E21695-07C6-4F19-99E8-D16CE3157C9B}" srcOrd="1" destOrd="0" presId="urn:microsoft.com/office/officeart/2009/3/layout/HorizontalOrganizationChart"/>
    <dgm:cxn modelId="{D16D2606-42DF-4AB5-BE4C-AA21FD58E0E6}" type="presOf" srcId="{9DFAA83C-0ED7-4C5D-908E-2A02657C3D57}" destId="{110F79BE-B8CE-48C2-943A-1C7F5605B400}" srcOrd="0" destOrd="0" presId="urn:microsoft.com/office/officeart/2009/3/layout/HorizontalOrganizationChart"/>
    <dgm:cxn modelId="{1D0E9008-7BC9-40EF-B622-E89CC1CE9482}" type="presOf" srcId="{4ECE59B8-536D-4DBD-9298-39EEE1A4E2F2}" destId="{171F98E8-7A93-4667-99EC-A67EE133F035}" srcOrd="0" destOrd="0" presId="urn:microsoft.com/office/officeart/2009/3/layout/HorizontalOrganizationChart"/>
    <dgm:cxn modelId="{3A315C0A-B5DE-4E07-8FB5-1CD50648992C}" srcId="{9A4F48F6-BCF9-4165-AF3C-7C7BA667FA27}" destId="{24C79789-50A6-4247-997A-B75D020D2C6D}" srcOrd="6" destOrd="0" parTransId="{4F864848-EEBF-4930-A161-A4A71CAED760}" sibTransId="{710B0101-9A84-4BC6-8C5A-657A5D29E445}"/>
    <dgm:cxn modelId="{BE6AC50C-0749-4ED0-BDB1-3DCC24820961}" type="presOf" srcId="{7D64C45E-B538-4C0F-A6F0-5A4AF0A1F48E}" destId="{CE327CA8-163F-4708-9400-03AD1F0721B6}" srcOrd="0" destOrd="0" presId="urn:microsoft.com/office/officeart/2009/3/layout/HorizontalOrganizationChart"/>
    <dgm:cxn modelId="{61AD9F0D-CD0D-46CC-A422-A3226A875217}" type="presOf" srcId="{7BFC5FFE-8955-4513-8485-C479782305F9}" destId="{13AAB80B-89C4-451F-A39D-CC96E0BE201C}" srcOrd="1" destOrd="0" presId="urn:microsoft.com/office/officeart/2009/3/layout/HorizontalOrganizationChart"/>
    <dgm:cxn modelId="{751A140E-BD01-4228-9DD6-3DA5AD793CD2}" srcId="{E0F095D0-0CDD-4899-95AE-C151B28DF4D1}" destId="{C499CC0F-4E7A-4FEC-97EE-0BDE6BB4004A}" srcOrd="2" destOrd="0" parTransId="{7F41646D-7809-44F5-B24B-6E191227AD5F}" sibTransId="{EA7DEC92-39F8-4663-8710-1BE6F53B5DCC}"/>
    <dgm:cxn modelId="{28C83A0F-980F-43B8-90BE-B1D58603A734}" type="presOf" srcId="{0A82A9F9-F8DB-48E6-BE95-9938B72AE66A}" destId="{AC36F323-9781-49C2-AC9D-9FE0D0914471}" srcOrd="0" destOrd="0" presId="urn:microsoft.com/office/officeart/2009/3/layout/HorizontalOrganizationChart"/>
    <dgm:cxn modelId="{CFEF900F-7033-495F-BE7A-290BC76707ED}" type="presOf" srcId="{7F41646D-7809-44F5-B24B-6E191227AD5F}" destId="{418A319B-5CB8-4C1A-929A-A579AE777841}" srcOrd="0" destOrd="0" presId="urn:microsoft.com/office/officeart/2009/3/layout/HorizontalOrganizationChart"/>
    <dgm:cxn modelId="{11F92A10-7F15-49A7-9726-A25F24DD1990}" type="presOf" srcId="{24C79789-50A6-4247-997A-B75D020D2C6D}" destId="{49F9D926-559F-4648-BFF5-79BEBC70A452}" srcOrd="1" destOrd="0" presId="urn:microsoft.com/office/officeart/2009/3/layout/HorizontalOrganizationChart"/>
    <dgm:cxn modelId="{D44F6B10-2FC9-4D66-B7BD-E0C884417AA2}" type="presOf" srcId="{471AAB30-6948-4AC5-A872-0315651955DF}" destId="{5613D8DC-8394-4EB2-BEC0-4978BB2F3DA3}" srcOrd="0" destOrd="0" presId="urn:microsoft.com/office/officeart/2009/3/layout/HorizontalOrganizationChart"/>
    <dgm:cxn modelId="{85F81512-5992-4B59-9B14-8690D421282C}" type="presOf" srcId="{B9CE2267-5814-421B-8674-D202299E0DA9}" destId="{33C6A336-A8D1-4674-9B6A-18C545834C69}" srcOrd="1" destOrd="0" presId="urn:microsoft.com/office/officeart/2009/3/layout/HorizontalOrganizationChart"/>
    <dgm:cxn modelId="{30155B13-A368-4527-9624-DD11B4B34905}" type="presOf" srcId="{2A323462-12B1-44A5-95A4-30F7D5E83E80}" destId="{582577D3-050E-4B41-BF32-01AA487AE0ED}" srcOrd="0" destOrd="0" presId="urn:microsoft.com/office/officeart/2009/3/layout/HorizontalOrganizationChart"/>
    <dgm:cxn modelId="{69B24317-DA09-4D18-96CB-7AE6CF64CBEE}" type="presOf" srcId="{454A2903-42E9-4AD4-B32C-56480B741CA4}" destId="{2086A9C7-9135-4192-911C-9FD307A3662E}" srcOrd="0" destOrd="0" presId="urn:microsoft.com/office/officeart/2009/3/layout/HorizontalOrganizationChart"/>
    <dgm:cxn modelId="{732BF519-8AF9-46E9-A605-D8B3016E8487}" srcId="{9A4F48F6-BCF9-4165-AF3C-7C7BA667FA27}" destId="{B9CE2267-5814-421B-8674-D202299E0DA9}" srcOrd="1" destOrd="0" parTransId="{8E55D407-483C-4F95-9E0F-F2F663299F50}" sibTransId="{6BDF92C9-5D8A-4F54-A8D5-BCAC6B9A57C3}"/>
    <dgm:cxn modelId="{EF56271A-020B-42ED-99D4-81C716466721}" srcId="{C499CC0F-4E7A-4FEC-97EE-0BDE6BB4004A}" destId="{37E0214C-29B5-4A4F-B604-EECED1F69AA7}" srcOrd="0" destOrd="0" parTransId="{15D45A7A-4E59-4C7F-ABBD-61460C5C3DB2}" sibTransId="{F3B4160A-FDCB-49D8-B023-A2DC21EEF34D}"/>
    <dgm:cxn modelId="{4D88A91C-717A-4209-A4FE-5856CCE85B62}" type="presOf" srcId="{4F9DC5B4-E119-4273-B0C6-F44F279BA1CA}" destId="{BC5242FB-9811-49A0-A754-F9DF7804FA27}" srcOrd="1" destOrd="0" presId="urn:microsoft.com/office/officeart/2009/3/layout/HorizontalOrganizationChart"/>
    <dgm:cxn modelId="{C94EF11D-B3DA-4C22-99B3-B464463FEFA8}" srcId="{62881DA1-0B6F-4136-9B25-E6FCF3BF8AD6}" destId="{0E222E41-7105-414B-AD1A-B5BD5691A59C}" srcOrd="0" destOrd="0" parTransId="{743011D7-778B-4476-8059-AF91320A80F3}" sibTransId="{10CBB016-6002-4CBF-8E41-3B07712024C0}"/>
    <dgm:cxn modelId="{5A27671E-6E90-4E6E-9FB8-7CDD1635BD8E}" type="presOf" srcId="{4A1ABC62-FD06-4AC0-BC51-20F24998E5FF}" destId="{34B1EDD2-BFE8-4A14-8948-7EEB84EDF964}" srcOrd="0" destOrd="0" presId="urn:microsoft.com/office/officeart/2009/3/layout/HorizontalOrganizationChart"/>
    <dgm:cxn modelId="{2AD30820-0E9A-44FD-8CF8-9A5A43AADF17}" type="presOf" srcId="{F288657A-3E95-4264-946F-655DEA89BC1B}" destId="{81F10789-09DC-4F70-9ED3-E842524E292C}" srcOrd="1" destOrd="0" presId="urn:microsoft.com/office/officeart/2009/3/layout/HorizontalOrganizationChart"/>
    <dgm:cxn modelId="{61167720-02E1-445E-A316-E05160F34D78}" type="presOf" srcId="{CD4954CC-F1E7-474A-9C14-897F60DC4DA4}" destId="{1D1D8692-63AE-448E-8E39-430F6A4B46BF}" srcOrd="0" destOrd="0" presId="urn:microsoft.com/office/officeart/2009/3/layout/HorizontalOrganizationChart"/>
    <dgm:cxn modelId="{39ABF420-87F6-49C0-9AAA-C1312880B398}" srcId="{2416F51D-D42D-4108-9BF5-530DF3163B93}" destId="{768BDCFE-CD21-473E-826D-5BE41E521370}" srcOrd="0" destOrd="0" parTransId="{0ACC1CDC-D329-4C80-97F4-AA1E9B6A19A6}" sibTransId="{923EC7BA-3DD6-49BE-A554-003888563083}"/>
    <dgm:cxn modelId="{3C417224-020D-438B-B84A-CDEFA44FFBA4}" type="presOf" srcId="{DCD0A810-0B3E-43AF-9F79-6C4A668A5E35}" destId="{D25F030A-0E76-4787-8E45-0D8630311C8E}" srcOrd="1" destOrd="0" presId="urn:microsoft.com/office/officeart/2009/3/layout/HorizontalOrganizationChart"/>
    <dgm:cxn modelId="{A1705B25-10DE-4C0E-B17A-8BD5602F88AF}" type="presOf" srcId="{C7EBEF87-5076-4181-B19B-8AD6A127BA45}" destId="{16D33CAD-B597-414C-9523-47A079B2FFFB}" srcOrd="0" destOrd="0" presId="urn:microsoft.com/office/officeart/2009/3/layout/HorizontalOrganizationChart"/>
    <dgm:cxn modelId="{6F867025-3785-46DC-9598-23CBA7F688F4}" type="presOf" srcId="{0636E8E0-99C0-4A6E-96DB-7AF7640C7E9C}" destId="{500808C6-E96D-4E78-BE52-A4202778FC93}" srcOrd="1" destOrd="0" presId="urn:microsoft.com/office/officeart/2009/3/layout/HorizontalOrganizationChart"/>
    <dgm:cxn modelId="{09BF9526-2F58-422E-984A-5AEB8F6D5390}" type="presOf" srcId="{AE4652B3-3398-42D3-A9DE-FBC115B53A0D}" destId="{8C383FB3-4D14-4CBA-A0C6-CFF4847BA3EC}" srcOrd="0" destOrd="0" presId="urn:microsoft.com/office/officeart/2009/3/layout/HorizontalOrganizationChart"/>
    <dgm:cxn modelId="{A3A08227-F840-48AC-A3BB-EA3ED96659FE}" type="presOf" srcId="{0636E8E0-99C0-4A6E-96DB-7AF7640C7E9C}" destId="{69A556CA-411A-4BA8-88C1-CAB47DCD97EC}" srcOrd="0" destOrd="0" presId="urn:microsoft.com/office/officeart/2009/3/layout/HorizontalOrganizationChart"/>
    <dgm:cxn modelId="{CB62C827-67E5-4123-88C9-AC674D1D8A7E}" srcId="{5AFEC8AD-8C3F-4724-85E3-77D8EA592781}" destId="{3E6A9241-7ED7-4E1E-9A0C-FCCB8AFE0676}" srcOrd="1" destOrd="0" parTransId="{C3FB077C-2462-498E-B844-9538FDE898FE}" sibTransId="{CB332FBD-7E08-4152-AD88-22BA4367C068}"/>
    <dgm:cxn modelId="{0E960328-11B4-4B94-8209-17EB68CCEECF}" type="presOf" srcId="{0E222E41-7105-414B-AD1A-B5BD5691A59C}" destId="{7CBC7139-AF67-482D-8C1D-FF62350879D7}" srcOrd="1" destOrd="0" presId="urn:microsoft.com/office/officeart/2009/3/layout/HorizontalOrganizationChart"/>
    <dgm:cxn modelId="{61BBBC28-7F70-4646-8302-779B84571CDA}" type="presOf" srcId="{218DF31D-CF8B-459F-887A-8E793F7A6593}" destId="{1F3D57A6-91D2-48AA-B105-E07306DABA2F}" srcOrd="1" destOrd="0" presId="urn:microsoft.com/office/officeart/2009/3/layout/HorizontalOrganizationChart"/>
    <dgm:cxn modelId="{23D72229-1045-4B9D-A789-FF2E00A2ED86}" type="presOf" srcId="{24C79789-50A6-4247-997A-B75D020D2C6D}" destId="{9E916334-F27B-4E86-B949-E7079E77F959}" srcOrd="0" destOrd="0" presId="urn:microsoft.com/office/officeart/2009/3/layout/HorizontalOrganizationChart"/>
    <dgm:cxn modelId="{7F13222B-FBBF-474C-AFDA-EEA72A6D43E8}" type="presOf" srcId="{B9CE2267-5814-421B-8674-D202299E0DA9}" destId="{1ECE9F9F-A668-4333-B43A-1DABED3BF4C5}" srcOrd="0" destOrd="0" presId="urn:microsoft.com/office/officeart/2009/3/layout/HorizontalOrganizationChart"/>
    <dgm:cxn modelId="{D28FCD2B-C944-4F63-ACCA-5E5BD72A4A25}" type="presOf" srcId="{6C4DA155-8243-4072-B293-EC0CBA97AD7C}" destId="{E7F095C9-0EEA-49B6-905E-AC74937B597A}" srcOrd="0" destOrd="0" presId="urn:microsoft.com/office/officeart/2009/3/layout/HorizontalOrganizationChart"/>
    <dgm:cxn modelId="{050E422D-A686-4A41-A65B-6FAF0E8F0184}" srcId="{349A07B7-081A-4EBA-92A1-108795F6D016}" destId="{2416F51D-D42D-4108-9BF5-530DF3163B93}" srcOrd="1" destOrd="0" parTransId="{4256B732-665D-485E-ADD0-C4042B6F1A5A}" sibTransId="{27BB07DE-E114-4436-A88C-D8CA85D534AA}"/>
    <dgm:cxn modelId="{6270392E-63EB-4A30-B5F8-E9B46995C2D4}" type="presOf" srcId="{9388F973-CD46-4AFC-9454-5895E33035BE}" destId="{5E890DBA-4975-4C75-941F-F0AF649459D5}" srcOrd="0" destOrd="0" presId="urn:microsoft.com/office/officeart/2009/3/layout/HorizontalOrganizationChart"/>
    <dgm:cxn modelId="{45741630-B550-41EA-9C64-1C7F9E9CD3CD}" type="presOf" srcId="{2E19E6D7-316D-4B72-865E-9132A5133ED0}" destId="{19C56599-44F2-4063-BC5C-5748142D59CB}" srcOrd="0" destOrd="0" presId="urn:microsoft.com/office/officeart/2009/3/layout/HorizontalOrganizationChart"/>
    <dgm:cxn modelId="{6620BD34-0599-4A37-843B-95E73982D995}" srcId="{9DFAA83C-0ED7-4C5D-908E-2A02657C3D57}" destId="{E0F095D0-0CDD-4899-95AE-C151B28DF4D1}" srcOrd="0" destOrd="0" parTransId="{A901081C-4D82-49A2-9AF0-FDB6D79D7219}" sibTransId="{A65C86A5-0AE7-4EEE-9D4F-A9803E1BE21B}"/>
    <dgm:cxn modelId="{B1C02935-AD52-4254-80B1-67D7B6A48C25}" type="presOf" srcId="{ACF9E546-FC16-43CF-809C-930B68C88DB1}" destId="{1BDA3CD5-F552-4A8E-AA99-3DA9469CB538}" srcOrd="0" destOrd="0" presId="urn:microsoft.com/office/officeart/2009/3/layout/HorizontalOrganizationChart"/>
    <dgm:cxn modelId="{EC3B2037-A4E3-4E4F-9A1C-550B9E573386}" type="presOf" srcId="{FC591F30-D81A-4461-B913-3123C1B3970E}" destId="{778DAB78-F42A-4C33-B206-904EFB14DFD2}" srcOrd="0" destOrd="0" presId="urn:microsoft.com/office/officeart/2009/3/layout/HorizontalOrganizationChart"/>
    <dgm:cxn modelId="{34013C37-5232-483F-B9FE-080CBDE2087E}" srcId="{DCD0A810-0B3E-43AF-9F79-6C4A668A5E35}" destId="{E0980975-400D-419C-9155-50E81827743F}" srcOrd="0" destOrd="0" parTransId="{091DE579-AA3E-4BAF-93C8-F3A0F7081FA3}" sibTransId="{9FE720BC-B157-4128-87C5-76ADBC665E57}"/>
    <dgm:cxn modelId="{245A5837-C0CA-451A-B08F-86C4F59F8E86}" type="presOf" srcId="{F01EE7C7-3AF0-44DD-B4FB-CD1567C85CA2}" destId="{C6ABE6A2-C04F-4482-BB5C-769C7DA9CC1F}" srcOrd="0" destOrd="0" presId="urn:microsoft.com/office/officeart/2009/3/layout/HorizontalOrganizationChart"/>
    <dgm:cxn modelId="{13054C3F-4E08-42F1-A36C-27C53C9CDC34}" type="presOf" srcId="{F97366AF-AF4E-40B4-BFF5-B872BC5F7F08}" destId="{BF5293E0-96D7-49FD-81EA-757AF582D648}" srcOrd="0" destOrd="0" presId="urn:microsoft.com/office/officeart/2009/3/layout/HorizontalOrganizationChart"/>
    <dgm:cxn modelId="{A50AE63F-71DF-4A50-9477-BB78123FEF7A}" srcId="{4ECE59B8-536D-4DBD-9298-39EEE1A4E2F2}" destId="{9AC9B081-25C5-4E83-B9FC-4EE1220C42CC}" srcOrd="0" destOrd="0" parTransId="{454A2903-42E9-4AD4-B32C-56480B741CA4}" sibTransId="{BFCB5B5C-D340-456B-9E1E-50850228EC60}"/>
    <dgm:cxn modelId="{F07A1640-646E-44A0-951A-51496BB799B9}" type="presOf" srcId="{AE4652B3-3398-42D3-A9DE-FBC115B53A0D}" destId="{9D3EEB16-49D5-49C0-85BE-0CF3D3E7D9DC}" srcOrd="1" destOrd="0" presId="urn:microsoft.com/office/officeart/2009/3/layout/HorizontalOrganizationChart"/>
    <dgm:cxn modelId="{23F9565D-B5A9-452A-A9B2-06952BA39714}" type="presOf" srcId="{03FC0ABC-78B9-4767-8291-52E8792ED142}" destId="{6D1FD870-2315-4054-B29C-39DF6F98439B}" srcOrd="0" destOrd="0" presId="urn:microsoft.com/office/officeart/2009/3/layout/HorizontalOrganizationChart"/>
    <dgm:cxn modelId="{5C0C8F5D-1A08-4D90-905C-FFD3474897CE}" type="presOf" srcId="{C3FB077C-2462-498E-B844-9538FDE898FE}" destId="{E35E075B-61F2-41BC-BC2A-69356E0D43EE}" srcOrd="0" destOrd="0" presId="urn:microsoft.com/office/officeart/2009/3/layout/HorizontalOrganizationChart"/>
    <dgm:cxn modelId="{0CFF575E-6E15-459A-8A1E-CF1309803B64}" type="presOf" srcId="{35D396C7-832D-4310-9EFD-0CBA7534B49E}" destId="{15470CCD-2DC4-4446-952E-0EA1F9168293}" srcOrd="0" destOrd="0" presId="urn:microsoft.com/office/officeart/2009/3/layout/HorizontalOrganizationChart"/>
    <dgm:cxn modelId="{04F8C65E-115C-4784-89A0-4491AD529736}" srcId="{D5809694-423C-4057-A791-AE12D92AEFEC}" destId="{5AFEC8AD-8C3F-4724-85E3-77D8EA592781}" srcOrd="0" destOrd="0" parTransId="{8D4DADF3-A559-473F-B457-30AAF42C09D7}" sibTransId="{20C3EAD4-7885-4840-B357-8B0AE16E3E20}"/>
    <dgm:cxn modelId="{D2F79341-1037-4F31-893E-058D7930988B}" type="presOf" srcId="{2A323462-12B1-44A5-95A4-30F7D5E83E80}" destId="{ADACFA42-F20B-4E19-8623-C276B1FF0253}" srcOrd="1" destOrd="0" presId="urn:microsoft.com/office/officeart/2009/3/layout/HorizontalOrganizationChart"/>
    <dgm:cxn modelId="{5F0CCF61-C2A7-4619-B5FF-F4CC5B3336A5}" type="presOf" srcId="{7BFC5FFE-8955-4513-8485-C479782305F9}" destId="{B509227D-8391-4FEA-8798-380D7D9E41EE}" srcOrd="0" destOrd="0" presId="urn:microsoft.com/office/officeart/2009/3/layout/HorizontalOrganizationChart"/>
    <dgm:cxn modelId="{02312F42-0CD4-4DB2-AB1C-CAFD1C4F554F}" type="presOf" srcId="{97A8E0E5-1256-46F5-BDCA-CBF242F3C57E}" destId="{B70E4C0E-1521-4091-B753-26370D64F4FD}" srcOrd="1" destOrd="0" presId="urn:microsoft.com/office/officeart/2009/3/layout/HorizontalOrganizationChart"/>
    <dgm:cxn modelId="{92666C42-575A-458A-A537-6AF157077065}" srcId="{9A4F48F6-BCF9-4165-AF3C-7C7BA667FA27}" destId="{7170B3D7-7385-4271-BFDD-77BDCB4B9D7D}" srcOrd="5" destOrd="0" parTransId="{4A1ABC62-FD06-4AC0-BC51-20F24998E5FF}" sibTransId="{E0F509D1-F4E5-4341-B785-E6BE8356D007}"/>
    <dgm:cxn modelId="{32FA8142-F6EF-48EF-9963-6DAD8FC333D7}" type="presOf" srcId="{3CBB9B95-F2DE-4200-8B3A-58D04CAEA47D}" destId="{C2C48CC0-3A5A-4EE7-B580-FAF454A09CD8}" srcOrd="1" destOrd="0" presId="urn:microsoft.com/office/officeart/2009/3/layout/HorizontalOrganizationChart"/>
    <dgm:cxn modelId="{88C7E863-7948-4086-AFA6-2AB850A59074}" type="presOf" srcId="{9AC9B081-25C5-4E83-B9FC-4EE1220C42CC}" destId="{4F157AFE-1A3E-4945-AFFE-3FBFDF773F45}" srcOrd="0" destOrd="0" presId="urn:microsoft.com/office/officeart/2009/3/layout/HorizontalOrganizationChart"/>
    <dgm:cxn modelId="{3D16C264-106E-454E-BB49-243B9BD8D399}" type="presOf" srcId="{091DE579-AA3E-4BAF-93C8-F3A0F7081FA3}" destId="{83BD61C6-04D5-45F9-B857-526E2040AED7}" srcOrd="0" destOrd="0" presId="urn:microsoft.com/office/officeart/2009/3/layout/HorizontalOrganizationChart"/>
    <dgm:cxn modelId="{F2C5F646-C03A-4737-8702-22280128DEF2}" type="presOf" srcId="{5CD82464-BD85-410D-9486-CDF630216295}" destId="{AF9CAAFC-37A2-4187-8C63-BDC2E7B8A2E9}" srcOrd="0" destOrd="0" presId="urn:microsoft.com/office/officeart/2009/3/layout/HorizontalOrganizationChart"/>
    <dgm:cxn modelId="{B2450467-7198-4066-BAA2-AF3662A26C52}" type="presOf" srcId="{3CBB9B95-F2DE-4200-8B3A-58D04CAEA47D}" destId="{61A0D4EF-EC3A-4279-BC51-4F36D0B52EB7}" srcOrd="0" destOrd="0" presId="urn:microsoft.com/office/officeart/2009/3/layout/HorizontalOrganizationChart"/>
    <dgm:cxn modelId="{8FC00B67-EA09-4960-9881-E76FF7B36D2F}" type="presOf" srcId="{2E2633E2-E124-4687-AA9E-0EA186E27085}" destId="{7F1B5AF2-5075-410B-9D3C-F200774C2ADD}" srcOrd="0" destOrd="0" presId="urn:microsoft.com/office/officeart/2009/3/layout/HorizontalOrganizationChart"/>
    <dgm:cxn modelId="{79EE5B48-47D7-4157-BA50-5870D20F1039}" type="presOf" srcId="{4EAB6B4E-4AE3-4DD0-93A3-0784ECF3F600}" destId="{172AD772-32C1-453D-A10B-AD2F2B8A156F}" srcOrd="0" destOrd="0" presId="urn:microsoft.com/office/officeart/2009/3/layout/HorizontalOrganizationChart"/>
    <dgm:cxn modelId="{285FDA48-1FE0-4DDC-B453-6DA0E8DA728A}" type="presOf" srcId="{6C8E784B-F666-494C-B943-E6FE294FAEB1}" destId="{8700B5FB-1AEC-447F-A85A-B23DFECB41F1}" srcOrd="1" destOrd="0" presId="urn:microsoft.com/office/officeart/2009/3/layout/HorizontalOrganizationChart"/>
    <dgm:cxn modelId="{E6280B69-604F-4D1E-854E-BAC8B1D69A23}" type="presOf" srcId="{D7660C3C-E08D-431C-8EE1-9AA78C89B4A5}" destId="{E3458C5F-4332-4439-96AF-FD966B7B137A}" srcOrd="0" destOrd="0" presId="urn:microsoft.com/office/officeart/2009/3/layout/HorizontalOrganizationChart"/>
    <dgm:cxn modelId="{01EAC749-77C4-476D-B47D-73338B996358}" type="presOf" srcId="{B5BAD76A-7E9A-4668-B9E3-5A85C816283D}" destId="{595CFFA0-B569-4A56-8175-567F57E3E286}" srcOrd="0" destOrd="0" presId="urn:microsoft.com/office/officeart/2009/3/layout/HorizontalOrganizationChart"/>
    <dgm:cxn modelId="{F5A7DE49-1C8C-4014-B7B0-51E9A2CC1BDB}" type="presOf" srcId="{768BDCFE-CD21-473E-826D-5BE41E521370}" destId="{7E24B55B-C21F-479D-AF16-BA5BFBEF12B2}" srcOrd="0" destOrd="0" presId="urn:microsoft.com/office/officeart/2009/3/layout/HorizontalOrganizationChart"/>
    <dgm:cxn modelId="{825C4E4B-91F9-46A3-B73A-6A7B838FD020}" type="presOf" srcId="{C9E721F3-3509-40BA-945D-417CE334E5F2}" destId="{D1162B1B-B769-48DB-B85B-AF3C1F73D58F}" srcOrd="1" destOrd="0" presId="urn:microsoft.com/office/officeart/2009/3/layout/HorizontalOrganizationChart"/>
    <dgm:cxn modelId="{2A9B7C4B-D978-4918-A408-6A548363CF3E}" srcId="{E0F095D0-0CDD-4899-95AE-C151B28DF4D1}" destId="{B9F7BE26-7120-4362-B07A-512CE293CF66}" srcOrd="0" destOrd="0" parTransId="{9510750D-81D3-4DD1-BEEF-9ABF3212385B}" sibTransId="{4522FBCC-88DD-42A2-A603-47CAAEA95766}"/>
    <dgm:cxn modelId="{A42A4D4C-8BF4-4961-A381-46360E3FB317}" type="presOf" srcId="{BCF3A011-CCE5-4332-B9BE-4DBB4EB90D3E}" destId="{93F93993-47F1-428E-9F9E-450A331F894E}" srcOrd="0" destOrd="0" presId="urn:microsoft.com/office/officeart/2009/3/layout/HorizontalOrganizationChart"/>
    <dgm:cxn modelId="{0C24F74C-1B0E-4D29-A2BA-D0B698A18EF0}" type="presOf" srcId="{2637AE1D-117E-454F-9D3F-416D113148BB}" destId="{00A95A3F-3AAD-468F-908F-845C4ED90DA2}" srcOrd="0" destOrd="0" presId="urn:microsoft.com/office/officeart/2009/3/layout/HorizontalOrganizationChart"/>
    <dgm:cxn modelId="{BB83926D-A7FA-4141-8EC5-396C707844FC}" type="presOf" srcId="{880276D0-EB74-4489-85C7-23E81AC85430}" destId="{C7F7A17E-AF77-42CB-93B1-39B0770E3C79}" srcOrd="0" destOrd="0" presId="urn:microsoft.com/office/officeart/2009/3/layout/HorizontalOrganizationChart"/>
    <dgm:cxn modelId="{7106154E-50F2-454A-B972-CAB737579BB2}" type="presOf" srcId="{A874BA0B-B7EF-479E-B1B8-17FB9E8D2868}" destId="{B8837C6A-8105-408D-9A2C-4FAA52810339}" srcOrd="0" destOrd="0" presId="urn:microsoft.com/office/officeart/2009/3/layout/HorizontalOrganizationChart"/>
    <dgm:cxn modelId="{1CD52A4E-6F4B-4B54-BF9B-A9F7E3D92870}" type="presOf" srcId="{F7D84224-A973-485F-ADAD-95BF5231A40B}" destId="{DC81B629-CD82-4B25-9F47-C4E4D420D1AE}" srcOrd="1" destOrd="0" presId="urn:microsoft.com/office/officeart/2009/3/layout/HorizontalOrganizationChart"/>
    <dgm:cxn modelId="{FB7D676E-87B6-4DD3-88BA-5B7F3C58B6D2}" type="presOf" srcId="{218DF31D-CF8B-459F-887A-8E793F7A6593}" destId="{0BA28261-1ED3-47EB-A7EA-310484F5DF09}" srcOrd="0" destOrd="0" presId="urn:microsoft.com/office/officeart/2009/3/layout/HorizontalOrganizationChart"/>
    <dgm:cxn modelId="{7029A26E-7BB7-423F-9B24-B9EB11533B31}" type="presOf" srcId="{04012DFC-77A8-4A46-B858-7332CB8C84A1}" destId="{6EBCB12D-6D77-4447-9F58-D885806C37C1}" srcOrd="0" destOrd="0" presId="urn:microsoft.com/office/officeart/2009/3/layout/HorizontalOrganizationChart"/>
    <dgm:cxn modelId="{60A5EB6E-FD15-48A7-BD46-1BE0B1AC4842}" type="presOf" srcId="{F44BEF34-C38D-4E4B-A196-CBEC387270FB}" destId="{A72FD0C0-48C0-4E54-856B-3170033DFC5D}" srcOrd="1" destOrd="0" presId="urn:microsoft.com/office/officeart/2009/3/layout/HorizontalOrganizationChart"/>
    <dgm:cxn modelId="{4A7B9350-1CA6-4FC9-A74F-A17A711819BF}" type="presOf" srcId="{2053DD24-1A05-4174-B3A2-006AF3B872F4}" destId="{B074A3F9-9B82-47D6-B99B-37FA4AD461B1}" srcOrd="0" destOrd="0" presId="urn:microsoft.com/office/officeart/2009/3/layout/HorizontalOrganizationChart"/>
    <dgm:cxn modelId="{C5AE9650-7B23-40D6-AD75-0C98CFFC981C}" srcId="{13719A43-B673-4C88-9D1E-16D752C05E25}" destId="{764BB32F-0818-4190-8CBA-5BFD6043BFBC}" srcOrd="0" destOrd="0" parTransId="{B0A38B96-90FF-402E-A24A-BEF06D54B9B6}" sibTransId="{80C549BF-85F2-4AF0-82FE-EA09792BFF8F}"/>
    <dgm:cxn modelId="{1205B670-9953-4B26-AE11-939D8C0615D3}" srcId="{CD4954CC-F1E7-474A-9C14-897F60DC4DA4}" destId="{6D92348B-BF22-4F09-BD16-E4E9FEADFB32}" srcOrd="0" destOrd="0" parTransId="{04012DFC-77A8-4A46-B858-7332CB8C84A1}" sibTransId="{AAC775F1-969C-42B7-9AD1-47CC76C9852B}"/>
    <dgm:cxn modelId="{19B91C51-5562-44A2-9B1C-8BC4C261CCB6}" srcId="{D7660C3C-E08D-431C-8EE1-9AA78C89B4A5}" destId="{061809CC-87E0-4E97-84A6-384BF07724D8}" srcOrd="0" destOrd="0" parTransId="{BCF3A011-CCE5-4332-B9BE-4DBB4EB90D3E}" sibTransId="{56F3B771-1C0C-4C21-9EAF-35C1EBB1DB78}"/>
    <dgm:cxn modelId="{12DE4051-7F89-4FE0-9EAB-7BCFDA50A130}" type="presOf" srcId="{11B15F36-2268-45E6-A38A-7BED800F3649}" destId="{8734EB56-5A9C-44D3-8046-4D4FDD398AAC}" srcOrd="0" destOrd="0" presId="urn:microsoft.com/office/officeart/2009/3/layout/HorizontalOrganizationChart"/>
    <dgm:cxn modelId="{FF25C671-29E0-452F-800B-C8D83AAC5DA2}" srcId="{9A4F48F6-BCF9-4165-AF3C-7C7BA667FA27}" destId="{4ECE59B8-536D-4DBD-9298-39EEE1A4E2F2}" srcOrd="0" destOrd="0" parTransId="{6C4DA155-8243-4072-B293-EC0CBA97AD7C}" sibTransId="{F4455422-8EF8-4653-ACAA-E71029CF2328}"/>
    <dgm:cxn modelId="{08024072-3B0A-4A3F-95A8-22509C94DA50}" srcId="{E0F095D0-0CDD-4899-95AE-C151B28DF4D1}" destId="{62881DA1-0B6F-4136-9B25-E6FCF3BF8AD6}" srcOrd="1" destOrd="0" parTransId="{58D39D66-5F5D-488E-863E-42F8DC846F18}" sibTransId="{60EF69D8-625A-4532-BE24-F54A16DCB5FA}"/>
    <dgm:cxn modelId="{CE6B6852-F070-47EA-A971-C02F7B50F935}" type="presOf" srcId="{DCD0A810-0B3E-43AF-9F79-6C4A668A5E35}" destId="{5DE52887-637E-4373-B534-4602DEAB0BD9}" srcOrd="0" destOrd="0" presId="urn:microsoft.com/office/officeart/2009/3/layout/HorizontalOrganizationChart"/>
    <dgm:cxn modelId="{A2B97172-721A-4303-8F66-6F662D34CC3E}" srcId="{061809CC-87E0-4E97-84A6-384BF07724D8}" destId="{F7D84224-A973-485F-ADAD-95BF5231A40B}" srcOrd="0" destOrd="0" parTransId="{2637AE1D-117E-454F-9D3F-416D113148BB}" sibTransId="{48D7C72E-85E8-400B-A2C7-9DB69FDA5390}"/>
    <dgm:cxn modelId="{6169F572-500B-44E3-B475-9ED5F0392606}" type="presOf" srcId="{3E6A9241-7ED7-4E1E-9A0C-FCCB8AFE0676}" destId="{8E0DAD77-8259-47D3-8A7C-09406F1139F1}" srcOrd="1" destOrd="0" presId="urn:microsoft.com/office/officeart/2009/3/layout/HorizontalOrganizationChart"/>
    <dgm:cxn modelId="{4D6B2273-EC6F-44A1-8C0B-9E3F6EDFFD88}" srcId="{24C79789-50A6-4247-997A-B75D020D2C6D}" destId="{218DF31D-CF8B-459F-887A-8E793F7A6593}" srcOrd="0" destOrd="0" parTransId="{928CD5CC-816D-4B40-9D14-7256E32D7DFD}" sibTransId="{63F6D207-5CB3-4B31-B829-F97C6E8DF686}"/>
    <dgm:cxn modelId="{D960C454-3BC7-4688-A386-C65BF314B11F}" type="presOf" srcId="{D7660C3C-E08D-431C-8EE1-9AA78C89B4A5}" destId="{E64611E0-F76B-4B48-BD4A-3D9E4DE85202}" srcOrd="1" destOrd="0" presId="urn:microsoft.com/office/officeart/2009/3/layout/HorizontalOrganizationChart"/>
    <dgm:cxn modelId="{945C3C55-A6D7-4BAB-BC08-A9CD3241F20B}" srcId="{56EC93F9-5B3F-429B-86A1-8A8E1DFA402A}" destId="{F44BEF34-C38D-4E4B-A196-CBEC387270FB}" srcOrd="0" destOrd="0" parTransId="{7D64C45E-B538-4C0F-A6F0-5A4AF0A1F48E}" sibTransId="{6D4B7A52-A859-49C8-B9FC-6466DB43C0DD}"/>
    <dgm:cxn modelId="{7890DC76-A4F1-4C4C-BEA2-78CD178D0B96}" srcId="{73528B28-3862-4C56-BB94-20BFCA4D977C}" destId="{DCD0A810-0B3E-43AF-9F79-6C4A668A5E35}" srcOrd="1" destOrd="0" parTransId="{0A82A9F9-F8DB-48E6-BE95-9938B72AE66A}" sibTransId="{616136D9-0C11-4E1F-9131-03BE63B003FE}"/>
    <dgm:cxn modelId="{88AF1159-C972-4F6E-B2B2-EEA63D3CF558}" type="presOf" srcId="{0E222E41-7105-414B-AD1A-B5BD5691A59C}" destId="{7232D9FE-A60D-4159-AA76-300C305B2795}" srcOrd="0" destOrd="0" presId="urn:microsoft.com/office/officeart/2009/3/layout/HorizontalOrganizationChart"/>
    <dgm:cxn modelId="{74EA1D59-CE25-4484-898B-D0B363CF7FF8}" srcId="{9DFAA83C-0ED7-4C5D-908E-2A02657C3D57}" destId="{A63AFC23-093E-44C6-B267-3891CF123A84}" srcOrd="1" destOrd="0" parTransId="{9388F973-CD46-4AFC-9454-5895E33035BE}" sibTransId="{1F61FF8D-23AE-4147-B5BA-4EC53E60A999}"/>
    <dgm:cxn modelId="{B0544159-2B54-4B40-B794-E990ACD48374}" srcId="{B9CE2267-5814-421B-8674-D202299E0DA9}" destId="{915177A7-D4EB-4AE8-86BD-249E5278466B}" srcOrd="0" destOrd="0" parTransId="{B5BAD76A-7E9A-4668-B9E3-5A85C816283D}" sibTransId="{DF845212-58D8-452F-BDF5-6A66F33A5CFF}"/>
    <dgm:cxn modelId="{CEF94559-FE38-461D-B4F6-D8BC2ED0C97C}" type="presOf" srcId="{7170B3D7-7385-4271-BFDD-77BDCB4B9D7D}" destId="{75AB063C-95C2-4D08-BD75-E990F011A243}" srcOrd="1" destOrd="0" presId="urn:microsoft.com/office/officeart/2009/3/layout/HorizontalOrganizationChart"/>
    <dgm:cxn modelId="{1F62557C-913A-48D6-A365-FD28FDA37EC9}" srcId="{5AFEC8AD-8C3F-4724-85E3-77D8EA592781}" destId="{349A07B7-081A-4EBA-92A1-108795F6D016}" srcOrd="0" destOrd="0" parTransId="{F97366AF-AF4E-40B4-BFF5-B872BC5F7F08}" sibTransId="{AD679511-1AE4-4C22-9CF9-4450AC357D10}"/>
    <dgm:cxn modelId="{099CBF7E-623A-4E34-A8A8-237B6F145EF1}" srcId="{3CBB9B95-F2DE-4200-8B3A-58D04CAEA47D}" destId="{9A4F48F6-BCF9-4165-AF3C-7C7BA667FA27}" srcOrd="0" destOrd="0" parTransId="{9A5D99C4-3A63-4397-B386-EBF9464401C2}" sibTransId="{3D288AF2-D587-4DAC-A032-2120C9951061}"/>
    <dgm:cxn modelId="{5B800C80-94B9-4F92-AF4B-4CEA866A56D6}" srcId="{5AFEC8AD-8C3F-4724-85E3-77D8EA592781}" destId="{CA6200AF-7336-4AB8-A4E9-530BC5027306}" srcOrd="4" destOrd="0" parTransId="{880276D0-EB74-4489-85C7-23E81AC85430}" sibTransId="{36022CDB-DAA5-4DCB-AB8C-CC60CF58AABA}"/>
    <dgm:cxn modelId="{40C0F881-96D1-47AC-B46E-0D7BF51102B9}" type="presOf" srcId="{CA6200AF-7336-4AB8-A4E9-530BC5027306}" destId="{F727FD69-DA36-400A-9A17-E435D30B6294}" srcOrd="0" destOrd="0" presId="urn:microsoft.com/office/officeart/2009/3/layout/HorizontalOrganizationChart"/>
    <dgm:cxn modelId="{EB523384-21FB-4D14-B336-6D2699FB1485}" type="presOf" srcId="{768BDCFE-CD21-473E-826D-5BE41E521370}" destId="{4F292608-C5F5-4478-8FBB-148E0E496D72}" srcOrd="1" destOrd="0" presId="urn:microsoft.com/office/officeart/2009/3/layout/HorizontalOrganizationChart"/>
    <dgm:cxn modelId="{E5227585-1B3D-4319-9F5D-BAB6BCB615EC}" type="presOf" srcId="{061809CC-87E0-4E97-84A6-384BF07724D8}" destId="{B2D69DCB-202B-46EC-819A-C954631D964B}" srcOrd="1" destOrd="0" presId="urn:microsoft.com/office/officeart/2009/3/layout/HorizontalOrganizationChart"/>
    <dgm:cxn modelId="{83177785-8150-4CE7-BD75-8DA28FC44423}" type="presOf" srcId="{CC1EFDC7-86F3-4887-88EA-223D23596123}" destId="{C3DC5A35-5833-4BBB-A712-9B1B947A0D56}" srcOrd="1" destOrd="0" presId="urn:microsoft.com/office/officeart/2009/3/layout/HorizontalOrganizationChart"/>
    <dgm:cxn modelId="{FE708485-FFDF-48BB-B0BC-165ED27709E5}" srcId="{AE4652B3-3398-42D3-A9DE-FBC115B53A0D}" destId="{4F9DC5B4-E119-4273-B0C6-F44F279BA1CA}" srcOrd="0" destOrd="0" parTransId="{471AAB30-6948-4AC5-A872-0315651955DF}" sibTransId="{2408ECCD-D6DE-4241-9433-C9D56DB2C8B8}"/>
    <dgm:cxn modelId="{0A5AF285-37F3-4E4E-B33F-C2868B7808FB}" srcId="{EA7A0999-7E11-469C-B351-825D5B14346C}" destId="{F288657A-3E95-4264-946F-655DEA89BC1B}" srcOrd="0" destOrd="0" parTransId="{FC591F30-D81A-4461-B913-3123C1B3970E}" sibTransId="{4596CB84-DA4D-4039-B174-7A40A13ECB1D}"/>
    <dgm:cxn modelId="{B5FBFB85-3E9C-42C8-A38A-563D692BF39F}" type="presOf" srcId="{FEF77FE8-4A4E-4157-95A8-111A1FA87F78}" destId="{1080A977-02D6-46CB-9E9A-F0CCB3AFC0E0}" srcOrd="0" destOrd="0" presId="urn:microsoft.com/office/officeart/2009/3/layout/HorizontalOrganizationChart"/>
    <dgm:cxn modelId="{D71C7287-F713-4C75-87F8-22ED08C8637E}" srcId="{5AFEC8AD-8C3F-4724-85E3-77D8EA592781}" destId="{3CBB9B95-F2DE-4200-8B3A-58D04CAEA47D}" srcOrd="2" destOrd="0" parTransId="{9242D754-7730-4B78-AB9C-A02DFB9723F4}" sibTransId="{66961319-D3B5-4BBF-B054-793B033D15B6}"/>
    <dgm:cxn modelId="{51AECE87-61F5-457F-922D-D7A8328DBED4}" type="presOf" srcId="{7D9BDDE8-7610-4C76-ACCC-5EF685046CB6}" destId="{8DDA93F8-5C72-4B48-9D1D-CEE49333C83C}" srcOrd="0" destOrd="0" presId="urn:microsoft.com/office/officeart/2009/3/layout/HorizontalOrganizationChart"/>
    <dgm:cxn modelId="{0BF22188-348C-42B9-A6FE-06D3443C2168}" type="presOf" srcId="{9A4F48F6-BCF9-4165-AF3C-7C7BA667FA27}" destId="{D46F3F0D-30A4-4DDE-884B-BD4A774332AE}" srcOrd="1" destOrd="0" presId="urn:microsoft.com/office/officeart/2009/3/layout/HorizontalOrganizationChart"/>
    <dgm:cxn modelId="{99D97E88-742D-4B77-B7BA-9F2DC084B2FC}" srcId="{E0F095D0-0CDD-4899-95AE-C151B28DF4D1}" destId="{D7660C3C-E08D-431C-8EE1-9AA78C89B4A5}" srcOrd="3" destOrd="0" parTransId="{A5F5E471-F067-43AE-8556-402C42D66216}" sibTransId="{2056AD32-03D3-4873-9D29-9396256F501C}"/>
    <dgm:cxn modelId="{837B948A-5D1B-4EDD-BC62-2639ABDB57C4}" type="presOf" srcId="{349A07B7-081A-4EBA-92A1-108795F6D016}" destId="{361EB6FF-B859-4244-8485-2C0FEA5D265B}" srcOrd="0" destOrd="0" presId="urn:microsoft.com/office/officeart/2009/3/layout/HorizontalOrganizationChart"/>
    <dgm:cxn modelId="{FEB05E8B-9578-4E39-8D9E-2719D74392E6}" type="presOf" srcId="{37E0214C-29B5-4A4F-B604-EECED1F69AA7}" destId="{36009CD3-F077-400A-9614-F0B171CB3F65}" srcOrd="1" destOrd="0" presId="urn:microsoft.com/office/officeart/2009/3/layout/HorizontalOrganizationChart"/>
    <dgm:cxn modelId="{93D67E8C-4DBF-4BA0-840E-5E675A9E7426}" type="presOf" srcId="{2FE3F8DB-D87E-4926-B5ED-317648B1128B}" destId="{C389EBCD-1328-466D-B1CA-18486ECA26EF}" srcOrd="1" destOrd="0" presId="urn:microsoft.com/office/officeart/2009/3/layout/HorizontalOrganizationChart"/>
    <dgm:cxn modelId="{EA8E678D-7B66-4C85-AB50-6CD0B62FADC2}" type="presOf" srcId="{4256B732-665D-485E-ADD0-C4042B6F1A5A}" destId="{020B6BC5-D316-46FF-9657-FB38EAFCA478}" srcOrd="0" destOrd="0" presId="urn:microsoft.com/office/officeart/2009/3/layout/HorizontalOrganizationChart"/>
    <dgm:cxn modelId="{55772C8E-448C-4DC9-A074-76F225A7B1A5}" srcId="{35D396C7-832D-4310-9EFD-0CBA7534B49E}" destId="{BD4CBB34-BFC3-4314-AC58-360CE3F828A3}" srcOrd="0" destOrd="0" parTransId="{455048BF-88A9-42EC-8893-BB00D9AEA4E4}" sibTransId="{1F5900FF-7037-4382-8E40-1F8FA4C91733}"/>
    <dgm:cxn modelId="{4A52468F-FADF-4AD1-8BF8-227ED1BE1440}" srcId="{5AFEC8AD-8C3F-4724-85E3-77D8EA592781}" destId="{9DFAA83C-0ED7-4C5D-908E-2A02657C3D57}" srcOrd="3" destOrd="0" parTransId="{B6EFE756-66AC-4682-AE3E-4E5A980226A5}" sibTransId="{0FBCAEE9-6184-4B39-99B3-8073FB519715}"/>
    <dgm:cxn modelId="{9DD9E48F-C719-4530-AC8D-95D2FF1EEF2F}" type="presOf" srcId="{62881DA1-0B6F-4136-9B25-E6FCF3BF8AD6}" destId="{63612422-7E15-4BE2-8B4F-9279878BDF71}" srcOrd="0" destOrd="0" presId="urn:microsoft.com/office/officeart/2009/3/layout/HorizontalOrganizationChart"/>
    <dgm:cxn modelId="{29147390-0D0F-4982-8309-60543D6B6636}" type="presOf" srcId="{4F9DC5B4-E119-4273-B0C6-F44F279BA1CA}" destId="{8A071F50-0936-48EF-AE15-796B92F4F4A2}" srcOrd="0" destOrd="0" presId="urn:microsoft.com/office/officeart/2009/3/layout/HorizontalOrganizationChart"/>
    <dgm:cxn modelId="{C86C8093-22C0-49D7-8E91-6FE248CA2238}" type="presOf" srcId="{23D84297-71D0-47C1-8874-FF344216EAC8}" destId="{8C63EC56-3637-4380-B189-D0B66ADCD3F7}" srcOrd="0" destOrd="0" presId="urn:microsoft.com/office/officeart/2009/3/layout/HorizontalOrganizationChart"/>
    <dgm:cxn modelId="{66987794-8281-414C-957B-3EF2574C9005}" type="presOf" srcId="{2FE3F8DB-D87E-4926-B5ED-317648B1128B}" destId="{3F068B7C-EBFA-492F-ABD8-85DE3E477784}" srcOrd="0" destOrd="0" presId="urn:microsoft.com/office/officeart/2009/3/layout/HorizontalOrganizationChart"/>
    <dgm:cxn modelId="{EB281295-06D2-42B9-82F5-9FB501FF5465}" type="presOf" srcId="{EA7A0999-7E11-469C-B351-825D5B14346C}" destId="{077C8107-272A-4607-AB45-2B402815F473}" srcOrd="0" destOrd="0" presId="urn:microsoft.com/office/officeart/2009/3/layout/HorizontalOrganizationChart"/>
    <dgm:cxn modelId="{D0FA8795-F28D-4813-96F3-1848880B74DA}" type="presOf" srcId="{743011D7-778B-4476-8059-AF91320A80F3}" destId="{8ACA028D-62C9-4546-BC43-59E86544747D}" srcOrd="0" destOrd="0" presId="urn:microsoft.com/office/officeart/2009/3/layout/HorizontalOrganizationChart"/>
    <dgm:cxn modelId="{F0E64298-CEEF-4B5B-9263-A7B55316874B}" type="presOf" srcId="{13719A43-B673-4C88-9D1E-16D752C05E25}" destId="{3E0FA384-F7A7-4EF5-BB6C-325C5B877E93}" srcOrd="0" destOrd="0" presId="urn:microsoft.com/office/officeart/2009/3/layout/HorizontalOrganizationChart"/>
    <dgm:cxn modelId="{7571E099-5214-49D8-8725-53BCAFA6A0B8}" type="presOf" srcId="{D81506E7-9321-4CD6-B783-B535E14E9673}" destId="{4C50E7F0-CBE9-462F-A0E5-5FFE1AE84F4E}" srcOrd="0" destOrd="0" presId="urn:microsoft.com/office/officeart/2009/3/layout/HorizontalOrganizationChart"/>
    <dgm:cxn modelId="{3FD8B39C-0640-4384-B97E-203A0CF8F63B}" srcId="{9A4F48F6-BCF9-4165-AF3C-7C7BA667FA27}" destId="{6A27566D-5E2B-4C81-8C09-639ED0AF984B}" srcOrd="4" destOrd="0" parTransId="{C7EBEF87-5076-4181-B19B-8AD6A127BA45}" sibTransId="{FC4E0FFA-63F1-4B37-95CB-4240840490FF}"/>
    <dgm:cxn modelId="{ADD0D59D-DAA9-4B8E-B28F-33748365D2BE}" type="presOf" srcId="{BD4CBB34-BFC3-4314-AC58-360CE3F828A3}" destId="{3374B034-7516-421E-BD23-9C0F9E320F00}" srcOrd="1" destOrd="0" presId="urn:microsoft.com/office/officeart/2009/3/layout/HorizontalOrganizationChart"/>
    <dgm:cxn modelId="{0B139D9F-26E5-49F9-9059-129AF7F3C251}" type="presOf" srcId="{E0F095D0-0CDD-4899-95AE-C151B28DF4D1}" destId="{5ED98B15-1271-4C1B-BD70-D93D404A68CE}" srcOrd="0" destOrd="0" presId="urn:microsoft.com/office/officeart/2009/3/layout/HorizontalOrganizationChart"/>
    <dgm:cxn modelId="{59F0E3A1-A084-4A66-89CD-8105E3B22795}" type="presOf" srcId="{BCC45095-3A8B-4CB4-9AE4-6772688B37EF}" destId="{D56AF9D6-52CD-49B7-B03A-910C74477DFD}" srcOrd="0" destOrd="0" presId="urn:microsoft.com/office/officeart/2009/3/layout/HorizontalOrganizationChart"/>
    <dgm:cxn modelId="{517039A2-AF71-40DF-BA14-7ECAA2110576}" srcId="{35D396C7-832D-4310-9EFD-0CBA7534B49E}" destId="{D81506E7-9321-4CD6-B783-B535E14E9673}" srcOrd="1" destOrd="0" parTransId="{7D9BDDE8-7610-4C76-ACCC-5EF685046CB6}" sibTransId="{33EBB137-5154-41C5-9AB1-B8A70F9210AB}"/>
    <dgm:cxn modelId="{E0EA0DA3-930B-4A38-AC3A-5FBC3FE44266}" type="presOf" srcId="{9A5D99C4-3A63-4397-B386-EBF9464401C2}" destId="{0A14706F-1BC6-48E6-BDBA-7B500E589BAD}" srcOrd="0" destOrd="0" presId="urn:microsoft.com/office/officeart/2009/3/layout/HorizontalOrganizationChart"/>
    <dgm:cxn modelId="{983A92A3-EF29-4954-A755-8D540079A70E}" srcId="{3E6A9241-7ED7-4E1E-9A0C-FCCB8AFE0676}" destId="{2A323462-12B1-44A5-95A4-30F7D5E83E80}" srcOrd="1" destOrd="0" parTransId="{4EAB6B4E-4AE3-4DD0-93A3-0784ECF3F600}" sibTransId="{A6DF5D9B-B3EB-49CE-B0F2-E2BA7CAB9FCB}"/>
    <dgm:cxn modelId="{90DFB8A3-9BFA-4215-A781-EE3F47536BF0}" type="presOf" srcId="{764BB32F-0818-4190-8CBA-5BFD6043BFBC}" destId="{5CE68631-E50F-4A7D-A78E-B9848249D5F3}" srcOrd="0" destOrd="0" presId="urn:microsoft.com/office/officeart/2009/3/layout/HorizontalOrganizationChart"/>
    <dgm:cxn modelId="{FB6E58A4-23AD-4997-BB17-94647E52CBCA}" type="presOf" srcId="{BD4CBB34-BFC3-4314-AC58-360CE3F828A3}" destId="{9921040E-A9AE-4E20-B3A7-1033725EAB32}" srcOrd="0" destOrd="0" presId="urn:microsoft.com/office/officeart/2009/3/layout/HorizontalOrganizationChart"/>
    <dgm:cxn modelId="{2CED9CA4-43CF-4345-ABA5-1CBDC70CBE4B}" type="presOf" srcId="{C9E721F3-3509-40BA-945D-417CE334E5F2}" destId="{490BDFA8-D452-4BE4-9F81-245774E0D158}" srcOrd="0" destOrd="0" presId="urn:microsoft.com/office/officeart/2009/3/layout/HorizontalOrganizationChart"/>
    <dgm:cxn modelId="{D41938A6-CCEA-4CD4-AB29-361FA6BECC00}" type="presOf" srcId="{0ACC1CDC-D329-4C80-97F4-AA1E9B6A19A6}" destId="{ECBCB50C-17E3-4E08-8F2D-57A84F25E402}" srcOrd="0" destOrd="0" presId="urn:microsoft.com/office/officeart/2009/3/layout/HorizontalOrganizationChart"/>
    <dgm:cxn modelId="{06EEA3A7-A77A-4A74-BF88-CCAC4DB66610}" type="presOf" srcId="{E0980975-400D-419C-9155-50E81827743F}" destId="{506B6D35-0A73-4492-B07D-5FEFBBD02FC5}" srcOrd="1" destOrd="0" presId="urn:microsoft.com/office/officeart/2009/3/layout/HorizontalOrganizationChart"/>
    <dgm:cxn modelId="{0C60E2A7-2BEB-41C0-8AAB-C4500FE3CE58}" type="presOf" srcId="{7170B3D7-7385-4271-BFDD-77BDCB4B9D7D}" destId="{3D02A4C7-D3F8-46A9-BF13-B91E1207C679}" srcOrd="0" destOrd="0" presId="urn:microsoft.com/office/officeart/2009/3/layout/HorizontalOrganizationChart"/>
    <dgm:cxn modelId="{E865FEA9-83C3-4A26-B23A-0785F3AF63B3}" type="presOf" srcId="{77F152BA-1702-42D0-9AAF-CA97B4D146AE}" destId="{8AB01EF0-ED64-478D-BD9E-3C5B414E81F6}" srcOrd="0" destOrd="0" presId="urn:microsoft.com/office/officeart/2009/3/layout/HorizontalOrganizationChart"/>
    <dgm:cxn modelId="{E0C862AC-4FD3-4C26-944D-3BC016B20B3F}" type="presOf" srcId="{C499CC0F-4E7A-4FEC-97EE-0BDE6BB4004A}" destId="{3FD13D51-28CB-4ACA-8CF5-784F6B0C3075}" srcOrd="1" destOrd="0" presId="urn:microsoft.com/office/officeart/2009/3/layout/HorizontalOrganizationChart"/>
    <dgm:cxn modelId="{489C73AC-5D4E-4337-AE2D-36904CAD1A81}" type="presOf" srcId="{6D92348B-BF22-4F09-BD16-E4E9FEADFB32}" destId="{368DE4E4-C42A-435E-AD32-88164C04A62F}" srcOrd="1" destOrd="0" presId="urn:microsoft.com/office/officeart/2009/3/layout/HorizontalOrganizationChart"/>
    <dgm:cxn modelId="{CA00C1AD-0514-44D5-893B-C2335AD25F55}" srcId="{7A7E87E6-0B7C-4CCF-A557-E773A9C92185}" destId="{CC1EFDC7-86F3-4887-88EA-223D23596123}" srcOrd="0" destOrd="0" parTransId="{2E2633E2-E124-4687-AA9E-0EA186E27085}" sibTransId="{7ECDF0EE-788A-469F-BC57-9D593EE83915}"/>
    <dgm:cxn modelId="{EEE07DAE-C89A-4024-9E1C-0D0D1DB60453}" type="presOf" srcId="{5AFEC8AD-8C3F-4724-85E3-77D8EA592781}" destId="{03A1BB14-9637-40F9-B5B5-81520F48315F}" srcOrd="0" destOrd="0" presId="urn:microsoft.com/office/officeart/2009/3/layout/HorizontalOrganizationChart"/>
    <dgm:cxn modelId="{B420C6AE-0194-442A-8448-76B897CD0863}" srcId="{73528B28-3862-4C56-BB94-20BFCA4D977C}" destId="{EA7A0999-7E11-469C-B351-825D5B14346C}" srcOrd="0" destOrd="0" parTransId="{7EAE4E30-3B2B-4BF1-AF19-64FF953D8F19}" sibTransId="{069ACD5E-499F-4017-845A-704156132265}"/>
    <dgm:cxn modelId="{6E1E15AF-29E2-4C90-B872-03C9C7EB6159}" type="presOf" srcId="{7EAE4E30-3B2B-4BF1-AF19-64FF953D8F19}" destId="{5576216A-3077-45AB-A127-F30F0DED6DB4}" srcOrd="0" destOrd="0" presId="urn:microsoft.com/office/officeart/2009/3/layout/HorizontalOrganizationChart"/>
    <dgm:cxn modelId="{1312B2AF-D275-417D-BE06-5AF5BAE1E04A}" type="presOf" srcId="{7607DCFD-2AEA-4454-AD75-99E4327A6DA2}" destId="{E72137B5-59A0-4482-82E0-2CA84074B9ED}" srcOrd="0" destOrd="0" presId="urn:microsoft.com/office/officeart/2009/3/layout/HorizontalOrganizationChart"/>
    <dgm:cxn modelId="{3CBEDCAF-A3E4-4CE4-8384-220FCA09B055}" type="presOf" srcId="{D5809694-423C-4057-A791-AE12D92AEFEC}" destId="{58CB3A1D-119E-4A17-8333-D813B10F6904}" srcOrd="0" destOrd="0" presId="urn:microsoft.com/office/officeart/2009/3/layout/HorizontalOrganizationChart"/>
    <dgm:cxn modelId="{0CE876B0-9646-46CD-B54B-D6F1C0A0C485}" type="presOf" srcId="{7A7E87E6-0B7C-4CCF-A557-E773A9C92185}" destId="{BFC464B6-E6B9-483D-BEE4-D79A9462E3E9}" srcOrd="0" destOrd="0" presId="urn:microsoft.com/office/officeart/2009/3/layout/HorizontalOrganizationChart"/>
    <dgm:cxn modelId="{855305B2-E61F-40A0-8BF8-08D8FCE0F91D}" type="presOf" srcId="{B9F7BE26-7120-4362-B07A-512CE293CF66}" destId="{DDF5EC19-41AE-4BDE-81B3-DB61285BD74A}" srcOrd="0" destOrd="0" presId="urn:microsoft.com/office/officeart/2009/3/layout/HorizontalOrganizationChart"/>
    <dgm:cxn modelId="{E191AEB2-9ECC-4400-A418-71A1D0DD24A4}" srcId="{218DF31D-CF8B-459F-887A-8E793F7A6593}" destId="{7BFC5FFE-8955-4513-8485-C479782305F9}" srcOrd="0" destOrd="0" parTransId="{BCC45095-3A8B-4CB4-9AE4-6772688B37EF}" sibTransId="{469377AA-6EAB-4AB7-93B9-E73437C88BD3}"/>
    <dgm:cxn modelId="{B5B1F3B3-C141-4504-BDD1-A88CAEB7988B}" srcId="{73528B28-3862-4C56-BB94-20BFCA4D977C}" destId="{7A7E87E6-0B7C-4CCF-A557-E773A9C92185}" srcOrd="2" destOrd="0" parTransId="{FEF77FE8-4A4E-4157-95A8-111A1FA87F78}" sibTransId="{59D34964-DE91-4B4F-8CBB-4DD2FFFF65F3}"/>
    <dgm:cxn modelId="{CC3FBBB5-9010-40C9-856D-6F595D1F8B7F}" type="presOf" srcId="{F7D84224-A973-485F-ADAD-95BF5231A40B}" destId="{B652EFB0-A88E-48A1-836A-A245919707FD}" srcOrd="0" destOrd="0" presId="urn:microsoft.com/office/officeart/2009/3/layout/HorizontalOrganizationChart"/>
    <dgm:cxn modelId="{E314F4B5-40B5-447A-B126-45A7D8D28ED6}" srcId="{7170B3D7-7385-4271-BFDD-77BDCB4B9D7D}" destId="{6D41F822-3F5E-498D-8427-D9976FC14949}" srcOrd="0" destOrd="0" parTransId="{B777D164-DD56-45DE-9496-BC18234B1690}" sibTransId="{C03D6BDD-B589-42C4-86BE-8B4E25D47F0C}"/>
    <dgm:cxn modelId="{49E1E9B7-78F6-47D0-B4BD-3A904E1BDD62}" type="presOf" srcId="{13719A43-B673-4C88-9D1E-16D752C05E25}" destId="{039EE693-846A-452B-938C-A79863754B50}" srcOrd="1" destOrd="0" presId="urn:microsoft.com/office/officeart/2009/3/layout/HorizontalOrganizationChart"/>
    <dgm:cxn modelId="{354E44B8-1E97-4DA3-B159-DC10B058544E}" type="presOf" srcId="{CC1EFDC7-86F3-4887-88EA-223D23596123}" destId="{DE3D38DB-1546-46F2-860A-4E7282F74001}" srcOrd="0" destOrd="0" presId="urn:microsoft.com/office/officeart/2009/3/layout/HorizontalOrganizationChart"/>
    <dgm:cxn modelId="{DA5831BA-7D18-48DD-BC24-AD3BA53CD99F}" srcId="{24C79789-50A6-4247-997A-B75D020D2C6D}" destId="{56EC93F9-5B3F-429B-86A1-8A8E1DFA402A}" srcOrd="1" destOrd="0" parTransId="{F01EE7C7-3AF0-44DD-B4FB-CD1567C85CA2}" sibTransId="{48C767BA-0B87-45D4-BDBA-A5ADC4E91081}"/>
    <dgm:cxn modelId="{CB0315BB-AB05-4001-8394-AC2C4CA2A765}" type="presOf" srcId="{061809CC-87E0-4E97-84A6-384BF07724D8}" destId="{07CF39E6-9B2B-4A5F-B780-120DD8E62C9B}" srcOrd="0" destOrd="0" presId="urn:microsoft.com/office/officeart/2009/3/layout/HorizontalOrganizationChart"/>
    <dgm:cxn modelId="{834A24BE-84FB-4BA1-ADEF-8B3C648BDFBC}" type="presOf" srcId="{CA6200AF-7336-4AB8-A4E9-530BC5027306}" destId="{2CB5E2D1-00D5-4B61-9756-D570A792B6B1}" srcOrd="1" destOrd="0" presId="urn:microsoft.com/office/officeart/2009/3/layout/HorizontalOrganizationChart"/>
    <dgm:cxn modelId="{A37F76BE-793D-466E-86CE-C59F0479B6DD}" type="presOf" srcId="{97A8E0E5-1256-46F5-BDCA-CBF242F3C57E}" destId="{BEB5F23A-260D-4EA4-9C52-D29289AE19DF}" srcOrd="0" destOrd="0" presId="urn:microsoft.com/office/officeart/2009/3/layout/HorizontalOrganizationChart"/>
    <dgm:cxn modelId="{780CC7BF-3635-4446-B74A-BF02073FECE7}" type="presOf" srcId="{915177A7-D4EB-4AE8-86BD-249E5278466B}" destId="{88A62553-AA35-4C7E-AEE4-0944A5577F9F}" srcOrd="0" destOrd="0" presId="urn:microsoft.com/office/officeart/2009/3/layout/HorizontalOrganizationChart"/>
    <dgm:cxn modelId="{D897B6C1-26D4-4EBF-9545-D4DF4EB294AC}" srcId="{D7660C3C-E08D-431C-8EE1-9AA78C89B4A5}" destId="{CD4954CC-F1E7-474A-9C14-897F60DC4DA4}" srcOrd="1" destOrd="0" parTransId="{45EF24BF-2957-4968-9E77-C679A38F2BE0}" sibTransId="{B9DFB9A1-FCC7-46AA-8558-BC4D60E4B362}"/>
    <dgm:cxn modelId="{760621C2-E86C-4607-A302-CD20979C09E9}" srcId="{C9E721F3-3509-40BA-945D-417CE334E5F2}" destId="{97A8E0E5-1256-46F5-BDCA-CBF242F3C57E}" srcOrd="0" destOrd="0" parTransId="{5CD82464-BD85-410D-9486-CDF630216295}" sibTransId="{F2FF7060-498E-4C33-B37F-3A4AE0EED5E3}"/>
    <dgm:cxn modelId="{C6BB0AC3-EEAC-457E-AA11-9222C967F0D2}" type="presOf" srcId="{15D45A7A-4E59-4C7F-ABBD-61460C5C3DB2}" destId="{37C7B046-E658-4728-A5FD-08A2F893709B}" srcOrd="0" destOrd="0" presId="urn:microsoft.com/office/officeart/2009/3/layout/HorizontalOrganizationChart"/>
    <dgm:cxn modelId="{FD5D84C3-5C50-4803-A425-72D28EA3A154}" type="presOf" srcId="{E0980975-400D-419C-9155-50E81827743F}" destId="{E3B5D82B-AC9E-4D78-9879-707CC20D19D9}" srcOrd="0" destOrd="0" presId="urn:microsoft.com/office/officeart/2009/3/layout/HorizontalOrganizationChart"/>
    <dgm:cxn modelId="{372F4AC4-A999-44D8-9A34-D2E9B8654F74}" type="presOf" srcId="{45EF24BF-2957-4968-9E77-C679A38F2BE0}" destId="{CA185CE9-65D3-4677-966D-33B7645E2257}" srcOrd="0" destOrd="0" presId="urn:microsoft.com/office/officeart/2009/3/layout/HorizontalOrganizationChart"/>
    <dgm:cxn modelId="{C7EC1CC5-021F-4301-8A4A-7214D656481E}" type="presOf" srcId="{C5D295AB-C033-40A2-BD5A-51CF31B0DAF1}" destId="{63BFDF2F-6F11-4980-A631-1D0C6BCF6E65}" srcOrd="0" destOrd="0" presId="urn:microsoft.com/office/officeart/2009/3/layout/HorizontalOrganizationChart"/>
    <dgm:cxn modelId="{19EB19C6-E435-4601-9D1E-AF9D353B535A}" type="presOf" srcId="{320AF489-F490-4FB9-A435-9E69697CB6A1}" destId="{4B5CDAF5-A7FE-436E-9DA3-25A539D89D1F}" srcOrd="0" destOrd="0" presId="urn:microsoft.com/office/officeart/2009/3/layout/HorizontalOrganizationChart"/>
    <dgm:cxn modelId="{6AB9B3C6-5207-4DAB-9AF6-BAAB962C5FBB}" type="presOf" srcId="{764BB32F-0818-4190-8CBA-5BFD6043BFBC}" destId="{313097A2-C9D5-4518-B29A-5B216269D568}" srcOrd="1" destOrd="0" presId="urn:microsoft.com/office/officeart/2009/3/layout/HorizontalOrganizationChart"/>
    <dgm:cxn modelId="{DBF9F3C7-8713-48F8-939E-02FE8C807189}" srcId="{3E6A9241-7ED7-4E1E-9A0C-FCCB8AFE0676}" destId="{AE4652B3-3398-42D3-A9DE-FBC115B53A0D}" srcOrd="0" destOrd="0" parTransId="{03FC0ABC-78B9-4767-8291-52E8792ED142}" sibTransId="{8BC6BC54-3043-424C-91DC-F945F6203B98}"/>
    <dgm:cxn modelId="{F94DADC8-38A3-47A9-BAB3-E6B9B814F8CB}" srcId="{349A07B7-081A-4EBA-92A1-108795F6D016}" destId="{2FE3F8DB-D87E-4926-B5ED-317648B1128B}" srcOrd="0" destOrd="0" parTransId="{11B15F36-2268-45E6-A38A-7BED800F3649}" sibTransId="{906C501B-E296-4D55-9C5D-1857C1FB3237}"/>
    <dgm:cxn modelId="{FCD827C9-9CC0-4595-8EB8-7AFC2BE3CCA9}" srcId="{C499CC0F-4E7A-4FEC-97EE-0BDE6BB4004A}" destId="{77F152BA-1702-42D0-9AAF-CA97B4D146AE}" srcOrd="1" destOrd="0" parTransId="{F5F715A1-32B9-4EDD-9788-21AAB2E1BF15}" sibTransId="{2A415167-0FA6-4147-BB1C-A4622B786A51}"/>
    <dgm:cxn modelId="{F8C334CB-210B-45DC-975E-FAC80EC3FBFE}" type="presOf" srcId="{4ECE59B8-536D-4DBD-9298-39EEE1A4E2F2}" destId="{B4B0D416-48DF-4327-B6CB-95B60821634B}" srcOrd="1" destOrd="0" presId="urn:microsoft.com/office/officeart/2009/3/layout/HorizontalOrganizationChart"/>
    <dgm:cxn modelId="{B4CAD8CD-D0F8-4B71-89CC-E673A8424ADB}" type="presOf" srcId="{455048BF-88A9-42EC-8893-BB00D9AEA4E4}" destId="{B4F70755-F4D1-485F-892E-3C7B87066BCB}" srcOrd="0" destOrd="0" presId="urn:microsoft.com/office/officeart/2009/3/layout/HorizontalOrganizationChart"/>
    <dgm:cxn modelId="{08827FCE-BD3E-4B4E-8932-AD768E97E682}" type="presOf" srcId="{B777D164-DD56-45DE-9496-BC18234B1690}" destId="{50A4060C-F737-4459-BC6A-B233FEC9432A}" srcOrd="0" destOrd="0" presId="urn:microsoft.com/office/officeart/2009/3/layout/HorizontalOrganizationChart"/>
    <dgm:cxn modelId="{D74F84CE-F3E9-483D-97AF-F450DCE3967D}" type="presOf" srcId="{8E55D407-483C-4F95-9E0F-F2F663299F50}" destId="{4CFCDFA8-E01C-4C6B-A731-226D0B6C2C76}" srcOrd="0" destOrd="0" presId="urn:microsoft.com/office/officeart/2009/3/layout/HorizontalOrganizationChart"/>
    <dgm:cxn modelId="{FD7F0BCF-F3E6-400B-A2F7-AAE34DA2F40D}" type="presOf" srcId="{D81506E7-9321-4CD6-B783-B535E14E9673}" destId="{86FF5A9C-E5F2-4B8C-83BD-290D4D4AB6AC}" srcOrd="1" destOrd="0" presId="urn:microsoft.com/office/officeart/2009/3/layout/HorizontalOrganizationChart"/>
    <dgm:cxn modelId="{12FF6AD0-02B4-4C68-B90B-A365F627FD03}" type="presOf" srcId="{4F864848-EEBF-4930-A161-A4A71CAED760}" destId="{26800CCF-2CF7-4C2B-BE5D-668243245262}" srcOrd="0" destOrd="0" presId="urn:microsoft.com/office/officeart/2009/3/layout/HorizontalOrganizationChart"/>
    <dgm:cxn modelId="{339D98D0-758F-4C85-B929-BAF4DC6F55E0}" type="presOf" srcId="{9242D754-7730-4B78-AB9C-A02DFB9723F4}" destId="{B0CC0030-18CD-4C76-8E04-002BB6D32A15}" srcOrd="0" destOrd="0" presId="urn:microsoft.com/office/officeart/2009/3/layout/HorizontalOrganizationChart"/>
    <dgm:cxn modelId="{31C998D0-5DC5-40E8-94E5-AA4C21C9285D}" type="presOf" srcId="{E0F095D0-0CDD-4899-95AE-C151B28DF4D1}" destId="{32F9F6CA-A9C9-4EC0-B487-8A6B1DDEE396}" srcOrd="1" destOrd="0" presId="urn:microsoft.com/office/officeart/2009/3/layout/HorizontalOrganizationChart"/>
    <dgm:cxn modelId="{71A7A8D0-3E05-42C1-8A54-4B95E4ABF249}" type="presOf" srcId="{58D39D66-5F5D-488E-863E-42F8DC846F18}" destId="{F686DFC4-1641-4092-9BC6-E8FB9D38AF0D}" srcOrd="0" destOrd="0" presId="urn:microsoft.com/office/officeart/2009/3/layout/HorizontalOrganizationChart"/>
    <dgm:cxn modelId="{77AA8AD1-E709-4726-B5EE-C2176CC4FEC1}" type="presOf" srcId="{2416F51D-D42D-4108-9BF5-530DF3163B93}" destId="{B48830A2-C4EC-44CC-AD04-784E693DE686}" srcOrd="1" destOrd="0" presId="urn:microsoft.com/office/officeart/2009/3/layout/HorizontalOrganizationChart"/>
    <dgm:cxn modelId="{8AC298D1-58AD-4337-B847-EEED15610365}" type="presOf" srcId="{56EC93F9-5B3F-429B-86A1-8A8E1DFA402A}" destId="{3729B9CF-D6CF-4BE1-8EFC-47B1B1E16A87}" srcOrd="1" destOrd="0" presId="urn:microsoft.com/office/officeart/2009/3/layout/HorizontalOrganizationChart"/>
    <dgm:cxn modelId="{92F0C4D1-582C-4349-BA80-27C4F16A1C8E}" type="presOf" srcId="{6C8E784B-F666-494C-B943-E6FE294FAEB1}" destId="{E4AFD26B-C7BB-41CA-A59C-D4C3576380A8}" srcOrd="0" destOrd="0" presId="urn:microsoft.com/office/officeart/2009/3/layout/HorizontalOrganizationChart"/>
    <dgm:cxn modelId="{0AF264D2-49FA-4087-9E32-7C4484F98970}" type="presOf" srcId="{7A7E87E6-0B7C-4CCF-A557-E773A9C92185}" destId="{F9BBD577-B359-4A17-AE01-E426CC635ACF}" srcOrd="1" destOrd="0" presId="urn:microsoft.com/office/officeart/2009/3/layout/HorizontalOrganizationChart"/>
    <dgm:cxn modelId="{196D6ED2-D91E-482C-B59B-AD2FEC248E9A}" srcId="{3CBB9B95-F2DE-4200-8B3A-58D04CAEA47D}" destId="{23D84297-71D0-47C1-8874-FF344216EAC8}" srcOrd="1" destOrd="0" parTransId="{C4BC2D65-C06B-4D32-962C-942429050144}" sibTransId="{5E828AE2-BCBB-4D2E-B901-535C4EEBD24B}"/>
    <dgm:cxn modelId="{148055D2-DB14-4844-840C-FAA14D7EB49B}" type="presOf" srcId="{6D41F822-3F5E-498D-8427-D9976FC14949}" destId="{90D35EA2-A25D-449A-8C0B-91C81C67A50C}" srcOrd="0" destOrd="0" presId="urn:microsoft.com/office/officeart/2009/3/layout/HorizontalOrganizationChart"/>
    <dgm:cxn modelId="{DBA4E8D2-6A23-4BCE-91C2-66E553298C87}" type="presOf" srcId="{83D18EB3-F613-46C2-86CF-CF849473A283}" destId="{183240E7-EEA6-46D8-AE60-487B0566B9A2}" srcOrd="0" destOrd="0" presId="urn:microsoft.com/office/officeart/2009/3/layout/HorizontalOrganizationChart"/>
    <dgm:cxn modelId="{27902ED3-EB01-419B-A8B8-79DEF5BFFC20}" srcId="{62881DA1-0B6F-4136-9B25-E6FCF3BF8AD6}" destId="{0636E8E0-99C0-4A6E-96DB-7AF7640C7E9C}" srcOrd="1" destOrd="0" parTransId="{C5D295AB-C033-40A2-BD5A-51CF31B0DAF1}" sibTransId="{E518E489-0383-4DD9-B77F-C5DEBBA4036D}"/>
    <dgm:cxn modelId="{C5D483D3-BB48-4B69-87BB-3CD3E658BCBD}" type="presOf" srcId="{9AC9B081-25C5-4E83-B9FC-4EE1220C42CC}" destId="{32B448BD-E161-46C8-A1F6-88A373738118}" srcOrd="1" destOrd="0" presId="urn:microsoft.com/office/officeart/2009/3/layout/HorizontalOrganizationChart"/>
    <dgm:cxn modelId="{C5A4AAD7-ED64-47D4-8B7F-E41035F7C37D}" type="presOf" srcId="{35D396C7-832D-4310-9EFD-0CBA7534B49E}" destId="{C1FA8641-48D3-43B7-8727-7E323B1B501C}" srcOrd="1" destOrd="0" presId="urn:microsoft.com/office/officeart/2009/3/layout/HorizontalOrganizationChart"/>
    <dgm:cxn modelId="{5C10BDD7-24E6-42EE-9169-74A0FE5F696C}" type="presOf" srcId="{EA7A0999-7E11-469C-B351-825D5B14346C}" destId="{344161FC-D582-44F8-A0C8-A2B85FDD4A39}" srcOrd="1" destOrd="0" presId="urn:microsoft.com/office/officeart/2009/3/layout/HorizontalOrganizationChart"/>
    <dgm:cxn modelId="{E0E3E3D7-5FEF-430F-A7DA-63F9DC400C81}" type="presOf" srcId="{23D84297-71D0-47C1-8874-FF344216EAC8}" destId="{AC252788-612D-4E9E-AE60-64A72A6D6716}" srcOrd="1" destOrd="0" presId="urn:microsoft.com/office/officeart/2009/3/layout/HorizontalOrganizationChart"/>
    <dgm:cxn modelId="{E28AF6D7-BDD2-4AEE-9CD2-A05DACF1427D}" type="presOf" srcId="{6D92348B-BF22-4F09-BD16-E4E9FEADFB32}" destId="{CF184D97-6870-475F-82DD-C951C974B444}" srcOrd="0" destOrd="0" presId="urn:microsoft.com/office/officeart/2009/3/layout/HorizontalOrganizationChart"/>
    <dgm:cxn modelId="{73499ED9-249D-4CE2-8D34-BBB90333C720}" type="presOf" srcId="{2416F51D-D42D-4108-9BF5-530DF3163B93}" destId="{9902580C-CDB9-4BC5-95FA-874F98DE783B}" srcOrd="0" destOrd="0" presId="urn:microsoft.com/office/officeart/2009/3/layout/HorizontalOrganizationChart"/>
    <dgm:cxn modelId="{3A62B7D9-3C40-4560-A73C-D23AD318741D}" srcId="{CA6200AF-7336-4AB8-A4E9-530BC5027306}" destId="{6C8E784B-F666-494C-B943-E6FE294FAEB1}" srcOrd="1" destOrd="0" parTransId="{7607DCFD-2AEA-4454-AD75-99E4327A6DA2}" sibTransId="{2125BE52-3AA7-429B-8CE3-D4E62C9DFFAC}"/>
    <dgm:cxn modelId="{71A4E3DC-772D-4442-973C-F13B00CA864F}" type="presOf" srcId="{928CD5CC-816D-4B40-9D14-7256E32D7DFD}" destId="{171E7136-836A-486B-B91D-37B90AC43AE7}" srcOrd="0" destOrd="0" presId="urn:microsoft.com/office/officeart/2009/3/layout/HorizontalOrganizationChart"/>
    <dgm:cxn modelId="{098849DD-2DC6-45CC-8AB5-F97F22EDD32C}" type="presOf" srcId="{B6EFE756-66AC-4682-AE3E-4E5A980226A5}" destId="{3E53AB13-732C-4F83-9B8F-D6D7DB3860B6}" srcOrd="0" destOrd="0" presId="urn:microsoft.com/office/officeart/2009/3/layout/HorizontalOrganizationChart"/>
    <dgm:cxn modelId="{51938EDD-C30C-4ADC-B23A-F15ED6A5DCFC}" type="presOf" srcId="{37E0214C-29B5-4A4F-B604-EECED1F69AA7}" destId="{5EB259C4-E4BD-45AD-8D91-75E7ABF1EFB4}" srcOrd="0" destOrd="0" presId="urn:microsoft.com/office/officeart/2009/3/layout/HorizontalOrganizationChart"/>
    <dgm:cxn modelId="{0CB5EDDD-BD80-4F72-A945-5B48C9320B0E}" type="presOf" srcId="{C4BC2D65-C06B-4D32-962C-942429050144}" destId="{11F963ED-B3F0-41A3-B824-325961929004}" srcOrd="0" destOrd="0" presId="urn:microsoft.com/office/officeart/2009/3/layout/HorizontalOrganizationChart"/>
    <dgm:cxn modelId="{B7B973DE-4A91-43F1-9754-B477292FD30E}" type="presOf" srcId="{F5F715A1-32B9-4EDD-9788-21AAB2E1BF15}" destId="{C58B2589-D93B-4FFD-B4D1-1C34B012D6DE}" srcOrd="0" destOrd="0" presId="urn:microsoft.com/office/officeart/2009/3/layout/HorizontalOrganizationChart"/>
    <dgm:cxn modelId="{D04B54DE-5C53-4AC4-931F-77BC4CA795CC}" type="presOf" srcId="{5AFEC8AD-8C3F-4724-85E3-77D8EA592781}" destId="{04C1E8F7-D7F2-4A83-90D5-2A24E89AE95F}" srcOrd="1" destOrd="0" presId="urn:microsoft.com/office/officeart/2009/3/layout/HorizontalOrganizationChart"/>
    <dgm:cxn modelId="{B953B7DF-0DDF-4525-8FF3-1D15F9D74B9B}" type="presOf" srcId="{73528B28-3862-4C56-BB94-20BFCA4D977C}" destId="{E142E4F7-A4D2-449F-AA7F-C04C088A3C1F}" srcOrd="0" destOrd="0" presId="urn:microsoft.com/office/officeart/2009/3/layout/HorizontalOrganizationChart"/>
    <dgm:cxn modelId="{2C51EDE1-6CE8-4630-BABC-D0F8A19FB7D7}" srcId="{C9E721F3-3509-40BA-945D-417CE334E5F2}" destId="{35D396C7-832D-4310-9EFD-0CBA7534B49E}" srcOrd="1" destOrd="0" parTransId="{2053DD24-1A05-4174-B3A2-006AF3B872F4}" sibTransId="{0D904290-0D38-4707-88C1-2BE985B0DCCE}"/>
    <dgm:cxn modelId="{EDA93EE3-D046-4279-A118-3157D17B1895}" type="presOf" srcId="{56EC93F9-5B3F-429B-86A1-8A8E1DFA402A}" destId="{E6FC81B0-8E90-4371-B499-DD25029D4106}" srcOrd="0" destOrd="0" presId="urn:microsoft.com/office/officeart/2009/3/layout/HorizontalOrganizationChart"/>
    <dgm:cxn modelId="{1C1248E4-8A10-47C4-9362-ED629F7A43F6}" type="presOf" srcId="{A63AFC23-093E-44C6-B267-3891CF123A84}" destId="{3BF77DC6-A893-4A65-9C1E-D38F5E103AA5}" srcOrd="0" destOrd="0" presId="urn:microsoft.com/office/officeart/2009/3/layout/HorizontalOrganizationChart"/>
    <dgm:cxn modelId="{A1D70EE5-9AD0-4783-92C8-F17F51A12048}" type="presOf" srcId="{E530C472-7561-4AEE-B0C2-C508C6994A85}" destId="{B2752A28-996B-46DB-B7DE-DC0CC42081C8}" srcOrd="0" destOrd="0" presId="urn:microsoft.com/office/officeart/2009/3/layout/HorizontalOrganizationChart"/>
    <dgm:cxn modelId="{46031EE5-693B-4A29-94B6-1A45D15B4ADF}" type="presOf" srcId="{915177A7-D4EB-4AE8-86BD-249E5278466B}" destId="{B1A98113-5456-4FA2-978F-D9BF6518B3D2}" srcOrd="1" destOrd="0" presId="urn:microsoft.com/office/officeart/2009/3/layout/HorizontalOrganizationChart"/>
    <dgm:cxn modelId="{5142B0E5-C16D-49C6-9E09-E41C1AE64376}" type="presOf" srcId="{9A4F48F6-BCF9-4165-AF3C-7C7BA667FA27}" destId="{BAE31ACF-752D-4EA8-8B6E-54DBD06D21AE}" srcOrd="0" destOrd="0" presId="urn:microsoft.com/office/officeart/2009/3/layout/HorizontalOrganizationChart"/>
    <dgm:cxn modelId="{9761E9E5-3375-497F-8D5E-5758BD3D58D5}" type="presOf" srcId="{B9F7BE26-7120-4362-B07A-512CE293CF66}" destId="{6F9A1A66-336B-4BA9-A352-FD8CB9DA2042}" srcOrd="1" destOrd="0" presId="urn:microsoft.com/office/officeart/2009/3/layout/HorizontalOrganizationChart"/>
    <dgm:cxn modelId="{78A46AE7-4638-49B1-8261-0EE9BA5B5AEA}" type="presOf" srcId="{62881DA1-0B6F-4136-9B25-E6FCF3BF8AD6}" destId="{7F717562-A311-4DB7-812C-096B45328B34}" srcOrd="1" destOrd="0" presId="urn:microsoft.com/office/officeart/2009/3/layout/HorizontalOrganizationChart"/>
    <dgm:cxn modelId="{F9EAE5E7-6D2D-4E8B-8D06-5D3BFCB1D0C1}" type="presOf" srcId="{A63AFC23-093E-44C6-B267-3891CF123A84}" destId="{4E262D70-023C-4E9D-82BC-E1D1DAA6E0E0}" srcOrd="1" destOrd="0" presId="urn:microsoft.com/office/officeart/2009/3/layout/HorizontalOrganizationChart"/>
    <dgm:cxn modelId="{B3ED02E8-A970-4272-9700-2747F6CEDADC}" type="presOf" srcId="{73528B28-3862-4C56-BB94-20BFCA4D977C}" destId="{74B77C7E-36E3-406E-BAC0-4831F4BABB3C}" srcOrd="1" destOrd="0" presId="urn:microsoft.com/office/officeart/2009/3/layout/HorizontalOrganizationChart"/>
    <dgm:cxn modelId="{F86C36E8-CDEA-4552-AD72-16CAE15F7BDE}" type="presOf" srcId="{855297F2-A162-4EED-8FE7-B40916947E1F}" destId="{2846335E-09B8-4070-8AE1-F4A8659BD36F}" srcOrd="1" destOrd="0" presId="urn:microsoft.com/office/officeart/2009/3/layout/HorizontalOrganizationChart"/>
    <dgm:cxn modelId="{1ADC92E8-322D-4A45-B703-D00827DF1516}" type="presOf" srcId="{9510750D-81D3-4DD1-BEEF-9ABF3212385B}" destId="{5D697390-7377-44AA-914E-7F34A506AC17}" srcOrd="0" destOrd="0" presId="urn:microsoft.com/office/officeart/2009/3/layout/HorizontalOrganizationChart"/>
    <dgm:cxn modelId="{D6BFCCE9-D081-4781-A15E-9A9901042F45}" type="presOf" srcId="{855297F2-A162-4EED-8FE7-B40916947E1F}" destId="{E9A97367-2565-4CA7-B81D-4E147657D835}" srcOrd="0" destOrd="0" presId="urn:microsoft.com/office/officeart/2009/3/layout/HorizontalOrganizationChart"/>
    <dgm:cxn modelId="{0A46CAEC-BB69-47BD-9130-BEA50195D145}" type="presOf" srcId="{77F152BA-1702-42D0-9AAF-CA97B4D146AE}" destId="{B4B53097-535C-48B5-B1F5-66FFB2818E17}" srcOrd="1" destOrd="0" presId="urn:microsoft.com/office/officeart/2009/3/layout/HorizontalOrganizationChart"/>
    <dgm:cxn modelId="{8E910AED-81C0-47F3-8151-6339571B024D}" type="presOf" srcId="{3E6A9241-7ED7-4E1E-9A0C-FCCB8AFE0676}" destId="{1557FC18-F726-42E8-B0B5-F6D08A985014}" srcOrd="0" destOrd="0" presId="urn:microsoft.com/office/officeart/2009/3/layout/HorizontalOrganizationChart"/>
    <dgm:cxn modelId="{30CCBCEE-6C5C-42DE-B1C3-C53210DE7090}" srcId="{CA6200AF-7336-4AB8-A4E9-530BC5027306}" destId="{C9E721F3-3509-40BA-945D-417CE334E5F2}" srcOrd="0" destOrd="0" parTransId="{ACF9E546-FC16-43CF-809C-930B68C88DB1}" sibTransId="{FEEFCB98-559B-4F6D-9142-483778425DB0}"/>
    <dgm:cxn modelId="{CF398BF0-B39B-4ED1-8564-D5A652113132}" type="presOf" srcId="{6D41F822-3F5E-498D-8427-D9976FC14949}" destId="{89FD8EE9-AA60-48A6-9D40-0DBE92C02DE0}" srcOrd="1" destOrd="0" presId="urn:microsoft.com/office/officeart/2009/3/layout/HorizontalOrganizationChart"/>
    <dgm:cxn modelId="{A63A50F2-53B3-465D-95FC-12DB21412BC8}" type="presOf" srcId="{9DFAA83C-0ED7-4C5D-908E-2A02657C3D57}" destId="{B8476156-8F22-41DE-9C5C-CDA42789A7C4}" srcOrd="1" destOrd="0" presId="urn:microsoft.com/office/officeart/2009/3/layout/HorizontalOrganizationChart"/>
    <dgm:cxn modelId="{6C70FDF2-A732-487A-80CD-4ED96EA582A0}" type="presOf" srcId="{6A27566D-5E2B-4C81-8C09-639ED0AF984B}" destId="{6B320540-8EFC-424C-87BB-7A322C848E8D}" srcOrd="1" destOrd="0" presId="urn:microsoft.com/office/officeart/2009/3/layout/HorizontalOrganizationChart"/>
    <dgm:cxn modelId="{A314F0F4-0D88-4F1C-BEB6-21F796FAECBE}" type="presOf" srcId="{A5F5E471-F067-43AE-8556-402C42D66216}" destId="{7C3BC206-817E-47FC-AA4A-7E68D35E9CC7}" srcOrd="0" destOrd="0" presId="urn:microsoft.com/office/officeart/2009/3/layout/HorizontalOrganizationChart"/>
    <dgm:cxn modelId="{067588F5-7863-4CEE-B475-21F702808A1C}" srcId="{C499CC0F-4E7A-4FEC-97EE-0BDE6BB4004A}" destId="{E530C472-7561-4AEE-B0C2-C508C6994A85}" srcOrd="2" destOrd="0" parTransId="{2E19E6D7-316D-4B72-865E-9132A5133ED0}" sibTransId="{2998DF06-ED3F-4259-BF4A-9D257A93303A}"/>
    <dgm:cxn modelId="{AD4C48F6-D1BF-454B-9E1C-9111D36AC05F}" srcId="{9A4F48F6-BCF9-4165-AF3C-7C7BA667FA27}" destId="{855297F2-A162-4EED-8FE7-B40916947E1F}" srcOrd="2" destOrd="0" parTransId="{83D18EB3-F613-46C2-86CF-CF849473A283}" sibTransId="{B3957AC8-05AC-4C73-A0A8-40D5AE41615E}"/>
    <dgm:cxn modelId="{9C951EF7-F07D-49CD-A616-2415A71A89CA}" type="presOf" srcId="{349A07B7-081A-4EBA-92A1-108795F6D016}" destId="{0E825310-4ECF-4F8B-A088-F53A2FA572C7}" srcOrd="1" destOrd="0" presId="urn:microsoft.com/office/officeart/2009/3/layout/HorizontalOrganizationChart"/>
    <dgm:cxn modelId="{752C22F9-9E6F-41D6-A3EA-7EFFDD6E269A}" type="presOf" srcId="{F44BEF34-C38D-4E4B-A196-CBEC387270FB}" destId="{B7BA8FDA-69EF-4F26-A438-76A43EC08BE5}" srcOrd="0" destOrd="0" presId="urn:microsoft.com/office/officeart/2009/3/layout/HorizontalOrganizationChart"/>
    <dgm:cxn modelId="{BC0BD3F9-B188-4DA6-9ED7-9848AC0BDA3D}" type="presOf" srcId="{E530C472-7561-4AEE-B0C2-C508C6994A85}" destId="{A0066D63-44FC-47D0-A615-BEA5BAB51686}" srcOrd="1" destOrd="0" presId="urn:microsoft.com/office/officeart/2009/3/layout/HorizontalOrganizationChart"/>
    <dgm:cxn modelId="{71876BFA-07C8-423B-8F42-634794270C8C}" type="presOf" srcId="{F288657A-3E95-4264-946F-655DEA89BC1B}" destId="{5E1565E1-8DBB-4A62-B412-DA531FDF40C5}" srcOrd="0" destOrd="0" presId="urn:microsoft.com/office/officeart/2009/3/layout/HorizontalOrganizationChart"/>
    <dgm:cxn modelId="{51C9E4FD-CD59-487B-B526-434053D5B0A2}" type="presOf" srcId="{B0A38B96-90FF-402E-A24A-BEF06D54B9B6}" destId="{D5EFD006-A32B-489A-B809-E3D7E0386B88}" srcOrd="0" destOrd="0" presId="urn:microsoft.com/office/officeart/2009/3/layout/HorizontalOrganizationChart"/>
    <dgm:cxn modelId="{64512EFF-FE16-4811-99ED-A308AC4F74E3}" srcId="{9A4F48F6-BCF9-4165-AF3C-7C7BA667FA27}" destId="{13719A43-B673-4C88-9D1E-16D752C05E25}" srcOrd="3" destOrd="0" parTransId="{A874BA0B-B7EF-479E-B1B8-17FB9E8D2868}" sibTransId="{212A347A-5399-4312-9400-C1BF5604C0A3}"/>
    <dgm:cxn modelId="{360BAAFF-63FD-43F2-9802-8A20EFFEA078}" srcId="{C9E721F3-3509-40BA-945D-417CE334E5F2}" destId="{73528B28-3862-4C56-BB94-20BFCA4D977C}" srcOrd="2" destOrd="0" parTransId="{320AF489-F490-4FB9-A435-9E69697CB6A1}" sibTransId="{D5F06BC4-1238-41A8-9412-D18B338823BA}"/>
    <dgm:cxn modelId="{87506354-E48E-4756-B7B1-3A8AABE29186}" type="presParOf" srcId="{58CB3A1D-119E-4A17-8333-D813B10F6904}" destId="{72548BFA-9BBC-45A7-9143-4A33BB8882F9}" srcOrd="0" destOrd="0" presId="urn:microsoft.com/office/officeart/2009/3/layout/HorizontalOrganizationChart"/>
    <dgm:cxn modelId="{C167768A-DA3F-4923-8274-E18400EE5E65}" type="presParOf" srcId="{72548BFA-9BBC-45A7-9143-4A33BB8882F9}" destId="{C6E05D97-7EA0-48B5-B671-3A23A78C70BD}" srcOrd="0" destOrd="0" presId="urn:microsoft.com/office/officeart/2009/3/layout/HorizontalOrganizationChart"/>
    <dgm:cxn modelId="{94DE6ED8-5EDB-45E4-92D2-162C0922CA4E}" type="presParOf" srcId="{C6E05D97-7EA0-48B5-B671-3A23A78C70BD}" destId="{03A1BB14-9637-40F9-B5B5-81520F48315F}" srcOrd="0" destOrd="0" presId="urn:microsoft.com/office/officeart/2009/3/layout/HorizontalOrganizationChart"/>
    <dgm:cxn modelId="{7F4D1892-D7AE-4E71-A741-E8AA0AD831F2}" type="presParOf" srcId="{C6E05D97-7EA0-48B5-B671-3A23A78C70BD}" destId="{04C1E8F7-D7F2-4A83-90D5-2A24E89AE95F}" srcOrd="1" destOrd="0" presId="urn:microsoft.com/office/officeart/2009/3/layout/HorizontalOrganizationChart"/>
    <dgm:cxn modelId="{3D02DE71-7A6B-4650-A50C-693A558F3FC6}" type="presParOf" srcId="{72548BFA-9BBC-45A7-9143-4A33BB8882F9}" destId="{D843F3EE-B8EE-43C2-86E0-4F7E350611A9}" srcOrd="1" destOrd="0" presId="urn:microsoft.com/office/officeart/2009/3/layout/HorizontalOrganizationChart"/>
    <dgm:cxn modelId="{F867528E-9EC6-42B2-9BED-0690F13EB061}" type="presParOf" srcId="{D843F3EE-B8EE-43C2-86E0-4F7E350611A9}" destId="{BF5293E0-96D7-49FD-81EA-757AF582D648}" srcOrd="0" destOrd="0" presId="urn:microsoft.com/office/officeart/2009/3/layout/HorizontalOrganizationChart"/>
    <dgm:cxn modelId="{43404494-5B09-4C9A-90CB-3536E9CFEDF6}" type="presParOf" srcId="{D843F3EE-B8EE-43C2-86E0-4F7E350611A9}" destId="{C5FA8B4B-FAFA-4A68-BA4E-AC3CCC9461D5}" srcOrd="1" destOrd="0" presId="urn:microsoft.com/office/officeart/2009/3/layout/HorizontalOrganizationChart"/>
    <dgm:cxn modelId="{66D1BABD-6E6C-4351-8A07-BFE1CDCCADDB}" type="presParOf" srcId="{C5FA8B4B-FAFA-4A68-BA4E-AC3CCC9461D5}" destId="{0B7D76BB-4686-4185-93AD-648B604C01D9}" srcOrd="0" destOrd="0" presId="urn:microsoft.com/office/officeart/2009/3/layout/HorizontalOrganizationChart"/>
    <dgm:cxn modelId="{D2870302-BF3D-4163-8495-5874476FF116}" type="presParOf" srcId="{0B7D76BB-4686-4185-93AD-648B604C01D9}" destId="{361EB6FF-B859-4244-8485-2C0FEA5D265B}" srcOrd="0" destOrd="0" presId="urn:microsoft.com/office/officeart/2009/3/layout/HorizontalOrganizationChart"/>
    <dgm:cxn modelId="{8051B178-7B14-4821-BC8C-3B1F6C290F0C}" type="presParOf" srcId="{0B7D76BB-4686-4185-93AD-648B604C01D9}" destId="{0E825310-4ECF-4F8B-A088-F53A2FA572C7}" srcOrd="1" destOrd="0" presId="urn:microsoft.com/office/officeart/2009/3/layout/HorizontalOrganizationChart"/>
    <dgm:cxn modelId="{A95F33C1-CBC2-4153-903D-81014D88D4B0}" type="presParOf" srcId="{C5FA8B4B-FAFA-4A68-BA4E-AC3CCC9461D5}" destId="{F9705414-12BE-4FE0-8D3A-1AD1B0BF7A45}" srcOrd="1" destOrd="0" presId="urn:microsoft.com/office/officeart/2009/3/layout/HorizontalOrganizationChart"/>
    <dgm:cxn modelId="{84DC27AF-B011-424A-A805-7C58C93FA249}" type="presParOf" srcId="{F9705414-12BE-4FE0-8D3A-1AD1B0BF7A45}" destId="{8734EB56-5A9C-44D3-8046-4D4FDD398AAC}" srcOrd="0" destOrd="0" presId="urn:microsoft.com/office/officeart/2009/3/layout/HorizontalOrganizationChart"/>
    <dgm:cxn modelId="{2CAA2263-836A-4B28-9605-AC4C50B30186}" type="presParOf" srcId="{F9705414-12BE-4FE0-8D3A-1AD1B0BF7A45}" destId="{18F2FF07-AE72-4858-A914-2CAA56CA0CB4}" srcOrd="1" destOrd="0" presId="urn:microsoft.com/office/officeart/2009/3/layout/HorizontalOrganizationChart"/>
    <dgm:cxn modelId="{A36BCA1A-D8CA-452E-8752-B2A7207D5E04}" type="presParOf" srcId="{18F2FF07-AE72-4858-A914-2CAA56CA0CB4}" destId="{E1542519-AF65-4AB2-A56C-35462E3D2730}" srcOrd="0" destOrd="0" presId="urn:microsoft.com/office/officeart/2009/3/layout/HorizontalOrganizationChart"/>
    <dgm:cxn modelId="{E6D2D116-FAA2-4AE1-9CA6-E845343C4636}" type="presParOf" srcId="{E1542519-AF65-4AB2-A56C-35462E3D2730}" destId="{3F068B7C-EBFA-492F-ABD8-85DE3E477784}" srcOrd="0" destOrd="0" presId="urn:microsoft.com/office/officeart/2009/3/layout/HorizontalOrganizationChart"/>
    <dgm:cxn modelId="{72571EBB-B326-4BB6-AD68-C8AF4CA276F9}" type="presParOf" srcId="{E1542519-AF65-4AB2-A56C-35462E3D2730}" destId="{C389EBCD-1328-466D-B1CA-18486ECA26EF}" srcOrd="1" destOrd="0" presId="urn:microsoft.com/office/officeart/2009/3/layout/HorizontalOrganizationChart"/>
    <dgm:cxn modelId="{6CDAA810-4DF0-47DD-BB47-27E4773E7421}" type="presParOf" srcId="{18F2FF07-AE72-4858-A914-2CAA56CA0CB4}" destId="{5C12CBEA-D540-42FD-AAB4-EC3FDF7C16F5}" srcOrd="1" destOrd="0" presId="urn:microsoft.com/office/officeart/2009/3/layout/HorizontalOrganizationChart"/>
    <dgm:cxn modelId="{A95331FC-376E-40E5-B2B9-F268404FE3D0}" type="presParOf" srcId="{18F2FF07-AE72-4858-A914-2CAA56CA0CB4}" destId="{02AA4367-BE93-4F6D-9F1D-3FE021C07F28}" srcOrd="2" destOrd="0" presId="urn:microsoft.com/office/officeart/2009/3/layout/HorizontalOrganizationChart"/>
    <dgm:cxn modelId="{32BE9AF5-4BA0-4065-A127-6CB21B4924AD}" type="presParOf" srcId="{F9705414-12BE-4FE0-8D3A-1AD1B0BF7A45}" destId="{020B6BC5-D316-46FF-9657-FB38EAFCA478}" srcOrd="2" destOrd="0" presId="urn:microsoft.com/office/officeart/2009/3/layout/HorizontalOrganizationChart"/>
    <dgm:cxn modelId="{E859AB64-D02E-4BE8-AEAA-869B1922F1E5}" type="presParOf" srcId="{F9705414-12BE-4FE0-8D3A-1AD1B0BF7A45}" destId="{AA6410DC-739B-4EA9-99B9-20B29259398F}" srcOrd="3" destOrd="0" presId="urn:microsoft.com/office/officeart/2009/3/layout/HorizontalOrganizationChart"/>
    <dgm:cxn modelId="{65E6EF35-865B-4F83-8F4E-A6D8D05FD3C4}" type="presParOf" srcId="{AA6410DC-739B-4EA9-99B9-20B29259398F}" destId="{9F3C95EF-F080-4612-8576-E1110F72394E}" srcOrd="0" destOrd="0" presId="urn:microsoft.com/office/officeart/2009/3/layout/HorizontalOrganizationChart"/>
    <dgm:cxn modelId="{384BE311-E459-4CAB-89BF-02D5B889DBB1}" type="presParOf" srcId="{9F3C95EF-F080-4612-8576-E1110F72394E}" destId="{9902580C-CDB9-4BC5-95FA-874F98DE783B}" srcOrd="0" destOrd="0" presId="urn:microsoft.com/office/officeart/2009/3/layout/HorizontalOrganizationChart"/>
    <dgm:cxn modelId="{8AD72937-9776-4A41-B0D4-51C06BFA78FF}" type="presParOf" srcId="{9F3C95EF-F080-4612-8576-E1110F72394E}" destId="{B48830A2-C4EC-44CC-AD04-784E693DE686}" srcOrd="1" destOrd="0" presId="urn:microsoft.com/office/officeart/2009/3/layout/HorizontalOrganizationChart"/>
    <dgm:cxn modelId="{DE359386-CFCF-43E0-81CF-EF5AA72244B6}" type="presParOf" srcId="{AA6410DC-739B-4EA9-99B9-20B29259398F}" destId="{C1548AED-E7C3-4393-A5C3-092A8FE785B7}" srcOrd="1" destOrd="0" presId="urn:microsoft.com/office/officeart/2009/3/layout/HorizontalOrganizationChart"/>
    <dgm:cxn modelId="{D13CD4B8-384E-4EB1-9325-FE016AC95612}" type="presParOf" srcId="{C1548AED-E7C3-4393-A5C3-092A8FE785B7}" destId="{ECBCB50C-17E3-4E08-8F2D-57A84F25E402}" srcOrd="0" destOrd="0" presId="urn:microsoft.com/office/officeart/2009/3/layout/HorizontalOrganizationChart"/>
    <dgm:cxn modelId="{B2CDC5DB-3C26-488F-A770-6C3EE941A7B3}" type="presParOf" srcId="{C1548AED-E7C3-4393-A5C3-092A8FE785B7}" destId="{560D9B1F-AA2D-4B3F-BD25-E4FE8EDD1AE0}" srcOrd="1" destOrd="0" presId="urn:microsoft.com/office/officeart/2009/3/layout/HorizontalOrganizationChart"/>
    <dgm:cxn modelId="{D8EFC750-84B3-4AB1-B30C-57D9834307F7}" type="presParOf" srcId="{560D9B1F-AA2D-4B3F-BD25-E4FE8EDD1AE0}" destId="{01E930DA-7C1A-49B6-B0DB-D6E49FD23C8A}" srcOrd="0" destOrd="0" presId="urn:microsoft.com/office/officeart/2009/3/layout/HorizontalOrganizationChart"/>
    <dgm:cxn modelId="{0D79E52D-552E-4508-AE5D-2644A9292553}" type="presParOf" srcId="{01E930DA-7C1A-49B6-B0DB-D6E49FD23C8A}" destId="{7E24B55B-C21F-479D-AF16-BA5BFBEF12B2}" srcOrd="0" destOrd="0" presId="urn:microsoft.com/office/officeart/2009/3/layout/HorizontalOrganizationChart"/>
    <dgm:cxn modelId="{D44D4B7A-CCB3-45BF-A65E-54530EAA612A}" type="presParOf" srcId="{01E930DA-7C1A-49B6-B0DB-D6E49FD23C8A}" destId="{4F292608-C5F5-4478-8FBB-148E0E496D72}" srcOrd="1" destOrd="0" presId="urn:microsoft.com/office/officeart/2009/3/layout/HorizontalOrganizationChart"/>
    <dgm:cxn modelId="{A2C9428F-C14E-4943-A493-9B7056371610}" type="presParOf" srcId="{560D9B1F-AA2D-4B3F-BD25-E4FE8EDD1AE0}" destId="{700D2C43-562C-4CB3-A3B0-5862186F34D8}" srcOrd="1" destOrd="0" presId="urn:microsoft.com/office/officeart/2009/3/layout/HorizontalOrganizationChart"/>
    <dgm:cxn modelId="{72D00E7B-E39D-4663-9C89-FB08A621C68E}" type="presParOf" srcId="{560D9B1F-AA2D-4B3F-BD25-E4FE8EDD1AE0}" destId="{E9B6A231-98F1-46F5-9FCA-6B8BAC34BF75}" srcOrd="2" destOrd="0" presId="urn:microsoft.com/office/officeart/2009/3/layout/HorizontalOrganizationChart"/>
    <dgm:cxn modelId="{F3307E50-8B3A-40C4-91AF-B1D748B8F056}" type="presParOf" srcId="{AA6410DC-739B-4EA9-99B9-20B29259398F}" destId="{69BF76B0-D8AD-4D4C-B035-0659BBC09612}" srcOrd="2" destOrd="0" presId="urn:microsoft.com/office/officeart/2009/3/layout/HorizontalOrganizationChart"/>
    <dgm:cxn modelId="{B056BFDA-4E34-4951-8FC3-18FA6D09525B}" type="presParOf" srcId="{C5FA8B4B-FAFA-4A68-BA4E-AC3CCC9461D5}" destId="{54753F5F-DC36-475D-B721-EABCDE9073DF}" srcOrd="2" destOrd="0" presId="urn:microsoft.com/office/officeart/2009/3/layout/HorizontalOrganizationChart"/>
    <dgm:cxn modelId="{92382075-F760-42F2-ADEF-0EC3A595F25D}" type="presParOf" srcId="{D843F3EE-B8EE-43C2-86E0-4F7E350611A9}" destId="{E35E075B-61F2-41BC-BC2A-69356E0D43EE}" srcOrd="2" destOrd="0" presId="urn:microsoft.com/office/officeart/2009/3/layout/HorizontalOrganizationChart"/>
    <dgm:cxn modelId="{66119BD7-4435-4BA8-BF6A-F2EE0220314C}" type="presParOf" srcId="{D843F3EE-B8EE-43C2-86E0-4F7E350611A9}" destId="{644D243D-C3FA-49AC-98C7-4A947FD5C596}" srcOrd="3" destOrd="0" presId="urn:microsoft.com/office/officeart/2009/3/layout/HorizontalOrganizationChart"/>
    <dgm:cxn modelId="{F22964C0-08C3-4B4D-BBE4-CBC62B8AB6A0}" type="presParOf" srcId="{644D243D-C3FA-49AC-98C7-4A947FD5C596}" destId="{479C7696-5389-4F7E-AB80-043BC155F2EE}" srcOrd="0" destOrd="0" presId="urn:microsoft.com/office/officeart/2009/3/layout/HorizontalOrganizationChart"/>
    <dgm:cxn modelId="{D81516AE-0AF1-46E5-8EF8-3691FBA6E7F7}" type="presParOf" srcId="{479C7696-5389-4F7E-AB80-043BC155F2EE}" destId="{1557FC18-F726-42E8-B0B5-F6D08A985014}" srcOrd="0" destOrd="0" presId="urn:microsoft.com/office/officeart/2009/3/layout/HorizontalOrganizationChart"/>
    <dgm:cxn modelId="{CE1EACE6-7435-4126-A611-169B61E4A8C7}" type="presParOf" srcId="{479C7696-5389-4F7E-AB80-043BC155F2EE}" destId="{8E0DAD77-8259-47D3-8A7C-09406F1139F1}" srcOrd="1" destOrd="0" presId="urn:microsoft.com/office/officeart/2009/3/layout/HorizontalOrganizationChart"/>
    <dgm:cxn modelId="{05954963-952A-4191-848B-FC2E67484AE0}" type="presParOf" srcId="{644D243D-C3FA-49AC-98C7-4A947FD5C596}" destId="{0580859A-50EF-453D-BFC8-CEC25E8395B7}" srcOrd="1" destOrd="0" presId="urn:microsoft.com/office/officeart/2009/3/layout/HorizontalOrganizationChart"/>
    <dgm:cxn modelId="{3F0DB33E-67BB-4827-87A4-5F4A6F1FB000}" type="presParOf" srcId="{0580859A-50EF-453D-BFC8-CEC25E8395B7}" destId="{6D1FD870-2315-4054-B29C-39DF6F98439B}" srcOrd="0" destOrd="0" presId="urn:microsoft.com/office/officeart/2009/3/layout/HorizontalOrganizationChart"/>
    <dgm:cxn modelId="{75EA4CB2-07C8-46F2-AD67-B2A17A675B11}" type="presParOf" srcId="{0580859A-50EF-453D-BFC8-CEC25E8395B7}" destId="{135CFCF6-872B-4789-9B65-2D8EAB952075}" srcOrd="1" destOrd="0" presId="urn:microsoft.com/office/officeart/2009/3/layout/HorizontalOrganizationChart"/>
    <dgm:cxn modelId="{7D62AA09-EA61-4D5E-AE5A-B1B89A01C15D}" type="presParOf" srcId="{135CFCF6-872B-4789-9B65-2D8EAB952075}" destId="{83157CDB-F484-4B87-8293-E4B564ADF99F}" srcOrd="0" destOrd="0" presId="urn:microsoft.com/office/officeart/2009/3/layout/HorizontalOrganizationChart"/>
    <dgm:cxn modelId="{CCA04693-E170-4E87-93CA-74DFA295AF91}" type="presParOf" srcId="{83157CDB-F484-4B87-8293-E4B564ADF99F}" destId="{8C383FB3-4D14-4CBA-A0C6-CFF4847BA3EC}" srcOrd="0" destOrd="0" presId="urn:microsoft.com/office/officeart/2009/3/layout/HorizontalOrganizationChart"/>
    <dgm:cxn modelId="{10665FB1-7213-49E3-92AA-67F7646EB603}" type="presParOf" srcId="{83157CDB-F484-4B87-8293-E4B564ADF99F}" destId="{9D3EEB16-49D5-49C0-85BE-0CF3D3E7D9DC}" srcOrd="1" destOrd="0" presId="urn:microsoft.com/office/officeart/2009/3/layout/HorizontalOrganizationChart"/>
    <dgm:cxn modelId="{0FBB7B01-03B7-403A-9828-1B5412518645}" type="presParOf" srcId="{135CFCF6-872B-4789-9B65-2D8EAB952075}" destId="{86E86BCC-29B6-43B0-A110-A4C382B83FA3}" srcOrd="1" destOrd="0" presId="urn:microsoft.com/office/officeart/2009/3/layout/HorizontalOrganizationChart"/>
    <dgm:cxn modelId="{636F9EA6-3712-4DF1-B0F5-7ED831471B48}" type="presParOf" srcId="{86E86BCC-29B6-43B0-A110-A4C382B83FA3}" destId="{5613D8DC-8394-4EB2-BEC0-4978BB2F3DA3}" srcOrd="0" destOrd="0" presId="urn:microsoft.com/office/officeart/2009/3/layout/HorizontalOrganizationChart"/>
    <dgm:cxn modelId="{D1F3C053-C88D-47CB-A04A-7DA75D9419AA}" type="presParOf" srcId="{86E86BCC-29B6-43B0-A110-A4C382B83FA3}" destId="{7C7902C3-EFB0-42BE-83D6-3EEF998E34AB}" srcOrd="1" destOrd="0" presId="urn:microsoft.com/office/officeart/2009/3/layout/HorizontalOrganizationChart"/>
    <dgm:cxn modelId="{0AEC692F-0D95-4EC9-BC2C-7BDC081E8F6F}" type="presParOf" srcId="{7C7902C3-EFB0-42BE-83D6-3EEF998E34AB}" destId="{8670FF6F-47A9-4179-A7EC-2F65366EB1A0}" srcOrd="0" destOrd="0" presId="urn:microsoft.com/office/officeart/2009/3/layout/HorizontalOrganizationChart"/>
    <dgm:cxn modelId="{CF20C32E-6838-41F8-AD55-01D75C7085AD}" type="presParOf" srcId="{8670FF6F-47A9-4179-A7EC-2F65366EB1A0}" destId="{8A071F50-0936-48EF-AE15-796B92F4F4A2}" srcOrd="0" destOrd="0" presId="urn:microsoft.com/office/officeart/2009/3/layout/HorizontalOrganizationChart"/>
    <dgm:cxn modelId="{2D480925-927A-4E77-B546-CFF164EFC6C6}" type="presParOf" srcId="{8670FF6F-47A9-4179-A7EC-2F65366EB1A0}" destId="{BC5242FB-9811-49A0-A754-F9DF7804FA27}" srcOrd="1" destOrd="0" presId="urn:microsoft.com/office/officeart/2009/3/layout/HorizontalOrganizationChart"/>
    <dgm:cxn modelId="{1EEE5F93-7C0E-439F-949F-1B7407E5FDA1}" type="presParOf" srcId="{7C7902C3-EFB0-42BE-83D6-3EEF998E34AB}" destId="{EC9AFF7F-5A8E-4CDA-BB48-AD6FD5B8B872}" srcOrd="1" destOrd="0" presId="urn:microsoft.com/office/officeart/2009/3/layout/HorizontalOrganizationChart"/>
    <dgm:cxn modelId="{B8DA3B41-ADAF-467A-9A68-BFF7EFDE0101}" type="presParOf" srcId="{7C7902C3-EFB0-42BE-83D6-3EEF998E34AB}" destId="{7243B122-BF38-47A9-A7FB-01F27DC5A255}" srcOrd="2" destOrd="0" presId="urn:microsoft.com/office/officeart/2009/3/layout/HorizontalOrganizationChart"/>
    <dgm:cxn modelId="{52C0E7B2-45AE-4241-8ADF-7B877D870BAC}" type="presParOf" srcId="{135CFCF6-872B-4789-9B65-2D8EAB952075}" destId="{8948F03F-28E2-4589-96A6-4C0F659AB93C}" srcOrd="2" destOrd="0" presId="urn:microsoft.com/office/officeart/2009/3/layout/HorizontalOrganizationChart"/>
    <dgm:cxn modelId="{55338E78-EDD6-4EFF-81EC-914F9FEC30D8}" type="presParOf" srcId="{0580859A-50EF-453D-BFC8-CEC25E8395B7}" destId="{172AD772-32C1-453D-A10B-AD2F2B8A156F}" srcOrd="2" destOrd="0" presId="urn:microsoft.com/office/officeart/2009/3/layout/HorizontalOrganizationChart"/>
    <dgm:cxn modelId="{AC8B8002-CA89-441B-86E9-0CDDC4C1C2BF}" type="presParOf" srcId="{0580859A-50EF-453D-BFC8-CEC25E8395B7}" destId="{B89BC2F4-8E12-4AAD-AE0E-8BD41F4F6A66}" srcOrd="3" destOrd="0" presId="urn:microsoft.com/office/officeart/2009/3/layout/HorizontalOrganizationChart"/>
    <dgm:cxn modelId="{919D3BAC-9A9A-4914-B9E8-B58027985946}" type="presParOf" srcId="{B89BC2F4-8E12-4AAD-AE0E-8BD41F4F6A66}" destId="{790B3243-67B0-44B6-8319-A1351FA4E1B0}" srcOrd="0" destOrd="0" presId="urn:microsoft.com/office/officeart/2009/3/layout/HorizontalOrganizationChart"/>
    <dgm:cxn modelId="{5D0A58EE-9D37-48E3-97CA-EF523FFD3F76}" type="presParOf" srcId="{790B3243-67B0-44B6-8319-A1351FA4E1B0}" destId="{582577D3-050E-4B41-BF32-01AA487AE0ED}" srcOrd="0" destOrd="0" presId="urn:microsoft.com/office/officeart/2009/3/layout/HorizontalOrganizationChart"/>
    <dgm:cxn modelId="{36FD41A7-AE1D-4886-BCA2-F31DE77EE7A4}" type="presParOf" srcId="{790B3243-67B0-44B6-8319-A1351FA4E1B0}" destId="{ADACFA42-F20B-4E19-8623-C276B1FF0253}" srcOrd="1" destOrd="0" presId="urn:microsoft.com/office/officeart/2009/3/layout/HorizontalOrganizationChart"/>
    <dgm:cxn modelId="{A1718098-6E2D-46EA-A786-65EC1579B3AF}" type="presParOf" srcId="{B89BC2F4-8E12-4AAD-AE0E-8BD41F4F6A66}" destId="{FA7482C3-260F-4FD3-815C-AF4B1B75464D}" srcOrd="1" destOrd="0" presId="urn:microsoft.com/office/officeart/2009/3/layout/HorizontalOrganizationChart"/>
    <dgm:cxn modelId="{E0051F70-9276-4DC3-AD79-B161CF08E7BA}" type="presParOf" srcId="{B89BC2F4-8E12-4AAD-AE0E-8BD41F4F6A66}" destId="{5E5EF9F5-E3CC-45C6-99DE-3ACA0A30BE43}" srcOrd="2" destOrd="0" presId="urn:microsoft.com/office/officeart/2009/3/layout/HorizontalOrganizationChart"/>
    <dgm:cxn modelId="{123543F5-129B-4E0C-9D36-E3D19A9CE901}" type="presParOf" srcId="{644D243D-C3FA-49AC-98C7-4A947FD5C596}" destId="{65807902-FF69-40E6-B197-480C58AD0E5A}" srcOrd="2" destOrd="0" presId="urn:microsoft.com/office/officeart/2009/3/layout/HorizontalOrganizationChart"/>
    <dgm:cxn modelId="{E2B92840-0A46-4030-BE0A-46D579DF19CA}" type="presParOf" srcId="{D843F3EE-B8EE-43C2-86E0-4F7E350611A9}" destId="{B0CC0030-18CD-4C76-8E04-002BB6D32A15}" srcOrd="4" destOrd="0" presId="urn:microsoft.com/office/officeart/2009/3/layout/HorizontalOrganizationChart"/>
    <dgm:cxn modelId="{3CF36392-800C-4166-B0A8-6E6A4AA5AD35}" type="presParOf" srcId="{D843F3EE-B8EE-43C2-86E0-4F7E350611A9}" destId="{309A1635-DE84-4660-81FA-431325D7FF2B}" srcOrd="5" destOrd="0" presId="urn:microsoft.com/office/officeart/2009/3/layout/HorizontalOrganizationChart"/>
    <dgm:cxn modelId="{6895A361-9560-4C51-87CF-0B3638CEFD9D}" type="presParOf" srcId="{309A1635-DE84-4660-81FA-431325D7FF2B}" destId="{0FC2F79D-D526-4E6A-A10F-B46305F486B9}" srcOrd="0" destOrd="0" presId="urn:microsoft.com/office/officeart/2009/3/layout/HorizontalOrganizationChart"/>
    <dgm:cxn modelId="{CBA1C632-1105-41B1-8DF3-D7868E4DF2DD}" type="presParOf" srcId="{0FC2F79D-D526-4E6A-A10F-B46305F486B9}" destId="{61A0D4EF-EC3A-4279-BC51-4F36D0B52EB7}" srcOrd="0" destOrd="0" presId="urn:microsoft.com/office/officeart/2009/3/layout/HorizontalOrganizationChart"/>
    <dgm:cxn modelId="{21F0C743-55D1-4C3E-9F97-A073B8242C70}" type="presParOf" srcId="{0FC2F79D-D526-4E6A-A10F-B46305F486B9}" destId="{C2C48CC0-3A5A-4EE7-B580-FAF454A09CD8}" srcOrd="1" destOrd="0" presId="urn:microsoft.com/office/officeart/2009/3/layout/HorizontalOrganizationChart"/>
    <dgm:cxn modelId="{F27465A2-9E6F-4EAE-83EF-3BAEF31630BE}" type="presParOf" srcId="{309A1635-DE84-4660-81FA-431325D7FF2B}" destId="{21C05684-978E-4814-BFFD-06D294C8A223}" srcOrd="1" destOrd="0" presId="urn:microsoft.com/office/officeart/2009/3/layout/HorizontalOrganizationChart"/>
    <dgm:cxn modelId="{BD446D3E-4547-4432-81A5-41B0C78F52F8}" type="presParOf" srcId="{21C05684-978E-4814-BFFD-06D294C8A223}" destId="{0A14706F-1BC6-48E6-BDBA-7B500E589BAD}" srcOrd="0" destOrd="0" presId="urn:microsoft.com/office/officeart/2009/3/layout/HorizontalOrganizationChart"/>
    <dgm:cxn modelId="{DDFDBEA6-046D-4A2C-8CDF-B222A5A157BA}" type="presParOf" srcId="{21C05684-978E-4814-BFFD-06D294C8A223}" destId="{297A1475-871F-4B02-9E8C-FA3D011634A1}" srcOrd="1" destOrd="0" presId="urn:microsoft.com/office/officeart/2009/3/layout/HorizontalOrganizationChart"/>
    <dgm:cxn modelId="{1AFE5DBA-1939-4515-8ACB-DC9575AA2BC0}" type="presParOf" srcId="{297A1475-871F-4B02-9E8C-FA3D011634A1}" destId="{E0F525B7-9159-4C99-B924-C6F3E9886623}" srcOrd="0" destOrd="0" presId="urn:microsoft.com/office/officeart/2009/3/layout/HorizontalOrganizationChart"/>
    <dgm:cxn modelId="{895F04E5-79C6-47EC-9BCF-9D48C8B5862A}" type="presParOf" srcId="{E0F525B7-9159-4C99-B924-C6F3E9886623}" destId="{BAE31ACF-752D-4EA8-8B6E-54DBD06D21AE}" srcOrd="0" destOrd="0" presId="urn:microsoft.com/office/officeart/2009/3/layout/HorizontalOrganizationChart"/>
    <dgm:cxn modelId="{3BA02AA3-651D-44BF-9FDF-0A413C31C05C}" type="presParOf" srcId="{E0F525B7-9159-4C99-B924-C6F3E9886623}" destId="{D46F3F0D-30A4-4DDE-884B-BD4A774332AE}" srcOrd="1" destOrd="0" presId="urn:microsoft.com/office/officeart/2009/3/layout/HorizontalOrganizationChart"/>
    <dgm:cxn modelId="{0FA468FA-A1D8-446B-8DE9-F8B61B3C79F0}" type="presParOf" srcId="{297A1475-871F-4B02-9E8C-FA3D011634A1}" destId="{6322132C-78CD-43CA-BDB1-15934FC6847D}" srcOrd="1" destOrd="0" presId="urn:microsoft.com/office/officeart/2009/3/layout/HorizontalOrganizationChart"/>
    <dgm:cxn modelId="{682755A2-AD02-49DE-8AFD-54737EB6323C}" type="presParOf" srcId="{6322132C-78CD-43CA-BDB1-15934FC6847D}" destId="{E7F095C9-0EEA-49B6-905E-AC74937B597A}" srcOrd="0" destOrd="0" presId="urn:microsoft.com/office/officeart/2009/3/layout/HorizontalOrganizationChart"/>
    <dgm:cxn modelId="{4D68D7CD-F200-4B1D-9B7A-A08D77D650B9}" type="presParOf" srcId="{6322132C-78CD-43CA-BDB1-15934FC6847D}" destId="{2E752132-E630-4632-9600-9B043BD9E414}" srcOrd="1" destOrd="0" presId="urn:microsoft.com/office/officeart/2009/3/layout/HorizontalOrganizationChart"/>
    <dgm:cxn modelId="{5A55EE43-D990-485E-A5C8-1B431593F663}" type="presParOf" srcId="{2E752132-E630-4632-9600-9B043BD9E414}" destId="{9118CF5F-B9CB-4640-BAA2-6FDCB656E312}" srcOrd="0" destOrd="0" presId="urn:microsoft.com/office/officeart/2009/3/layout/HorizontalOrganizationChart"/>
    <dgm:cxn modelId="{5675AFC1-0E25-4357-8E65-0902E49D2504}" type="presParOf" srcId="{9118CF5F-B9CB-4640-BAA2-6FDCB656E312}" destId="{171F98E8-7A93-4667-99EC-A67EE133F035}" srcOrd="0" destOrd="0" presId="urn:microsoft.com/office/officeart/2009/3/layout/HorizontalOrganizationChart"/>
    <dgm:cxn modelId="{484CC6F4-C9BC-4B41-94B7-DB6BDB86EF66}" type="presParOf" srcId="{9118CF5F-B9CB-4640-BAA2-6FDCB656E312}" destId="{B4B0D416-48DF-4327-B6CB-95B60821634B}" srcOrd="1" destOrd="0" presId="urn:microsoft.com/office/officeart/2009/3/layout/HorizontalOrganizationChart"/>
    <dgm:cxn modelId="{F2453E1B-FA7E-46BA-B96F-8A141CE99D4C}" type="presParOf" srcId="{2E752132-E630-4632-9600-9B043BD9E414}" destId="{860F5D21-83EC-4D1B-83FE-010E6AAAD6E1}" srcOrd="1" destOrd="0" presId="urn:microsoft.com/office/officeart/2009/3/layout/HorizontalOrganizationChart"/>
    <dgm:cxn modelId="{1C6C841C-CDF2-4029-BD04-9B0DB043FAB9}" type="presParOf" srcId="{860F5D21-83EC-4D1B-83FE-010E6AAAD6E1}" destId="{2086A9C7-9135-4192-911C-9FD307A3662E}" srcOrd="0" destOrd="0" presId="urn:microsoft.com/office/officeart/2009/3/layout/HorizontalOrganizationChart"/>
    <dgm:cxn modelId="{DB4F90A6-1F76-423D-855E-0F3269B03A86}" type="presParOf" srcId="{860F5D21-83EC-4D1B-83FE-010E6AAAD6E1}" destId="{68B35679-26B2-422F-8E58-AD1E0E71C97A}" srcOrd="1" destOrd="0" presId="urn:microsoft.com/office/officeart/2009/3/layout/HorizontalOrganizationChart"/>
    <dgm:cxn modelId="{D9949393-56A7-46B7-908D-0ABCCEEDEE76}" type="presParOf" srcId="{68B35679-26B2-422F-8E58-AD1E0E71C97A}" destId="{283CF7F0-2C2A-4996-86E8-B99611999D67}" srcOrd="0" destOrd="0" presId="urn:microsoft.com/office/officeart/2009/3/layout/HorizontalOrganizationChart"/>
    <dgm:cxn modelId="{9A1DAC59-C0F9-4EB6-B3B3-804E38418FCC}" type="presParOf" srcId="{283CF7F0-2C2A-4996-86E8-B99611999D67}" destId="{4F157AFE-1A3E-4945-AFFE-3FBFDF773F45}" srcOrd="0" destOrd="0" presId="urn:microsoft.com/office/officeart/2009/3/layout/HorizontalOrganizationChart"/>
    <dgm:cxn modelId="{ED1D7E55-453A-46B0-84E9-5769B34C5881}" type="presParOf" srcId="{283CF7F0-2C2A-4996-86E8-B99611999D67}" destId="{32B448BD-E161-46C8-A1F6-88A373738118}" srcOrd="1" destOrd="0" presId="urn:microsoft.com/office/officeart/2009/3/layout/HorizontalOrganizationChart"/>
    <dgm:cxn modelId="{4538C6C1-16BE-4B42-B763-697AC4445751}" type="presParOf" srcId="{68B35679-26B2-422F-8E58-AD1E0E71C97A}" destId="{E336B98F-281B-4A8A-AE13-8063387C03E3}" srcOrd="1" destOrd="0" presId="urn:microsoft.com/office/officeart/2009/3/layout/HorizontalOrganizationChart"/>
    <dgm:cxn modelId="{B733DAE8-5D09-4B37-A734-1CD6C7A6C9DE}" type="presParOf" srcId="{68B35679-26B2-422F-8E58-AD1E0E71C97A}" destId="{38ADAED9-8891-4C7D-8154-C0E5F1C45FFB}" srcOrd="2" destOrd="0" presId="urn:microsoft.com/office/officeart/2009/3/layout/HorizontalOrganizationChart"/>
    <dgm:cxn modelId="{3C5EC9EF-1D58-410A-B607-6C6CBC2686BB}" type="presParOf" srcId="{2E752132-E630-4632-9600-9B043BD9E414}" destId="{8A3A4087-C2D1-4E88-BA2C-FF26690A6263}" srcOrd="2" destOrd="0" presId="urn:microsoft.com/office/officeart/2009/3/layout/HorizontalOrganizationChart"/>
    <dgm:cxn modelId="{F34CB4A0-C8E0-4E65-A492-A7ECEF52EA3D}" type="presParOf" srcId="{6322132C-78CD-43CA-BDB1-15934FC6847D}" destId="{4CFCDFA8-E01C-4C6B-A731-226D0B6C2C76}" srcOrd="2" destOrd="0" presId="urn:microsoft.com/office/officeart/2009/3/layout/HorizontalOrganizationChart"/>
    <dgm:cxn modelId="{89C21EF2-6D22-4ED1-A767-73340DA41169}" type="presParOf" srcId="{6322132C-78CD-43CA-BDB1-15934FC6847D}" destId="{8E96193A-7879-4C54-B22A-A2C9C6D1B243}" srcOrd="3" destOrd="0" presId="urn:microsoft.com/office/officeart/2009/3/layout/HorizontalOrganizationChart"/>
    <dgm:cxn modelId="{88B3D840-A62B-4BD5-974A-E8B8330A99DE}" type="presParOf" srcId="{8E96193A-7879-4C54-B22A-A2C9C6D1B243}" destId="{E49EF6BC-879F-4C43-9032-39D4E59C1122}" srcOrd="0" destOrd="0" presId="urn:microsoft.com/office/officeart/2009/3/layout/HorizontalOrganizationChart"/>
    <dgm:cxn modelId="{144930D4-E2FE-4859-BA69-1E25C50C298F}" type="presParOf" srcId="{E49EF6BC-879F-4C43-9032-39D4E59C1122}" destId="{1ECE9F9F-A668-4333-B43A-1DABED3BF4C5}" srcOrd="0" destOrd="0" presId="urn:microsoft.com/office/officeart/2009/3/layout/HorizontalOrganizationChart"/>
    <dgm:cxn modelId="{2FFB3D9B-75D6-4AD7-BD39-8F50EEF35C9D}" type="presParOf" srcId="{E49EF6BC-879F-4C43-9032-39D4E59C1122}" destId="{33C6A336-A8D1-4674-9B6A-18C545834C69}" srcOrd="1" destOrd="0" presId="urn:microsoft.com/office/officeart/2009/3/layout/HorizontalOrganizationChart"/>
    <dgm:cxn modelId="{19D6A0FE-ED45-4D52-8969-D398FF9DD546}" type="presParOf" srcId="{8E96193A-7879-4C54-B22A-A2C9C6D1B243}" destId="{B7C1DC1A-E336-4BB4-9D9D-A520B288CB01}" srcOrd="1" destOrd="0" presId="urn:microsoft.com/office/officeart/2009/3/layout/HorizontalOrganizationChart"/>
    <dgm:cxn modelId="{C29B8F11-882A-4E51-9788-1C757C0B4B45}" type="presParOf" srcId="{B7C1DC1A-E336-4BB4-9D9D-A520B288CB01}" destId="{595CFFA0-B569-4A56-8175-567F57E3E286}" srcOrd="0" destOrd="0" presId="urn:microsoft.com/office/officeart/2009/3/layout/HorizontalOrganizationChart"/>
    <dgm:cxn modelId="{4ADCDA42-3D26-4029-A0F9-A7DF81CEB508}" type="presParOf" srcId="{B7C1DC1A-E336-4BB4-9D9D-A520B288CB01}" destId="{0409A85C-1F0E-4A89-987F-3851A7A68BDF}" srcOrd="1" destOrd="0" presId="urn:microsoft.com/office/officeart/2009/3/layout/HorizontalOrganizationChart"/>
    <dgm:cxn modelId="{CCDF1270-B5FE-41E5-BD7D-9D7F8B18473E}" type="presParOf" srcId="{0409A85C-1F0E-4A89-987F-3851A7A68BDF}" destId="{3DBCD097-5046-4AD9-9F47-C3B6A8869991}" srcOrd="0" destOrd="0" presId="urn:microsoft.com/office/officeart/2009/3/layout/HorizontalOrganizationChart"/>
    <dgm:cxn modelId="{0F190025-BFF1-4689-8D6A-99810DC6B4AE}" type="presParOf" srcId="{3DBCD097-5046-4AD9-9F47-C3B6A8869991}" destId="{88A62553-AA35-4C7E-AEE4-0944A5577F9F}" srcOrd="0" destOrd="0" presId="urn:microsoft.com/office/officeart/2009/3/layout/HorizontalOrganizationChart"/>
    <dgm:cxn modelId="{64D3A37A-B854-498F-90DB-A365B0E09841}" type="presParOf" srcId="{3DBCD097-5046-4AD9-9F47-C3B6A8869991}" destId="{B1A98113-5456-4FA2-978F-D9BF6518B3D2}" srcOrd="1" destOrd="0" presId="urn:microsoft.com/office/officeart/2009/3/layout/HorizontalOrganizationChart"/>
    <dgm:cxn modelId="{B6F8CB6E-F1E9-4B33-9F3C-D67DBDF69393}" type="presParOf" srcId="{0409A85C-1F0E-4A89-987F-3851A7A68BDF}" destId="{1AE67292-3C18-4CA8-AB74-0B8B6C5F7208}" srcOrd="1" destOrd="0" presId="urn:microsoft.com/office/officeart/2009/3/layout/HorizontalOrganizationChart"/>
    <dgm:cxn modelId="{4C3D334F-2CA9-46DC-87C8-8CC2B2F49B7B}" type="presParOf" srcId="{0409A85C-1F0E-4A89-987F-3851A7A68BDF}" destId="{ED18E2C5-2C0C-470F-BF50-AE8352C26AD4}" srcOrd="2" destOrd="0" presId="urn:microsoft.com/office/officeart/2009/3/layout/HorizontalOrganizationChart"/>
    <dgm:cxn modelId="{0677E673-33E3-43EE-96F3-F5A906BD4C38}" type="presParOf" srcId="{8E96193A-7879-4C54-B22A-A2C9C6D1B243}" destId="{E32B485E-A57D-472A-85FF-B48E86C2EA4B}" srcOrd="2" destOrd="0" presId="urn:microsoft.com/office/officeart/2009/3/layout/HorizontalOrganizationChart"/>
    <dgm:cxn modelId="{E5B4F389-BAA3-4FA0-A521-5CEBFDE2AED6}" type="presParOf" srcId="{6322132C-78CD-43CA-BDB1-15934FC6847D}" destId="{183240E7-EEA6-46D8-AE60-487B0566B9A2}" srcOrd="4" destOrd="0" presId="urn:microsoft.com/office/officeart/2009/3/layout/HorizontalOrganizationChart"/>
    <dgm:cxn modelId="{BE7054A8-51BF-40BE-ABF7-8F90991A0F65}" type="presParOf" srcId="{6322132C-78CD-43CA-BDB1-15934FC6847D}" destId="{CFDB63F1-940F-405A-A9B4-7DDC93AF5869}" srcOrd="5" destOrd="0" presId="urn:microsoft.com/office/officeart/2009/3/layout/HorizontalOrganizationChart"/>
    <dgm:cxn modelId="{EBD7FC8F-CB44-449A-BBD6-93DECAB998A5}" type="presParOf" srcId="{CFDB63F1-940F-405A-A9B4-7DDC93AF5869}" destId="{011E1183-F092-4EB8-9DFF-4332630ED2E5}" srcOrd="0" destOrd="0" presId="urn:microsoft.com/office/officeart/2009/3/layout/HorizontalOrganizationChart"/>
    <dgm:cxn modelId="{0115DCB2-9EEA-4718-92BC-2192DCB59076}" type="presParOf" srcId="{011E1183-F092-4EB8-9DFF-4332630ED2E5}" destId="{E9A97367-2565-4CA7-B81D-4E147657D835}" srcOrd="0" destOrd="0" presId="urn:microsoft.com/office/officeart/2009/3/layout/HorizontalOrganizationChart"/>
    <dgm:cxn modelId="{09B7F9CB-D200-4D07-93CD-2B9F3A4B7E4B}" type="presParOf" srcId="{011E1183-F092-4EB8-9DFF-4332630ED2E5}" destId="{2846335E-09B8-4070-8AE1-F4A8659BD36F}" srcOrd="1" destOrd="0" presId="urn:microsoft.com/office/officeart/2009/3/layout/HorizontalOrganizationChart"/>
    <dgm:cxn modelId="{0851A1E6-6A82-40A1-AEB4-A89DC51602F6}" type="presParOf" srcId="{CFDB63F1-940F-405A-A9B4-7DDC93AF5869}" destId="{D98298B5-4B34-459A-BC81-9CF46F584A90}" srcOrd="1" destOrd="0" presId="urn:microsoft.com/office/officeart/2009/3/layout/HorizontalOrganizationChart"/>
    <dgm:cxn modelId="{45328F02-872F-4112-B669-DE6AFE03E148}" type="presParOf" srcId="{CFDB63F1-940F-405A-A9B4-7DDC93AF5869}" destId="{51A25AF1-B8A8-40A6-BC8E-0E3A3D038724}" srcOrd="2" destOrd="0" presId="urn:microsoft.com/office/officeart/2009/3/layout/HorizontalOrganizationChart"/>
    <dgm:cxn modelId="{A0510CC7-14A6-41CB-A97F-64BCCC939319}" type="presParOf" srcId="{6322132C-78CD-43CA-BDB1-15934FC6847D}" destId="{B8837C6A-8105-408D-9A2C-4FAA52810339}" srcOrd="6" destOrd="0" presId="urn:microsoft.com/office/officeart/2009/3/layout/HorizontalOrganizationChart"/>
    <dgm:cxn modelId="{AF0CE27C-4895-4022-B9AD-2B17E9A40652}" type="presParOf" srcId="{6322132C-78CD-43CA-BDB1-15934FC6847D}" destId="{7D003827-466D-499B-9492-0D274854DE71}" srcOrd="7" destOrd="0" presId="urn:microsoft.com/office/officeart/2009/3/layout/HorizontalOrganizationChart"/>
    <dgm:cxn modelId="{F8E34FB3-8EF1-49A1-BFE9-CE714CB9DEC5}" type="presParOf" srcId="{7D003827-466D-499B-9492-0D274854DE71}" destId="{8321FBBC-0B02-4D6A-B292-31DB58261631}" srcOrd="0" destOrd="0" presId="urn:microsoft.com/office/officeart/2009/3/layout/HorizontalOrganizationChart"/>
    <dgm:cxn modelId="{02EC7CC2-0396-4779-AF86-3ACB18FD38F5}" type="presParOf" srcId="{8321FBBC-0B02-4D6A-B292-31DB58261631}" destId="{3E0FA384-F7A7-4EF5-BB6C-325C5B877E93}" srcOrd="0" destOrd="0" presId="urn:microsoft.com/office/officeart/2009/3/layout/HorizontalOrganizationChart"/>
    <dgm:cxn modelId="{7CCF37A7-8A60-41D8-8371-86392EC00A89}" type="presParOf" srcId="{8321FBBC-0B02-4D6A-B292-31DB58261631}" destId="{039EE693-846A-452B-938C-A79863754B50}" srcOrd="1" destOrd="0" presId="urn:microsoft.com/office/officeart/2009/3/layout/HorizontalOrganizationChart"/>
    <dgm:cxn modelId="{06176D7E-0D75-4D2A-B7E6-6528B0F4C86F}" type="presParOf" srcId="{7D003827-466D-499B-9492-0D274854DE71}" destId="{15438C47-FF5A-46A4-A923-94CF51153C82}" srcOrd="1" destOrd="0" presId="urn:microsoft.com/office/officeart/2009/3/layout/HorizontalOrganizationChart"/>
    <dgm:cxn modelId="{C185519E-D42E-4A37-9DB4-A40233D78F17}" type="presParOf" srcId="{15438C47-FF5A-46A4-A923-94CF51153C82}" destId="{D5EFD006-A32B-489A-B809-E3D7E0386B88}" srcOrd="0" destOrd="0" presId="urn:microsoft.com/office/officeart/2009/3/layout/HorizontalOrganizationChart"/>
    <dgm:cxn modelId="{4B7D4809-6FE8-40C3-BF75-6279D297A882}" type="presParOf" srcId="{15438C47-FF5A-46A4-A923-94CF51153C82}" destId="{6D2D5EBF-D547-4528-A20C-8F5E2C9B880C}" srcOrd="1" destOrd="0" presId="urn:microsoft.com/office/officeart/2009/3/layout/HorizontalOrganizationChart"/>
    <dgm:cxn modelId="{2A87A7AC-FE98-4AA5-AC9D-2FB5DE6B8BB7}" type="presParOf" srcId="{6D2D5EBF-D547-4528-A20C-8F5E2C9B880C}" destId="{10C34B34-3590-46BB-B6F2-FDE6907AB634}" srcOrd="0" destOrd="0" presId="urn:microsoft.com/office/officeart/2009/3/layout/HorizontalOrganizationChart"/>
    <dgm:cxn modelId="{E6D49356-11FB-49F2-9A7B-BB415A8BA0AC}" type="presParOf" srcId="{10C34B34-3590-46BB-B6F2-FDE6907AB634}" destId="{5CE68631-E50F-4A7D-A78E-B9848249D5F3}" srcOrd="0" destOrd="0" presId="urn:microsoft.com/office/officeart/2009/3/layout/HorizontalOrganizationChart"/>
    <dgm:cxn modelId="{7EE220E8-ED29-4E15-B36C-E4E0A0834497}" type="presParOf" srcId="{10C34B34-3590-46BB-B6F2-FDE6907AB634}" destId="{313097A2-C9D5-4518-B29A-5B216269D568}" srcOrd="1" destOrd="0" presId="urn:microsoft.com/office/officeart/2009/3/layout/HorizontalOrganizationChart"/>
    <dgm:cxn modelId="{E5FB5118-394C-4E50-B654-53D3A16CD1FF}" type="presParOf" srcId="{6D2D5EBF-D547-4528-A20C-8F5E2C9B880C}" destId="{23275A76-13D0-4464-8314-473BE340AD8F}" srcOrd="1" destOrd="0" presId="urn:microsoft.com/office/officeart/2009/3/layout/HorizontalOrganizationChart"/>
    <dgm:cxn modelId="{F31E2DCA-56AD-41FE-8376-621CD7B79087}" type="presParOf" srcId="{6D2D5EBF-D547-4528-A20C-8F5E2C9B880C}" destId="{DB679513-DBB0-4A13-8DD4-A35C9E981A94}" srcOrd="2" destOrd="0" presId="urn:microsoft.com/office/officeart/2009/3/layout/HorizontalOrganizationChart"/>
    <dgm:cxn modelId="{6846A4AE-83F9-4E2A-93FD-27ADED504D05}" type="presParOf" srcId="{7D003827-466D-499B-9492-0D274854DE71}" destId="{0F2A9527-4341-4D91-B2A8-08268FCDC96C}" srcOrd="2" destOrd="0" presId="urn:microsoft.com/office/officeart/2009/3/layout/HorizontalOrganizationChart"/>
    <dgm:cxn modelId="{22A3FD53-1BE9-4885-9FC3-C5A054386A5F}" type="presParOf" srcId="{6322132C-78CD-43CA-BDB1-15934FC6847D}" destId="{16D33CAD-B597-414C-9523-47A079B2FFFB}" srcOrd="8" destOrd="0" presId="urn:microsoft.com/office/officeart/2009/3/layout/HorizontalOrganizationChart"/>
    <dgm:cxn modelId="{40BB907F-E93A-46E9-BE74-E21E43194FE6}" type="presParOf" srcId="{6322132C-78CD-43CA-BDB1-15934FC6847D}" destId="{2768B59B-453A-42A2-85F9-75C2F9E31EB2}" srcOrd="9" destOrd="0" presId="urn:microsoft.com/office/officeart/2009/3/layout/HorizontalOrganizationChart"/>
    <dgm:cxn modelId="{4FC1F8D9-2590-4846-B5B1-388DD1F10552}" type="presParOf" srcId="{2768B59B-453A-42A2-85F9-75C2F9E31EB2}" destId="{AA82314E-5F22-45DE-BE38-64D9F48D91DF}" srcOrd="0" destOrd="0" presId="urn:microsoft.com/office/officeart/2009/3/layout/HorizontalOrganizationChart"/>
    <dgm:cxn modelId="{E289D92B-D478-4925-A3CA-8E621428B096}" type="presParOf" srcId="{AA82314E-5F22-45DE-BE38-64D9F48D91DF}" destId="{7E303F30-9711-4703-9E93-53900C059588}" srcOrd="0" destOrd="0" presId="urn:microsoft.com/office/officeart/2009/3/layout/HorizontalOrganizationChart"/>
    <dgm:cxn modelId="{B4F5C916-9CE0-4735-8A2F-61181A378246}" type="presParOf" srcId="{AA82314E-5F22-45DE-BE38-64D9F48D91DF}" destId="{6B320540-8EFC-424C-87BB-7A322C848E8D}" srcOrd="1" destOrd="0" presId="urn:microsoft.com/office/officeart/2009/3/layout/HorizontalOrganizationChart"/>
    <dgm:cxn modelId="{1AF9F8DA-0228-4A44-866E-974997408AD3}" type="presParOf" srcId="{2768B59B-453A-42A2-85F9-75C2F9E31EB2}" destId="{3A41FAFC-2989-4EED-BB19-C23AE601C621}" srcOrd="1" destOrd="0" presId="urn:microsoft.com/office/officeart/2009/3/layout/HorizontalOrganizationChart"/>
    <dgm:cxn modelId="{A51D1F86-056A-4BF6-8A36-2ACC60000BD4}" type="presParOf" srcId="{2768B59B-453A-42A2-85F9-75C2F9E31EB2}" destId="{485D3EB7-314F-4C91-B2D4-8AB5126CF5BB}" srcOrd="2" destOrd="0" presId="urn:microsoft.com/office/officeart/2009/3/layout/HorizontalOrganizationChart"/>
    <dgm:cxn modelId="{306AADE4-50E1-4147-A6C5-2BF23882F55F}" type="presParOf" srcId="{6322132C-78CD-43CA-BDB1-15934FC6847D}" destId="{34B1EDD2-BFE8-4A14-8948-7EEB84EDF964}" srcOrd="10" destOrd="0" presId="urn:microsoft.com/office/officeart/2009/3/layout/HorizontalOrganizationChart"/>
    <dgm:cxn modelId="{1A299854-4B57-41F4-A5DA-21BAFB3820B8}" type="presParOf" srcId="{6322132C-78CD-43CA-BDB1-15934FC6847D}" destId="{A6B1FB9B-052B-489F-9CB1-187B6E579E3C}" srcOrd="11" destOrd="0" presId="urn:microsoft.com/office/officeart/2009/3/layout/HorizontalOrganizationChart"/>
    <dgm:cxn modelId="{20699038-4C2E-4620-A134-3D356B88D670}" type="presParOf" srcId="{A6B1FB9B-052B-489F-9CB1-187B6E579E3C}" destId="{FF477795-AE90-4627-9E54-30BBA876CAB3}" srcOrd="0" destOrd="0" presId="urn:microsoft.com/office/officeart/2009/3/layout/HorizontalOrganizationChart"/>
    <dgm:cxn modelId="{BD3E1FD6-0FFC-431F-99ED-9BF5B3B1C78A}" type="presParOf" srcId="{FF477795-AE90-4627-9E54-30BBA876CAB3}" destId="{3D02A4C7-D3F8-46A9-BF13-B91E1207C679}" srcOrd="0" destOrd="0" presId="urn:microsoft.com/office/officeart/2009/3/layout/HorizontalOrganizationChart"/>
    <dgm:cxn modelId="{E6180663-D3CD-4614-8096-C81006B08153}" type="presParOf" srcId="{FF477795-AE90-4627-9E54-30BBA876CAB3}" destId="{75AB063C-95C2-4D08-BD75-E990F011A243}" srcOrd="1" destOrd="0" presId="urn:microsoft.com/office/officeart/2009/3/layout/HorizontalOrganizationChart"/>
    <dgm:cxn modelId="{9AD5A79A-4F4C-4494-B4C2-B27859A78721}" type="presParOf" srcId="{A6B1FB9B-052B-489F-9CB1-187B6E579E3C}" destId="{896FC98F-C18B-48B6-9368-6A4224F8D339}" srcOrd="1" destOrd="0" presId="urn:microsoft.com/office/officeart/2009/3/layout/HorizontalOrganizationChart"/>
    <dgm:cxn modelId="{FDA19E39-19A6-42A0-AA5F-01962BA5514C}" type="presParOf" srcId="{896FC98F-C18B-48B6-9368-6A4224F8D339}" destId="{50A4060C-F737-4459-BC6A-B233FEC9432A}" srcOrd="0" destOrd="0" presId="urn:microsoft.com/office/officeart/2009/3/layout/HorizontalOrganizationChart"/>
    <dgm:cxn modelId="{2F16F948-9927-4193-87D5-777FB63A6B75}" type="presParOf" srcId="{896FC98F-C18B-48B6-9368-6A4224F8D339}" destId="{D14D68CC-E066-4447-90AF-4E5C4D91C745}" srcOrd="1" destOrd="0" presId="urn:microsoft.com/office/officeart/2009/3/layout/HorizontalOrganizationChart"/>
    <dgm:cxn modelId="{2A27BCAA-8DA3-4A05-A70B-B2BD16595EA6}" type="presParOf" srcId="{D14D68CC-E066-4447-90AF-4E5C4D91C745}" destId="{4CB1C44D-18C1-45B3-8B69-3E34236607C4}" srcOrd="0" destOrd="0" presId="urn:microsoft.com/office/officeart/2009/3/layout/HorizontalOrganizationChart"/>
    <dgm:cxn modelId="{AF89B95F-69EC-4493-A6CF-7844E675EEDB}" type="presParOf" srcId="{4CB1C44D-18C1-45B3-8B69-3E34236607C4}" destId="{90D35EA2-A25D-449A-8C0B-91C81C67A50C}" srcOrd="0" destOrd="0" presId="urn:microsoft.com/office/officeart/2009/3/layout/HorizontalOrganizationChart"/>
    <dgm:cxn modelId="{9D766F17-D661-4A36-88B7-A3513FF249DA}" type="presParOf" srcId="{4CB1C44D-18C1-45B3-8B69-3E34236607C4}" destId="{89FD8EE9-AA60-48A6-9D40-0DBE92C02DE0}" srcOrd="1" destOrd="0" presId="urn:microsoft.com/office/officeart/2009/3/layout/HorizontalOrganizationChart"/>
    <dgm:cxn modelId="{AFFA76D4-B7C2-4709-ABC8-83D46B387CAA}" type="presParOf" srcId="{D14D68CC-E066-4447-90AF-4E5C4D91C745}" destId="{53B6FEF6-D5AE-485A-8D43-4347859156E9}" srcOrd="1" destOrd="0" presId="urn:microsoft.com/office/officeart/2009/3/layout/HorizontalOrganizationChart"/>
    <dgm:cxn modelId="{EAA8F3EF-0D11-4052-88C8-7DB31DDA8747}" type="presParOf" srcId="{D14D68CC-E066-4447-90AF-4E5C4D91C745}" destId="{6077FBBF-C54E-456A-B261-7861B4F23FB0}" srcOrd="2" destOrd="0" presId="urn:microsoft.com/office/officeart/2009/3/layout/HorizontalOrganizationChart"/>
    <dgm:cxn modelId="{148DC0EA-10D6-4879-B771-C2E3D04BD362}" type="presParOf" srcId="{A6B1FB9B-052B-489F-9CB1-187B6E579E3C}" destId="{293C3232-9283-4A76-99D0-ACC9F33364EB}" srcOrd="2" destOrd="0" presId="urn:microsoft.com/office/officeart/2009/3/layout/HorizontalOrganizationChart"/>
    <dgm:cxn modelId="{AC3386AE-7CF1-4493-B352-84D9B6260C5C}" type="presParOf" srcId="{6322132C-78CD-43CA-BDB1-15934FC6847D}" destId="{26800CCF-2CF7-4C2B-BE5D-668243245262}" srcOrd="12" destOrd="0" presId="urn:microsoft.com/office/officeart/2009/3/layout/HorizontalOrganizationChart"/>
    <dgm:cxn modelId="{6B94D82D-C987-4D3E-B8B3-4E97A229D21B}" type="presParOf" srcId="{6322132C-78CD-43CA-BDB1-15934FC6847D}" destId="{2385C688-3F8F-43A2-A30A-2252C12C33E5}" srcOrd="13" destOrd="0" presId="urn:microsoft.com/office/officeart/2009/3/layout/HorizontalOrganizationChart"/>
    <dgm:cxn modelId="{C2542B67-49D8-468B-9E69-308653750BFA}" type="presParOf" srcId="{2385C688-3F8F-43A2-A30A-2252C12C33E5}" destId="{581FB53A-4B2E-4286-B82E-94AEB51C2972}" srcOrd="0" destOrd="0" presId="urn:microsoft.com/office/officeart/2009/3/layout/HorizontalOrganizationChart"/>
    <dgm:cxn modelId="{53D18AD3-22E6-47A8-A948-19FB603C4346}" type="presParOf" srcId="{581FB53A-4B2E-4286-B82E-94AEB51C2972}" destId="{9E916334-F27B-4E86-B949-E7079E77F959}" srcOrd="0" destOrd="0" presId="urn:microsoft.com/office/officeart/2009/3/layout/HorizontalOrganizationChart"/>
    <dgm:cxn modelId="{D5EA6E05-0864-47A7-90A4-429C70639D28}" type="presParOf" srcId="{581FB53A-4B2E-4286-B82E-94AEB51C2972}" destId="{49F9D926-559F-4648-BFF5-79BEBC70A452}" srcOrd="1" destOrd="0" presId="urn:microsoft.com/office/officeart/2009/3/layout/HorizontalOrganizationChart"/>
    <dgm:cxn modelId="{C23FD363-5679-4072-AEEB-FE1E8A033F28}" type="presParOf" srcId="{2385C688-3F8F-43A2-A30A-2252C12C33E5}" destId="{16DEFBD3-D008-4B05-B2DD-39FF5F864F76}" srcOrd="1" destOrd="0" presId="urn:microsoft.com/office/officeart/2009/3/layout/HorizontalOrganizationChart"/>
    <dgm:cxn modelId="{C0F318FF-2BDC-47CD-A481-52C8809EF485}" type="presParOf" srcId="{16DEFBD3-D008-4B05-B2DD-39FF5F864F76}" destId="{171E7136-836A-486B-B91D-37B90AC43AE7}" srcOrd="0" destOrd="0" presId="urn:microsoft.com/office/officeart/2009/3/layout/HorizontalOrganizationChart"/>
    <dgm:cxn modelId="{33175624-08B3-4C1A-8A67-5D8EDAC4EF0A}" type="presParOf" srcId="{16DEFBD3-D008-4B05-B2DD-39FF5F864F76}" destId="{642302D4-25F5-4191-A6BD-80A90EE256CB}" srcOrd="1" destOrd="0" presId="urn:microsoft.com/office/officeart/2009/3/layout/HorizontalOrganizationChart"/>
    <dgm:cxn modelId="{533BB07E-1252-4B57-BD3E-04BC559ECFAC}" type="presParOf" srcId="{642302D4-25F5-4191-A6BD-80A90EE256CB}" destId="{B324F531-5460-45CD-AD63-4E1D583EC186}" srcOrd="0" destOrd="0" presId="urn:microsoft.com/office/officeart/2009/3/layout/HorizontalOrganizationChart"/>
    <dgm:cxn modelId="{AD4A1BCE-8831-4860-84F3-3BFB1C65ABDD}" type="presParOf" srcId="{B324F531-5460-45CD-AD63-4E1D583EC186}" destId="{0BA28261-1ED3-47EB-A7EA-310484F5DF09}" srcOrd="0" destOrd="0" presId="urn:microsoft.com/office/officeart/2009/3/layout/HorizontalOrganizationChart"/>
    <dgm:cxn modelId="{586611DE-2665-49B3-A023-F255A3E78CC7}" type="presParOf" srcId="{B324F531-5460-45CD-AD63-4E1D583EC186}" destId="{1F3D57A6-91D2-48AA-B105-E07306DABA2F}" srcOrd="1" destOrd="0" presId="urn:microsoft.com/office/officeart/2009/3/layout/HorizontalOrganizationChart"/>
    <dgm:cxn modelId="{9AA1BD41-F950-4B0E-A6A4-C0C753AE6A65}" type="presParOf" srcId="{642302D4-25F5-4191-A6BD-80A90EE256CB}" destId="{E693CDA9-254D-4703-B79E-4F8CEA104BCE}" srcOrd="1" destOrd="0" presId="urn:microsoft.com/office/officeart/2009/3/layout/HorizontalOrganizationChart"/>
    <dgm:cxn modelId="{A55C50FA-D6C6-482B-9D00-CEAA1D8D98A4}" type="presParOf" srcId="{E693CDA9-254D-4703-B79E-4F8CEA104BCE}" destId="{D56AF9D6-52CD-49B7-B03A-910C74477DFD}" srcOrd="0" destOrd="0" presId="urn:microsoft.com/office/officeart/2009/3/layout/HorizontalOrganizationChart"/>
    <dgm:cxn modelId="{C6EAB7F4-8319-4403-A949-5DCEC095E63C}" type="presParOf" srcId="{E693CDA9-254D-4703-B79E-4F8CEA104BCE}" destId="{929D98B8-E1AF-4AB0-A72E-45EB1F9E4936}" srcOrd="1" destOrd="0" presId="urn:microsoft.com/office/officeart/2009/3/layout/HorizontalOrganizationChart"/>
    <dgm:cxn modelId="{4DC47C4A-AA04-4461-8C36-FF2A11E8CA2C}" type="presParOf" srcId="{929D98B8-E1AF-4AB0-A72E-45EB1F9E4936}" destId="{94CE8272-7C92-4520-8B2F-7E2EACAF34CA}" srcOrd="0" destOrd="0" presId="urn:microsoft.com/office/officeart/2009/3/layout/HorizontalOrganizationChart"/>
    <dgm:cxn modelId="{62914E2A-46A3-4A8F-8426-A061616F63F5}" type="presParOf" srcId="{94CE8272-7C92-4520-8B2F-7E2EACAF34CA}" destId="{B509227D-8391-4FEA-8798-380D7D9E41EE}" srcOrd="0" destOrd="0" presId="urn:microsoft.com/office/officeart/2009/3/layout/HorizontalOrganizationChart"/>
    <dgm:cxn modelId="{3B1B2693-FCB2-4046-BAF3-927702530915}" type="presParOf" srcId="{94CE8272-7C92-4520-8B2F-7E2EACAF34CA}" destId="{13AAB80B-89C4-451F-A39D-CC96E0BE201C}" srcOrd="1" destOrd="0" presId="urn:microsoft.com/office/officeart/2009/3/layout/HorizontalOrganizationChart"/>
    <dgm:cxn modelId="{202D6040-E480-4F59-A3B3-04BD53B3A2C8}" type="presParOf" srcId="{929D98B8-E1AF-4AB0-A72E-45EB1F9E4936}" destId="{037CCFC1-A766-48DA-8CDC-17C070D2D1E8}" srcOrd="1" destOrd="0" presId="urn:microsoft.com/office/officeart/2009/3/layout/HorizontalOrganizationChart"/>
    <dgm:cxn modelId="{0B2A9B65-F592-4E17-8998-96753FE28214}" type="presParOf" srcId="{929D98B8-E1AF-4AB0-A72E-45EB1F9E4936}" destId="{0637968F-433B-4694-843C-7733D3911379}" srcOrd="2" destOrd="0" presId="urn:microsoft.com/office/officeart/2009/3/layout/HorizontalOrganizationChart"/>
    <dgm:cxn modelId="{6CB41DA4-6C94-4685-8F8C-1661A46487EF}" type="presParOf" srcId="{642302D4-25F5-4191-A6BD-80A90EE256CB}" destId="{2EBC82D9-8CA9-4573-B5A3-42C5FAEEF36B}" srcOrd="2" destOrd="0" presId="urn:microsoft.com/office/officeart/2009/3/layout/HorizontalOrganizationChart"/>
    <dgm:cxn modelId="{1107BCDF-6F10-4F7E-946B-6E52EFE7A18C}" type="presParOf" srcId="{16DEFBD3-D008-4B05-B2DD-39FF5F864F76}" destId="{C6ABE6A2-C04F-4482-BB5C-769C7DA9CC1F}" srcOrd="2" destOrd="0" presId="urn:microsoft.com/office/officeart/2009/3/layout/HorizontalOrganizationChart"/>
    <dgm:cxn modelId="{511969D1-BA16-44A0-9BE0-6E86FD44B4EE}" type="presParOf" srcId="{16DEFBD3-D008-4B05-B2DD-39FF5F864F76}" destId="{7E7D0AF3-3D68-4BC7-819C-2DC468BFAB41}" srcOrd="3" destOrd="0" presId="urn:microsoft.com/office/officeart/2009/3/layout/HorizontalOrganizationChart"/>
    <dgm:cxn modelId="{232DB73C-097B-494C-8A07-21670AB0A157}" type="presParOf" srcId="{7E7D0AF3-3D68-4BC7-819C-2DC468BFAB41}" destId="{A3A7EDFE-36A5-44EF-9857-A2277F351A15}" srcOrd="0" destOrd="0" presId="urn:microsoft.com/office/officeart/2009/3/layout/HorizontalOrganizationChart"/>
    <dgm:cxn modelId="{4C19A70B-E193-49FF-8806-4E96D5FC222C}" type="presParOf" srcId="{A3A7EDFE-36A5-44EF-9857-A2277F351A15}" destId="{E6FC81B0-8E90-4371-B499-DD25029D4106}" srcOrd="0" destOrd="0" presId="urn:microsoft.com/office/officeart/2009/3/layout/HorizontalOrganizationChart"/>
    <dgm:cxn modelId="{194DE375-01E5-4B52-9574-1DB0BBD19841}" type="presParOf" srcId="{A3A7EDFE-36A5-44EF-9857-A2277F351A15}" destId="{3729B9CF-D6CF-4BE1-8EFC-47B1B1E16A87}" srcOrd="1" destOrd="0" presId="urn:microsoft.com/office/officeart/2009/3/layout/HorizontalOrganizationChart"/>
    <dgm:cxn modelId="{6E80B04B-3328-4C42-87CE-B45A23D694AF}" type="presParOf" srcId="{7E7D0AF3-3D68-4BC7-819C-2DC468BFAB41}" destId="{D93F53B6-074A-4D5A-979D-0C82D3AD726E}" srcOrd="1" destOrd="0" presId="urn:microsoft.com/office/officeart/2009/3/layout/HorizontalOrganizationChart"/>
    <dgm:cxn modelId="{90502953-41BA-445D-A612-649C01755C5D}" type="presParOf" srcId="{D93F53B6-074A-4D5A-979D-0C82D3AD726E}" destId="{CE327CA8-163F-4708-9400-03AD1F0721B6}" srcOrd="0" destOrd="0" presId="urn:microsoft.com/office/officeart/2009/3/layout/HorizontalOrganizationChart"/>
    <dgm:cxn modelId="{8EE0E071-0A78-4AAE-9156-F347C7E958AC}" type="presParOf" srcId="{D93F53B6-074A-4D5A-979D-0C82D3AD726E}" destId="{762FE8D3-049A-4264-A57D-60CFBAB02451}" srcOrd="1" destOrd="0" presId="urn:microsoft.com/office/officeart/2009/3/layout/HorizontalOrganizationChart"/>
    <dgm:cxn modelId="{804B624D-472F-4AB9-80FF-8293C2BA1073}" type="presParOf" srcId="{762FE8D3-049A-4264-A57D-60CFBAB02451}" destId="{AA7A1EB9-14E3-4E98-9601-DA8D8E096069}" srcOrd="0" destOrd="0" presId="urn:microsoft.com/office/officeart/2009/3/layout/HorizontalOrganizationChart"/>
    <dgm:cxn modelId="{3FC69B52-81B7-4EF7-A778-EE565DCFF4BC}" type="presParOf" srcId="{AA7A1EB9-14E3-4E98-9601-DA8D8E096069}" destId="{B7BA8FDA-69EF-4F26-A438-76A43EC08BE5}" srcOrd="0" destOrd="0" presId="urn:microsoft.com/office/officeart/2009/3/layout/HorizontalOrganizationChart"/>
    <dgm:cxn modelId="{6B068829-C267-4702-9E85-F1D742F4C9F3}" type="presParOf" srcId="{AA7A1EB9-14E3-4E98-9601-DA8D8E096069}" destId="{A72FD0C0-48C0-4E54-856B-3170033DFC5D}" srcOrd="1" destOrd="0" presId="urn:microsoft.com/office/officeart/2009/3/layout/HorizontalOrganizationChart"/>
    <dgm:cxn modelId="{2A2B4032-910D-4610-A0B3-282019507A34}" type="presParOf" srcId="{762FE8D3-049A-4264-A57D-60CFBAB02451}" destId="{2A335662-822A-4758-9498-08B103A50DAD}" srcOrd="1" destOrd="0" presId="urn:microsoft.com/office/officeart/2009/3/layout/HorizontalOrganizationChart"/>
    <dgm:cxn modelId="{30BAA0F4-0259-467F-9906-A0138C230302}" type="presParOf" srcId="{762FE8D3-049A-4264-A57D-60CFBAB02451}" destId="{C03E9A24-3370-478F-AE05-B27F1871DE9A}" srcOrd="2" destOrd="0" presId="urn:microsoft.com/office/officeart/2009/3/layout/HorizontalOrganizationChart"/>
    <dgm:cxn modelId="{AE19FCBE-3D83-4CC0-95D3-BA2BD3CBE6AE}" type="presParOf" srcId="{7E7D0AF3-3D68-4BC7-819C-2DC468BFAB41}" destId="{5C6FA9F3-7CF6-4563-866B-F81563D71D58}" srcOrd="2" destOrd="0" presId="urn:microsoft.com/office/officeart/2009/3/layout/HorizontalOrganizationChart"/>
    <dgm:cxn modelId="{50B8A619-C0DB-42CB-8A47-7894C6FB6C65}" type="presParOf" srcId="{2385C688-3F8F-43A2-A30A-2252C12C33E5}" destId="{7B4852E4-0821-4A98-95F4-9B67008C205D}" srcOrd="2" destOrd="0" presId="urn:microsoft.com/office/officeart/2009/3/layout/HorizontalOrganizationChart"/>
    <dgm:cxn modelId="{9F20C2B8-0D23-455E-A35B-F138A0140736}" type="presParOf" srcId="{297A1475-871F-4B02-9E8C-FA3D011634A1}" destId="{0B06169F-9F61-42D6-8ABC-16C0E3ADE867}" srcOrd="2" destOrd="0" presId="urn:microsoft.com/office/officeart/2009/3/layout/HorizontalOrganizationChart"/>
    <dgm:cxn modelId="{86143252-5EFE-47DB-94D8-375779CA77B4}" type="presParOf" srcId="{21C05684-978E-4814-BFFD-06D294C8A223}" destId="{11F963ED-B3F0-41A3-B824-325961929004}" srcOrd="2" destOrd="0" presId="urn:microsoft.com/office/officeart/2009/3/layout/HorizontalOrganizationChart"/>
    <dgm:cxn modelId="{993AB8EE-54F7-4178-B23D-59A85AEFC26E}" type="presParOf" srcId="{21C05684-978E-4814-BFFD-06D294C8A223}" destId="{DF6F6EFF-03DB-45D7-9A74-CFE192F02E5B}" srcOrd="3" destOrd="0" presId="urn:microsoft.com/office/officeart/2009/3/layout/HorizontalOrganizationChart"/>
    <dgm:cxn modelId="{76CA4CED-C1FC-471B-91BA-39C6C90BA5EE}" type="presParOf" srcId="{DF6F6EFF-03DB-45D7-9A74-CFE192F02E5B}" destId="{88B72410-4735-4833-900A-AE12330D8502}" srcOrd="0" destOrd="0" presId="urn:microsoft.com/office/officeart/2009/3/layout/HorizontalOrganizationChart"/>
    <dgm:cxn modelId="{DE8F2D22-5B6E-4F5D-9B1A-534D3756E59C}" type="presParOf" srcId="{88B72410-4735-4833-900A-AE12330D8502}" destId="{8C63EC56-3637-4380-B189-D0B66ADCD3F7}" srcOrd="0" destOrd="0" presId="urn:microsoft.com/office/officeart/2009/3/layout/HorizontalOrganizationChart"/>
    <dgm:cxn modelId="{736E861F-708A-4D70-81A3-298BDCF93D1B}" type="presParOf" srcId="{88B72410-4735-4833-900A-AE12330D8502}" destId="{AC252788-612D-4E9E-AE60-64A72A6D6716}" srcOrd="1" destOrd="0" presId="urn:microsoft.com/office/officeart/2009/3/layout/HorizontalOrganizationChart"/>
    <dgm:cxn modelId="{61EDA5EB-A17C-47F1-A085-32C117D9DC1D}" type="presParOf" srcId="{DF6F6EFF-03DB-45D7-9A74-CFE192F02E5B}" destId="{7DC8C575-4697-4BB3-BD29-6296054E1F4E}" srcOrd="1" destOrd="0" presId="urn:microsoft.com/office/officeart/2009/3/layout/HorizontalOrganizationChart"/>
    <dgm:cxn modelId="{09E81979-DA26-40AF-A768-A62026FEFFFE}" type="presParOf" srcId="{DF6F6EFF-03DB-45D7-9A74-CFE192F02E5B}" destId="{AA35ED9B-1545-493D-AB5A-2EF477C71C83}" srcOrd="2" destOrd="0" presId="urn:microsoft.com/office/officeart/2009/3/layout/HorizontalOrganizationChart"/>
    <dgm:cxn modelId="{48839833-E427-4DDD-B811-877B17A7DA53}" type="presParOf" srcId="{309A1635-DE84-4660-81FA-431325D7FF2B}" destId="{D580C470-8173-4D6F-8E9E-D5D672C1D4BB}" srcOrd="2" destOrd="0" presId="urn:microsoft.com/office/officeart/2009/3/layout/HorizontalOrganizationChart"/>
    <dgm:cxn modelId="{C00CED16-69CE-499F-B223-A56746048262}" type="presParOf" srcId="{D843F3EE-B8EE-43C2-86E0-4F7E350611A9}" destId="{3E53AB13-732C-4F83-9B8F-D6D7DB3860B6}" srcOrd="6" destOrd="0" presId="urn:microsoft.com/office/officeart/2009/3/layout/HorizontalOrganizationChart"/>
    <dgm:cxn modelId="{73BB6F12-C810-412B-8F88-8C6F63FCADE6}" type="presParOf" srcId="{D843F3EE-B8EE-43C2-86E0-4F7E350611A9}" destId="{2B3438B6-C4AF-4776-9B02-580A7BE79A50}" srcOrd="7" destOrd="0" presId="urn:microsoft.com/office/officeart/2009/3/layout/HorizontalOrganizationChart"/>
    <dgm:cxn modelId="{103A82B1-4049-4A15-8B97-4DE4EA03861B}" type="presParOf" srcId="{2B3438B6-C4AF-4776-9B02-580A7BE79A50}" destId="{E7A4D92D-25D1-46AE-B1D5-E3B02045B764}" srcOrd="0" destOrd="0" presId="urn:microsoft.com/office/officeart/2009/3/layout/HorizontalOrganizationChart"/>
    <dgm:cxn modelId="{0B5D2840-CA1D-4412-85CD-AE48F53C80CD}" type="presParOf" srcId="{E7A4D92D-25D1-46AE-B1D5-E3B02045B764}" destId="{110F79BE-B8CE-48C2-943A-1C7F5605B400}" srcOrd="0" destOrd="0" presId="urn:microsoft.com/office/officeart/2009/3/layout/HorizontalOrganizationChart"/>
    <dgm:cxn modelId="{D555905F-C66E-4E5A-9459-BD2EC0B23A13}" type="presParOf" srcId="{E7A4D92D-25D1-46AE-B1D5-E3B02045B764}" destId="{B8476156-8F22-41DE-9C5C-CDA42789A7C4}" srcOrd="1" destOrd="0" presId="urn:microsoft.com/office/officeart/2009/3/layout/HorizontalOrganizationChart"/>
    <dgm:cxn modelId="{C17D2EC5-675D-477F-9F94-7306D355AB76}" type="presParOf" srcId="{2B3438B6-C4AF-4776-9B02-580A7BE79A50}" destId="{E94EFD84-5C54-40D8-9A8F-C38CEAB04081}" srcOrd="1" destOrd="0" presId="urn:microsoft.com/office/officeart/2009/3/layout/HorizontalOrganizationChart"/>
    <dgm:cxn modelId="{86B601B8-2AD3-43DB-BABA-AB42738DB118}" type="presParOf" srcId="{E94EFD84-5C54-40D8-9A8F-C38CEAB04081}" destId="{554A0E78-C210-4338-8B5C-48DD3D201C5A}" srcOrd="0" destOrd="0" presId="urn:microsoft.com/office/officeart/2009/3/layout/HorizontalOrganizationChart"/>
    <dgm:cxn modelId="{C7F12964-6F13-4BB9-BBE1-1D2F8853947E}" type="presParOf" srcId="{E94EFD84-5C54-40D8-9A8F-C38CEAB04081}" destId="{7D941C44-EDB9-43A1-8B0D-A42E00E86928}" srcOrd="1" destOrd="0" presId="urn:microsoft.com/office/officeart/2009/3/layout/HorizontalOrganizationChart"/>
    <dgm:cxn modelId="{B88FCCFB-2C08-46A7-BBB9-D1797CCE17FA}" type="presParOf" srcId="{7D941C44-EDB9-43A1-8B0D-A42E00E86928}" destId="{37131C8B-8B5A-45A5-BF77-ACCEECE3D803}" srcOrd="0" destOrd="0" presId="urn:microsoft.com/office/officeart/2009/3/layout/HorizontalOrganizationChart"/>
    <dgm:cxn modelId="{86E67858-5A70-4C53-98AD-281C94BEC52C}" type="presParOf" srcId="{37131C8B-8B5A-45A5-BF77-ACCEECE3D803}" destId="{5ED98B15-1271-4C1B-BD70-D93D404A68CE}" srcOrd="0" destOrd="0" presId="urn:microsoft.com/office/officeart/2009/3/layout/HorizontalOrganizationChart"/>
    <dgm:cxn modelId="{D47002DA-C07B-44E6-9AA9-AFE4B7390CB5}" type="presParOf" srcId="{37131C8B-8B5A-45A5-BF77-ACCEECE3D803}" destId="{32F9F6CA-A9C9-4EC0-B487-8A6B1DDEE396}" srcOrd="1" destOrd="0" presId="urn:microsoft.com/office/officeart/2009/3/layout/HorizontalOrganizationChart"/>
    <dgm:cxn modelId="{9713E892-CA9D-4D2F-AABF-8B3FE60E2379}" type="presParOf" srcId="{7D941C44-EDB9-43A1-8B0D-A42E00E86928}" destId="{6072350C-6373-4705-A9DC-82BB2DD64A3A}" srcOrd="1" destOrd="0" presId="urn:microsoft.com/office/officeart/2009/3/layout/HorizontalOrganizationChart"/>
    <dgm:cxn modelId="{3DA839CF-5A11-4C1E-A7E2-707498F50294}" type="presParOf" srcId="{6072350C-6373-4705-A9DC-82BB2DD64A3A}" destId="{5D697390-7377-44AA-914E-7F34A506AC17}" srcOrd="0" destOrd="0" presId="urn:microsoft.com/office/officeart/2009/3/layout/HorizontalOrganizationChart"/>
    <dgm:cxn modelId="{589D1AFD-FFB2-40A2-B377-3704B81CFDC6}" type="presParOf" srcId="{6072350C-6373-4705-A9DC-82BB2DD64A3A}" destId="{81A249B5-1F4D-4281-8CFD-E20AACD928D8}" srcOrd="1" destOrd="0" presId="urn:microsoft.com/office/officeart/2009/3/layout/HorizontalOrganizationChart"/>
    <dgm:cxn modelId="{A6A8D17C-DE3B-4AE4-A0DC-93323192A9D8}" type="presParOf" srcId="{81A249B5-1F4D-4281-8CFD-E20AACD928D8}" destId="{02C783C3-9198-4864-8220-79C5B39D318A}" srcOrd="0" destOrd="0" presId="urn:microsoft.com/office/officeart/2009/3/layout/HorizontalOrganizationChart"/>
    <dgm:cxn modelId="{7D643F24-C5DB-490C-AEAF-FE68AC0B0779}" type="presParOf" srcId="{02C783C3-9198-4864-8220-79C5B39D318A}" destId="{DDF5EC19-41AE-4BDE-81B3-DB61285BD74A}" srcOrd="0" destOrd="0" presId="urn:microsoft.com/office/officeart/2009/3/layout/HorizontalOrganizationChart"/>
    <dgm:cxn modelId="{6D04F465-FA4E-432E-990C-017AA1FF8B1C}" type="presParOf" srcId="{02C783C3-9198-4864-8220-79C5B39D318A}" destId="{6F9A1A66-336B-4BA9-A352-FD8CB9DA2042}" srcOrd="1" destOrd="0" presId="urn:microsoft.com/office/officeart/2009/3/layout/HorizontalOrganizationChart"/>
    <dgm:cxn modelId="{260053AC-4171-4895-81AF-D6790C53EAE2}" type="presParOf" srcId="{81A249B5-1F4D-4281-8CFD-E20AACD928D8}" destId="{D39E991D-3564-4C29-BDB1-716D94172FD1}" srcOrd="1" destOrd="0" presId="urn:microsoft.com/office/officeart/2009/3/layout/HorizontalOrganizationChart"/>
    <dgm:cxn modelId="{38532C82-884B-4D71-8D69-DD83D8EBC1E0}" type="presParOf" srcId="{81A249B5-1F4D-4281-8CFD-E20AACD928D8}" destId="{826711E4-43F7-4415-BEE7-D30FE48D53F0}" srcOrd="2" destOrd="0" presId="urn:microsoft.com/office/officeart/2009/3/layout/HorizontalOrganizationChart"/>
    <dgm:cxn modelId="{E1815426-0C37-4812-B29D-5B3F12E208D1}" type="presParOf" srcId="{6072350C-6373-4705-A9DC-82BB2DD64A3A}" destId="{F686DFC4-1641-4092-9BC6-E8FB9D38AF0D}" srcOrd="2" destOrd="0" presId="urn:microsoft.com/office/officeart/2009/3/layout/HorizontalOrganizationChart"/>
    <dgm:cxn modelId="{D5B257CD-A338-4DD7-9E64-1334473C45B9}" type="presParOf" srcId="{6072350C-6373-4705-A9DC-82BB2DD64A3A}" destId="{C5318AC6-72DC-4E05-87F0-3D4F3B6BCD68}" srcOrd="3" destOrd="0" presId="urn:microsoft.com/office/officeart/2009/3/layout/HorizontalOrganizationChart"/>
    <dgm:cxn modelId="{F53A5386-AD06-4CBB-B769-58A4F157C662}" type="presParOf" srcId="{C5318AC6-72DC-4E05-87F0-3D4F3B6BCD68}" destId="{C0AF8CD7-1851-452C-BB6F-37A146253351}" srcOrd="0" destOrd="0" presId="urn:microsoft.com/office/officeart/2009/3/layout/HorizontalOrganizationChart"/>
    <dgm:cxn modelId="{65885AF1-6DB9-43D6-AEF9-BBBCA3349A68}" type="presParOf" srcId="{C0AF8CD7-1851-452C-BB6F-37A146253351}" destId="{63612422-7E15-4BE2-8B4F-9279878BDF71}" srcOrd="0" destOrd="0" presId="urn:microsoft.com/office/officeart/2009/3/layout/HorizontalOrganizationChart"/>
    <dgm:cxn modelId="{05D2BF64-23F1-482E-9B69-FFBB00674240}" type="presParOf" srcId="{C0AF8CD7-1851-452C-BB6F-37A146253351}" destId="{7F717562-A311-4DB7-812C-096B45328B34}" srcOrd="1" destOrd="0" presId="urn:microsoft.com/office/officeart/2009/3/layout/HorizontalOrganizationChart"/>
    <dgm:cxn modelId="{BA8BC677-B416-4B63-BAEB-163D45147850}" type="presParOf" srcId="{C5318AC6-72DC-4E05-87F0-3D4F3B6BCD68}" destId="{5B99FEC8-C73E-4E34-ABEB-62E1DB9B4251}" srcOrd="1" destOrd="0" presId="urn:microsoft.com/office/officeart/2009/3/layout/HorizontalOrganizationChart"/>
    <dgm:cxn modelId="{1CC3677B-9D05-47C9-8377-6ADEDF104472}" type="presParOf" srcId="{5B99FEC8-C73E-4E34-ABEB-62E1DB9B4251}" destId="{8ACA028D-62C9-4546-BC43-59E86544747D}" srcOrd="0" destOrd="0" presId="urn:microsoft.com/office/officeart/2009/3/layout/HorizontalOrganizationChart"/>
    <dgm:cxn modelId="{CFB6E367-67A2-403C-9594-CD8891223DE9}" type="presParOf" srcId="{5B99FEC8-C73E-4E34-ABEB-62E1DB9B4251}" destId="{A78B865B-BE22-4284-BB40-B7B954B4FAA5}" srcOrd="1" destOrd="0" presId="urn:microsoft.com/office/officeart/2009/3/layout/HorizontalOrganizationChart"/>
    <dgm:cxn modelId="{455FF8B3-D012-4B93-BDD9-1BC470D37BEA}" type="presParOf" srcId="{A78B865B-BE22-4284-BB40-B7B954B4FAA5}" destId="{16151B31-050B-4EFC-9EE8-9688481BB242}" srcOrd="0" destOrd="0" presId="urn:microsoft.com/office/officeart/2009/3/layout/HorizontalOrganizationChart"/>
    <dgm:cxn modelId="{BEA589E8-B48C-4A2A-AA8D-F5970C6E859A}" type="presParOf" srcId="{16151B31-050B-4EFC-9EE8-9688481BB242}" destId="{7232D9FE-A60D-4159-AA76-300C305B2795}" srcOrd="0" destOrd="0" presId="urn:microsoft.com/office/officeart/2009/3/layout/HorizontalOrganizationChart"/>
    <dgm:cxn modelId="{F440F1A0-4F04-4E7C-BFEA-E0D86B56CA67}" type="presParOf" srcId="{16151B31-050B-4EFC-9EE8-9688481BB242}" destId="{7CBC7139-AF67-482D-8C1D-FF62350879D7}" srcOrd="1" destOrd="0" presId="urn:microsoft.com/office/officeart/2009/3/layout/HorizontalOrganizationChart"/>
    <dgm:cxn modelId="{8C675F9F-AF22-4ACA-A7FB-0DBF84D0C768}" type="presParOf" srcId="{A78B865B-BE22-4284-BB40-B7B954B4FAA5}" destId="{6D16712D-74DC-4766-BE5A-DDDD55BA7080}" srcOrd="1" destOrd="0" presId="urn:microsoft.com/office/officeart/2009/3/layout/HorizontalOrganizationChart"/>
    <dgm:cxn modelId="{6DD28E15-BF7B-4360-ADC6-4FEF0FEBD856}" type="presParOf" srcId="{A78B865B-BE22-4284-BB40-B7B954B4FAA5}" destId="{53BE314F-9347-4999-8177-D36B316163EF}" srcOrd="2" destOrd="0" presId="urn:microsoft.com/office/officeart/2009/3/layout/HorizontalOrganizationChart"/>
    <dgm:cxn modelId="{77955E26-3415-47F4-8E29-FC0FCC568168}" type="presParOf" srcId="{5B99FEC8-C73E-4E34-ABEB-62E1DB9B4251}" destId="{63BFDF2F-6F11-4980-A631-1D0C6BCF6E65}" srcOrd="2" destOrd="0" presId="urn:microsoft.com/office/officeart/2009/3/layout/HorizontalOrganizationChart"/>
    <dgm:cxn modelId="{76AC229E-F1F1-4D78-94B1-729CDBB26A23}" type="presParOf" srcId="{5B99FEC8-C73E-4E34-ABEB-62E1DB9B4251}" destId="{8C46F3B9-03ED-4C88-8B12-E656985E334C}" srcOrd="3" destOrd="0" presId="urn:microsoft.com/office/officeart/2009/3/layout/HorizontalOrganizationChart"/>
    <dgm:cxn modelId="{F9F84DDF-D2B8-4C13-A090-78175FB6C717}" type="presParOf" srcId="{8C46F3B9-03ED-4C88-8B12-E656985E334C}" destId="{69EAC39E-4187-4E5F-B947-B161B6521027}" srcOrd="0" destOrd="0" presId="urn:microsoft.com/office/officeart/2009/3/layout/HorizontalOrganizationChart"/>
    <dgm:cxn modelId="{FF76ADB1-FB24-49AD-AB1E-888B76315119}" type="presParOf" srcId="{69EAC39E-4187-4E5F-B947-B161B6521027}" destId="{69A556CA-411A-4BA8-88C1-CAB47DCD97EC}" srcOrd="0" destOrd="0" presId="urn:microsoft.com/office/officeart/2009/3/layout/HorizontalOrganizationChart"/>
    <dgm:cxn modelId="{D2AF17F4-0187-4E60-AFF4-CBF5B501F090}" type="presParOf" srcId="{69EAC39E-4187-4E5F-B947-B161B6521027}" destId="{500808C6-E96D-4E78-BE52-A4202778FC93}" srcOrd="1" destOrd="0" presId="urn:microsoft.com/office/officeart/2009/3/layout/HorizontalOrganizationChart"/>
    <dgm:cxn modelId="{7C789470-B362-4131-868B-7B5C8067FBBC}" type="presParOf" srcId="{8C46F3B9-03ED-4C88-8B12-E656985E334C}" destId="{CE3E5402-47F2-4A5F-B89F-B62AC8E45468}" srcOrd="1" destOrd="0" presId="urn:microsoft.com/office/officeart/2009/3/layout/HorizontalOrganizationChart"/>
    <dgm:cxn modelId="{F3B25B18-C387-4A54-9D85-D973E2E8DB9B}" type="presParOf" srcId="{8C46F3B9-03ED-4C88-8B12-E656985E334C}" destId="{91CE9E2B-72E0-4496-98D0-D6D98FA03A3C}" srcOrd="2" destOrd="0" presId="urn:microsoft.com/office/officeart/2009/3/layout/HorizontalOrganizationChart"/>
    <dgm:cxn modelId="{AEDAEA48-24B0-4BF9-A0A7-BCCB91F4EFA2}" type="presParOf" srcId="{C5318AC6-72DC-4E05-87F0-3D4F3B6BCD68}" destId="{7EFA1B3D-A52D-4D70-A4AF-90F4CE623DAF}" srcOrd="2" destOrd="0" presId="urn:microsoft.com/office/officeart/2009/3/layout/HorizontalOrganizationChart"/>
    <dgm:cxn modelId="{EBE70523-9345-416E-805D-AA3A9B4973F6}" type="presParOf" srcId="{6072350C-6373-4705-A9DC-82BB2DD64A3A}" destId="{418A319B-5CB8-4C1A-929A-A579AE777841}" srcOrd="4" destOrd="0" presId="urn:microsoft.com/office/officeart/2009/3/layout/HorizontalOrganizationChart"/>
    <dgm:cxn modelId="{4D4339AB-795D-49F8-995E-08573735B727}" type="presParOf" srcId="{6072350C-6373-4705-A9DC-82BB2DD64A3A}" destId="{F49CA836-44E5-4C40-8AC4-2AE0EF430965}" srcOrd="5" destOrd="0" presId="urn:microsoft.com/office/officeart/2009/3/layout/HorizontalOrganizationChart"/>
    <dgm:cxn modelId="{B054854D-E5B6-42CE-99C2-4080E386B174}" type="presParOf" srcId="{F49CA836-44E5-4C40-8AC4-2AE0EF430965}" destId="{FDE5C0D2-1D67-4212-86C6-397D790596CF}" srcOrd="0" destOrd="0" presId="urn:microsoft.com/office/officeart/2009/3/layout/HorizontalOrganizationChart"/>
    <dgm:cxn modelId="{62E832B4-CE27-4E43-83D3-AF2773A90AC5}" type="presParOf" srcId="{FDE5C0D2-1D67-4212-86C6-397D790596CF}" destId="{FD314EC3-FAF3-42D4-B72F-81E23652E3D9}" srcOrd="0" destOrd="0" presId="urn:microsoft.com/office/officeart/2009/3/layout/HorizontalOrganizationChart"/>
    <dgm:cxn modelId="{BBFBB0DE-3AD4-47F5-871D-D1F2A370235D}" type="presParOf" srcId="{FDE5C0D2-1D67-4212-86C6-397D790596CF}" destId="{3FD13D51-28CB-4ACA-8CF5-784F6B0C3075}" srcOrd="1" destOrd="0" presId="urn:microsoft.com/office/officeart/2009/3/layout/HorizontalOrganizationChart"/>
    <dgm:cxn modelId="{F8FA2D74-9DEB-4C59-84AE-4A6C83726192}" type="presParOf" srcId="{F49CA836-44E5-4C40-8AC4-2AE0EF430965}" destId="{16EE9FFA-E407-4775-9823-E76B3F7213DD}" srcOrd="1" destOrd="0" presId="urn:microsoft.com/office/officeart/2009/3/layout/HorizontalOrganizationChart"/>
    <dgm:cxn modelId="{F34F313D-8BB5-4723-A7CC-6A123744BC64}" type="presParOf" srcId="{16EE9FFA-E407-4775-9823-E76B3F7213DD}" destId="{37C7B046-E658-4728-A5FD-08A2F893709B}" srcOrd="0" destOrd="0" presId="urn:microsoft.com/office/officeart/2009/3/layout/HorizontalOrganizationChart"/>
    <dgm:cxn modelId="{C7C1EFF7-9E5F-41ED-AB1B-1098A71B4F19}" type="presParOf" srcId="{16EE9FFA-E407-4775-9823-E76B3F7213DD}" destId="{C9D6CD28-7D23-4B05-A502-31DCA3484F7E}" srcOrd="1" destOrd="0" presId="urn:microsoft.com/office/officeart/2009/3/layout/HorizontalOrganizationChart"/>
    <dgm:cxn modelId="{81A8B394-7456-4413-8DF5-3FBC91BA0665}" type="presParOf" srcId="{C9D6CD28-7D23-4B05-A502-31DCA3484F7E}" destId="{95474C59-8B03-4E38-8552-3D9486ED0055}" srcOrd="0" destOrd="0" presId="urn:microsoft.com/office/officeart/2009/3/layout/HorizontalOrganizationChart"/>
    <dgm:cxn modelId="{5A1A8E28-7837-40DC-BB56-2298CEE1DD1C}" type="presParOf" srcId="{95474C59-8B03-4E38-8552-3D9486ED0055}" destId="{5EB259C4-E4BD-45AD-8D91-75E7ABF1EFB4}" srcOrd="0" destOrd="0" presId="urn:microsoft.com/office/officeart/2009/3/layout/HorizontalOrganizationChart"/>
    <dgm:cxn modelId="{77ED354C-3E7A-43C4-862A-159E151F5BB9}" type="presParOf" srcId="{95474C59-8B03-4E38-8552-3D9486ED0055}" destId="{36009CD3-F077-400A-9614-F0B171CB3F65}" srcOrd="1" destOrd="0" presId="urn:microsoft.com/office/officeart/2009/3/layout/HorizontalOrganizationChart"/>
    <dgm:cxn modelId="{41873339-11ED-4DD7-A628-8C335C894396}" type="presParOf" srcId="{C9D6CD28-7D23-4B05-A502-31DCA3484F7E}" destId="{4492D2DB-B01E-403E-B9CC-B23A14B477DA}" srcOrd="1" destOrd="0" presId="urn:microsoft.com/office/officeart/2009/3/layout/HorizontalOrganizationChart"/>
    <dgm:cxn modelId="{748739DA-6F96-4A3B-B5DD-D4DA70086BA0}" type="presParOf" srcId="{C9D6CD28-7D23-4B05-A502-31DCA3484F7E}" destId="{4E352E41-5B73-4840-A2FA-FF7902B13072}" srcOrd="2" destOrd="0" presId="urn:microsoft.com/office/officeart/2009/3/layout/HorizontalOrganizationChart"/>
    <dgm:cxn modelId="{A27A7FC1-B0AA-48E0-9F3A-4A4BCB35ABAF}" type="presParOf" srcId="{16EE9FFA-E407-4775-9823-E76B3F7213DD}" destId="{C58B2589-D93B-4FFD-B4D1-1C34B012D6DE}" srcOrd="2" destOrd="0" presId="urn:microsoft.com/office/officeart/2009/3/layout/HorizontalOrganizationChart"/>
    <dgm:cxn modelId="{87054232-5A8D-4218-B453-8DE7337C754D}" type="presParOf" srcId="{16EE9FFA-E407-4775-9823-E76B3F7213DD}" destId="{FB6DC599-E083-4507-8655-B8843A03BA24}" srcOrd="3" destOrd="0" presId="urn:microsoft.com/office/officeart/2009/3/layout/HorizontalOrganizationChart"/>
    <dgm:cxn modelId="{259F9162-18E4-4C33-AB67-234CC73D3D1E}" type="presParOf" srcId="{FB6DC599-E083-4507-8655-B8843A03BA24}" destId="{369F41EE-DD35-44B0-8C25-5D5A62604B19}" srcOrd="0" destOrd="0" presId="urn:microsoft.com/office/officeart/2009/3/layout/HorizontalOrganizationChart"/>
    <dgm:cxn modelId="{4D3F204B-6ABA-4DEC-BAA2-212FA0283D40}" type="presParOf" srcId="{369F41EE-DD35-44B0-8C25-5D5A62604B19}" destId="{8AB01EF0-ED64-478D-BD9E-3C5B414E81F6}" srcOrd="0" destOrd="0" presId="urn:microsoft.com/office/officeart/2009/3/layout/HorizontalOrganizationChart"/>
    <dgm:cxn modelId="{15B75C1D-EDF9-41E2-9E18-E0AF1BE5032C}" type="presParOf" srcId="{369F41EE-DD35-44B0-8C25-5D5A62604B19}" destId="{B4B53097-535C-48B5-B1F5-66FFB2818E17}" srcOrd="1" destOrd="0" presId="urn:microsoft.com/office/officeart/2009/3/layout/HorizontalOrganizationChart"/>
    <dgm:cxn modelId="{89E543D0-7A04-4905-98E5-59E0651650E6}" type="presParOf" srcId="{FB6DC599-E083-4507-8655-B8843A03BA24}" destId="{95DC8839-302A-43E9-8001-F23771822265}" srcOrd="1" destOrd="0" presId="urn:microsoft.com/office/officeart/2009/3/layout/HorizontalOrganizationChart"/>
    <dgm:cxn modelId="{842A931A-2091-4D88-98EC-867232937432}" type="presParOf" srcId="{FB6DC599-E083-4507-8655-B8843A03BA24}" destId="{2D5FD002-8DAC-4D35-AC51-A41F0966194C}" srcOrd="2" destOrd="0" presId="urn:microsoft.com/office/officeart/2009/3/layout/HorizontalOrganizationChart"/>
    <dgm:cxn modelId="{9140363D-8267-4CBA-8C37-F6B4057E9255}" type="presParOf" srcId="{16EE9FFA-E407-4775-9823-E76B3F7213DD}" destId="{19C56599-44F2-4063-BC5C-5748142D59CB}" srcOrd="4" destOrd="0" presId="urn:microsoft.com/office/officeart/2009/3/layout/HorizontalOrganizationChart"/>
    <dgm:cxn modelId="{C0E0E637-DC15-4F36-9AFA-3E2328CB62EB}" type="presParOf" srcId="{16EE9FFA-E407-4775-9823-E76B3F7213DD}" destId="{E2339977-544D-4803-B502-2D0230BDE041}" srcOrd="5" destOrd="0" presId="urn:microsoft.com/office/officeart/2009/3/layout/HorizontalOrganizationChart"/>
    <dgm:cxn modelId="{9233CB27-E3E8-4E8A-82B5-16C2905BA7F6}" type="presParOf" srcId="{E2339977-544D-4803-B502-2D0230BDE041}" destId="{CA2146C2-D62E-46E6-B64C-4B12C7660E90}" srcOrd="0" destOrd="0" presId="urn:microsoft.com/office/officeart/2009/3/layout/HorizontalOrganizationChart"/>
    <dgm:cxn modelId="{CB78D977-B6B3-4855-90DF-527BCB066780}" type="presParOf" srcId="{CA2146C2-D62E-46E6-B64C-4B12C7660E90}" destId="{B2752A28-996B-46DB-B7DE-DC0CC42081C8}" srcOrd="0" destOrd="0" presId="urn:microsoft.com/office/officeart/2009/3/layout/HorizontalOrganizationChart"/>
    <dgm:cxn modelId="{22008EDC-F70D-47FB-9E70-72F71F399775}" type="presParOf" srcId="{CA2146C2-D62E-46E6-B64C-4B12C7660E90}" destId="{A0066D63-44FC-47D0-A615-BEA5BAB51686}" srcOrd="1" destOrd="0" presId="urn:microsoft.com/office/officeart/2009/3/layout/HorizontalOrganizationChart"/>
    <dgm:cxn modelId="{0277C32D-BC80-451D-8114-52ABE6BC9A6F}" type="presParOf" srcId="{E2339977-544D-4803-B502-2D0230BDE041}" destId="{8F48AF82-B7B7-4236-BA88-568321270E43}" srcOrd="1" destOrd="0" presId="urn:microsoft.com/office/officeart/2009/3/layout/HorizontalOrganizationChart"/>
    <dgm:cxn modelId="{149AB961-0E68-4835-99C7-1B936F9E6682}" type="presParOf" srcId="{E2339977-544D-4803-B502-2D0230BDE041}" destId="{26810E43-B4D2-4332-A7AA-37123D44A41D}" srcOrd="2" destOrd="0" presId="urn:microsoft.com/office/officeart/2009/3/layout/HorizontalOrganizationChart"/>
    <dgm:cxn modelId="{59A18E93-A6D9-449D-885A-BA783825FEE9}" type="presParOf" srcId="{F49CA836-44E5-4C40-8AC4-2AE0EF430965}" destId="{51EA36A6-1667-467C-86F8-B276FBB41886}" srcOrd="2" destOrd="0" presId="urn:microsoft.com/office/officeart/2009/3/layout/HorizontalOrganizationChart"/>
    <dgm:cxn modelId="{3BD52577-8295-4B64-B2E6-DA4698268851}" type="presParOf" srcId="{6072350C-6373-4705-A9DC-82BB2DD64A3A}" destId="{7C3BC206-817E-47FC-AA4A-7E68D35E9CC7}" srcOrd="6" destOrd="0" presId="urn:microsoft.com/office/officeart/2009/3/layout/HorizontalOrganizationChart"/>
    <dgm:cxn modelId="{D14CDF02-F870-41B0-B99B-DD0825512B3A}" type="presParOf" srcId="{6072350C-6373-4705-A9DC-82BB2DD64A3A}" destId="{CE404325-D390-4D1D-A6D6-0523ECB0D0C3}" srcOrd="7" destOrd="0" presId="urn:microsoft.com/office/officeart/2009/3/layout/HorizontalOrganizationChart"/>
    <dgm:cxn modelId="{45E6F169-EBD1-40CC-8BB6-DB4498391651}" type="presParOf" srcId="{CE404325-D390-4D1D-A6D6-0523ECB0D0C3}" destId="{6857FE5E-590C-4932-8F31-20B61F623BF8}" srcOrd="0" destOrd="0" presId="urn:microsoft.com/office/officeart/2009/3/layout/HorizontalOrganizationChart"/>
    <dgm:cxn modelId="{3B5839A0-7778-48BA-A875-B97616D0CC57}" type="presParOf" srcId="{6857FE5E-590C-4932-8F31-20B61F623BF8}" destId="{E3458C5F-4332-4439-96AF-FD966B7B137A}" srcOrd="0" destOrd="0" presId="urn:microsoft.com/office/officeart/2009/3/layout/HorizontalOrganizationChart"/>
    <dgm:cxn modelId="{0D9A2410-E4E9-4AAC-9C17-211D07E660DD}" type="presParOf" srcId="{6857FE5E-590C-4932-8F31-20B61F623BF8}" destId="{E64611E0-F76B-4B48-BD4A-3D9E4DE85202}" srcOrd="1" destOrd="0" presId="urn:microsoft.com/office/officeart/2009/3/layout/HorizontalOrganizationChart"/>
    <dgm:cxn modelId="{06193A57-2C84-4779-BDAF-CE5C60B1D452}" type="presParOf" srcId="{CE404325-D390-4D1D-A6D6-0523ECB0D0C3}" destId="{178FB168-8EC0-4C39-B0F2-CBAC9954840C}" srcOrd="1" destOrd="0" presId="urn:microsoft.com/office/officeart/2009/3/layout/HorizontalOrganizationChart"/>
    <dgm:cxn modelId="{B3B3240F-2B9B-4715-8CA0-2EAC70F5327C}" type="presParOf" srcId="{178FB168-8EC0-4C39-B0F2-CBAC9954840C}" destId="{93F93993-47F1-428E-9F9E-450A331F894E}" srcOrd="0" destOrd="0" presId="urn:microsoft.com/office/officeart/2009/3/layout/HorizontalOrganizationChart"/>
    <dgm:cxn modelId="{CD805918-9780-49F4-A7DE-6EFB46CD8005}" type="presParOf" srcId="{178FB168-8EC0-4C39-B0F2-CBAC9954840C}" destId="{10C12785-5206-46A6-BA56-0F5E579E9E0C}" srcOrd="1" destOrd="0" presId="urn:microsoft.com/office/officeart/2009/3/layout/HorizontalOrganizationChart"/>
    <dgm:cxn modelId="{429AA355-312F-4615-AE04-1977ED3DD3AD}" type="presParOf" srcId="{10C12785-5206-46A6-BA56-0F5E579E9E0C}" destId="{B50E8FAC-15A9-4F01-9686-6AD3A2985F93}" srcOrd="0" destOrd="0" presId="urn:microsoft.com/office/officeart/2009/3/layout/HorizontalOrganizationChart"/>
    <dgm:cxn modelId="{966AF356-6B82-4599-B59B-C6D9007566D0}" type="presParOf" srcId="{B50E8FAC-15A9-4F01-9686-6AD3A2985F93}" destId="{07CF39E6-9B2B-4A5F-B780-120DD8E62C9B}" srcOrd="0" destOrd="0" presId="urn:microsoft.com/office/officeart/2009/3/layout/HorizontalOrganizationChart"/>
    <dgm:cxn modelId="{94FE71B5-5AE3-4FCA-A591-B3280D0054FF}" type="presParOf" srcId="{B50E8FAC-15A9-4F01-9686-6AD3A2985F93}" destId="{B2D69DCB-202B-46EC-819A-C954631D964B}" srcOrd="1" destOrd="0" presId="urn:microsoft.com/office/officeart/2009/3/layout/HorizontalOrganizationChart"/>
    <dgm:cxn modelId="{EEBF4912-7D7C-4B72-AE97-7BAC22EA1786}" type="presParOf" srcId="{10C12785-5206-46A6-BA56-0F5E579E9E0C}" destId="{39477503-7022-4EFE-910A-4D9CD5006307}" srcOrd="1" destOrd="0" presId="urn:microsoft.com/office/officeart/2009/3/layout/HorizontalOrganizationChart"/>
    <dgm:cxn modelId="{21B1328F-3D17-4FD8-B4CF-8151E985E2D0}" type="presParOf" srcId="{39477503-7022-4EFE-910A-4D9CD5006307}" destId="{00A95A3F-3AAD-468F-908F-845C4ED90DA2}" srcOrd="0" destOrd="0" presId="urn:microsoft.com/office/officeart/2009/3/layout/HorizontalOrganizationChart"/>
    <dgm:cxn modelId="{AF7448B1-E365-44FC-A5B3-189825E667FF}" type="presParOf" srcId="{39477503-7022-4EFE-910A-4D9CD5006307}" destId="{A679DF6E-2E87-49EF-9331-294A3BA4327D}" srcOrd="1" destOrd="0" presId="urn:microsoft.com/office/officeart/2009/3/layout/HorizontalOrganizationChart"/>
    <dgm:cxn modelId="{CA2F3CB8-9E35-4477-AE50-CF13E4EF9456}" type="presParOf" srcId="{A679DF6E-2E87-49EF-9331-294A3BA4327D}" destId="{F436D6A1-1ADA-4670-B90C-DCE011D93A3B}" srcOrd="0" destOrd="0" presId="urn:microsoft.com/office/officeart/2009/3/layout/HorizontalOrganizationChart"/>
    <dgm:cxn modelId="{2E1C9B11-551E-49A7-973B-7FE16870C8A4}" type="presParOf" srcId="{F436D6A1-1ADA-4670-B90C-DCE011D93A3B}" destId="{B652EFB0-A88E-48A1-836A-A245919707FD}" srcOrd="0" destOrd="0" presId="urn:microsoft.com/office/officeart/2009/3/layout/HorizontalOrganizationChart"/>
    <dgm:cxn modelId="{516D05CD-CDA2-4E68-AC8F-F6B809326582}" type="presParOf" srcId="{F436D6A1-1ADA-4670-B90C-DCE011D93A3B}" destId="{DC81B629-CD82-4B25-9F47-C4E4D420D1AE}" srcOrd="1" destOrd="0" presId="urn:microsoft.com/office/officeart/2009/3/layout/HorizontalOrganizationChart"/>
    <dgm:cxn modelId="{E68AE0B9-2744-49EE-8AFE-C41D3B1D12E8}" type="presParOf" srcId="{A679DF6E-2E87-49EF-9331-294A3BA4327D}" destId="{6D88FD24-272B-4F88-85DA-3D20C3E257B3}" srcOrd="1" destOrd="0" presId="urn:microsoft.com/office/officeart/2009/3/layout/HorizontalOrganizationChart"/>
    <dgm:cxn modelId="{DDD17A0D-0D26-4290-999D-7302E3334856}" type="presParOf" srcId="{A679DF6E-2E87-49EF-9331-294A3BA4327D}" destId="{06F8F34C-15EC-4471-A6D4-438E4D10EB3A}" srcOrd="2" destOrd="0" presId="urn:microsoft.com/office/officeart/2009/3/layout/HorizontalOrganizationChart"/>
    <dgm:cxn modelId="{C24A6ECE-E8E8-4B67-9368-A278643E14A4}" type="presParOf" srcId="{10C12785-5206-46A6-BA56-0F5E579E9E0C}" destId="{B8B3B9BF-9701-4947-ACE9-1AEAD028B857}" srcOrd="2" destOrd="0" presId="urn:microsoft.com/office/officeart/2009/3/layout/HorizontalOrganizationChart"/>
    <dgm:cxn modelId="{1B500130-9B76-43AA-9882-2EFBF6B5133D}" type="presParOf" srcId="{178FB168-8EC0-4C39-B0F2-CBAC9954840C}" destId="{CA185CE9-65D3-4677-966D-33B7645E2257}" srcOrd="2" destOrd="0" presId="urn:microsoft.com/office/officeart/2009/3/layout/HorizontalOrganizationChart"/>
    <dgm:cxn modelId="{2092EEC0-3ED8-4CA0-AB83-89CE34B1157D}" type="presParOf" srcId="{178FB168-8EC0-4C39-B0F2-CBAC9954840C}" destId="{EC40E019-0120-4F45-94FE-CCD6C60DCCFC}" srcOrd="3" destOrd="0" presId="urn:microsoft.com/office/officeart/2009/3/layout/HorizontalOrganizationChart"/>
    <dgm:cxn modelId="{CB1D018B-57AB-453D-924A-F6BCFC49354C}" type="presParOf" srcId="{EC40E019-0120-4F45-94FE-CCD6C60DCCFC}" destId="{E12CBF1C-8ECA-451E-8BF7-19C54F17F51C}" srcOrd="0" destOrd="0" presId="urn:microsoft.com/office/officeart/2009/3/layout/HorizontalOrganizationChart"/>
    <dgm:cxn modelId="{8ADE8716-BF5C-48C0-BCAD-DCCA7B2C3431}" type="presParOf" srcId="{E12CBF1C-8ECA-451E-8BF7-19C54F17F51C}" destId="{1D1D8692-63AE-448E-8E39-430F6A4B46BF}" srcOrd="0" destOrd="0" presId="urn:microsoft.com/office/officeart/2009/3/layout/HorizontalOrganizationChart"/>
    <dgm:cxn modelId="{E1FA5839-7262-4D02-9B1D-93E2D93CC937}" type="presParOf" srcId="{E12CBF1C-8ECA-451E-8BF7-19C54F17F51C}" destId="{18E21695-07C6-4F19-99E8-D16CE3157C9B}" srcOrd="1" destOrd="0" presId="urn:microsoft.com/office/officeart/2009/3/layout/HorizontalOrganizationChart"/>
    <dgm:cxn modelId="{B1BB0EB7-180B-412F-9100-6FFA90535C8A}" type="presParOf" srcId="{EC40E019-0120-4F45-94FE-CCD6C60DCCFC}" destId="{3BDF94F5-1D25-402E-8247-6F898723BBB9}" srcOrd="1" destOrd="0" presId="urn:microsoft.com/office/officeart/2009/3/layout/HorizontalOrganizationChart"/>
    <dgm:cxn modelId="{F3D1F96A-D305-449D-A09C-217CD395E7E4}" type="presParOf" srcId="{3BDF94F5-1D25-402E-8247-6F898723BBB9}" destId="{6EBCB12D-6D77-4447-9F58-D885806C37C1}" srcOrd="0" destOrd="0" presId="urn:microsoft.com/office/officeart/2009/3/layout/HorizontalOrganizationChart"/>
    <dgm:cxn modelId="{99B5EA57-CAF3-41C4-BB8C-2D2BD3EAAFAD}" type="presParOf" srcId="{3BDF94F5-1D25-402E-8247-6F898723BBB9}" destId="{C4BC5194-FE1C-4020-9B78-BED164EFDC75}" srcOrd="1" destOrd="0" presId="urn:microsoft.com/office/officeart/2009/3/layout/HorizontalOrganizationChart"/>
    <dgm:cxn modelId="{698BB0FA-3558-4056-B753-57B7FABF08E0}" type="presParOf" srcId="{C4BC5194-FE1C-4020-9B78-BED164EFDC75}" destId="{6F6AD7DC-1E5E-41D5-81EA-F136CC76DE3B}" srcOrd="0" destOrd="0" presId="urn:microsoft.com/office/officeart/2009/3/layout/HorizontalOrganizationChart"/>
    <dgm:cxn modelId="{D0BACD52-C7F7-4565-B49F-5B468D517134}" type="presParOf" srcId="{6F6AD7DC-1E5E-41D5-81EA-F136CC76DE3B}" destId="{CF184D97-6870-475F-82DD-C951C974B444}" srcOrd="0" destOrd="0" presId="urn:microsoft.com/office/officeart/2009/3/layout/HorizontalOrganizationChart"/>
    <dgm:cxn modelId="{6143537B-44DF-4587-BEE0-1167999C732E}" type="presParOf" srcId="{6F6AD7DC-1E5E-41D5-81EA-F136CC76DE3B}" destId="{368DE4E4-C42A-435E-AD32-88164C04A62F}" srcOrd="1" destOrd="0" presId="urn:microsoft.com/office/officeart/2009/3/layout/HorizontalOrganizationChart"/>
    <dgm:cxn modelId="{212059D3-C63C-4CD7-83FF-9228CC1666A9}" type="presParOf" srcId="{C4BC5194-FE1C-4020-9B78-BED164EFDC75}" destId="{2F5EE40E-768E-468A-97CB-B7D089D3E5A6}" srcOrd="1" destOrd="0" presId="urn:microsoft.com/office/officeart/2009/3/layout/HorizontalOrganizationChart"/>
    <dgm:cxn modelId="{1D5A1034-F8E2-4686-BBE9-4A6D142C1EE9}" type="presParOf" srcId="{C4BC5194-FE1C-4020-9B78-BED164EFDC75}" destId="{3527D649-6D94-44F6-949B-641733A2557F}" srcOrd="2" destOrd="0" presId="urn:microsoft.com/office/officeart/2009/3/layout/HorizontalOrganizationChart"/>
    <dgm:cxn modelId="{2287F7E9-2CDF-42BD-A551-16D9BB7AD242}" type="presParOf" srcId="{EC40E019-0120-4F45-94FE-CCD6C60DCCFC}" destId="{A67D8E25-55D4-42F5-B7CB-B526BAD5CB0E}" srcOrd="2" destOrd="0" presId="urn:microsoft.com/office/officeart/2009/3/layout/HorizontalOrganizationChart"/>
    <dgm:cxn modelId="{4F802EAF-E452-4D76-ABE8-25C34F11C27F}" type="presParOf" srcId="{CE404325-D390-4D1D-A6D6-0523ECB0D0C3}" destId="{D097B0BF-81C7-4309-9852-2E865B8B14EA}" srcOrd="2" destOrd="0" presId="urn:microsoft.com/office/officeart/2009/3/layout/HorizontalOrganizationChart"/>
    <dgm:cxn modelId="{C927297F-F2C4-4345-851F-E7E2611EE559}" type="presParOf" srcId="{7D941C44-EDB9-43A1-8B0D-A42E00E86928}" destId="{42B863AB-8FAF-4752-9099-E77932F0D395}" srcOrd="2" destOrd="0" presId="urn:microsoft.com/office/officeart/2009/3/layout/HorizontalOrganizationChart"/>
    <dgm:cxn modelId="{0C3CF8AF-A072-4D15-B3AC-A21ACA4B8CB8}" type="presParOf" srcId="{E94EFD84-5C54-40D8-9A8F-C38CEAB04081}" destId="{5E890DBA-4975-4C75-941F-F0AF649459D5}" srcOrd="2" destOrd="0" presId="urn:microsoft.com/office/officeart/2009/3/layout/HorizontalOrganizationChart"/>
    <dgm:cxn modelId="{66FE8469-BBA4-4D96-98F3-9A182B4FF958}" type="presParOf" srcId="{E94EFD84-5C54-40D8-9A8F-C38CEAB04081}" destId="{1457AC4E-F267-437E-877A-1B46D5336CAC}" srcOrd="3" destOrd="0" presId="urn:microsoft.com/office/officeart/2009/3/layout/HorizontalOrganizationChart"/>
    <dgm:cxn modelId="{FDAFF1BA-E9A1-4A89-856D-17DBD42F3E48}" type="presParOf" srcId="{1457AC4E-F267-437E-877A-1B46D5336CAC}" destId="{D5D8FEA8-2FA9-46E7-936A-DE00846C26BC}" srcOrd="0" destOrd="0" presId="urn:microsoft.com/office/officeart/2009/3/layout/HorizontalOrganizationChart"/>
    <dgm:cxn modelId="{FE05F045-FCFE-4243-B8B3-E6CE232B1917}" type="presParOf" srcId="{D5D8FEA8-2FA9-46E7-936A-DE00846C26BC}" destId="{3BF77DC6-A893-4A65-9C1E-D38F5E103AA5}" srcOrd="0" destOrd="0" presId="urn:microsoft.com/office/officeart/2009/3/layout/HorizontalOrganizationChart"/>
    <dgm:cxn modelId="{0A49E63C-6B21-487E-877E-68FB85469FBE}" type="presParOf" srcId="{D5D8FEA8-2FA9-46E7-936A-DE00846C26BC}" destId="{4E262D70-023C-4E9D-82BC-E1D1DAA6E0E0}" srcOrd="1" destOrd="0" presId="urn:microsoft.com/office/officeart/2009/3/layout/HorizontalOrganizationChart"/>
    <dgm:cxn modelId="{842C206D-D357-48EB-BCA3-82E03BCC008C}" type="presParOf" srcId="{1457AC4E-F267-437E-877A-1B46D5336CAC}" destId="{9F61D904-DB97-4461-AA89-0EBCDF58B28C}" srcOrd="1" destOrd="0" presId="urn:microsoft.com/office/officeart/2009/3/layout/HorizontalOrganizationChart"/>
    <dgm:cxn modelId="{D066007D-1AB5-4FDB-A845-4B885DB32273}" type="presParOf" srcId="{1457AC4E-F267-437E-877A-1B46D5336CAC}" destId="{E28180BC-C29F-4744-B670-C17F06C7EB26}" srcOrd="2" destOrd="0" presId="urn:microsoft.com/office/officeart/2009/3/layout/HorizontalOrganizationChart"/>
    <dgm:cxn modelId="{B3E74356-146C-4771-837B-17DDDD8E4167}" type="presParOf" srcId="{2B3438B6-C4AF-4776-9B02-580A7BE79A50}" destId="{0388B9DF-2E42-4F52-A48F-58CC2C71E622}" srcOrd="2" destOrd="0" presId="urn:microsoft.com/office/officeart/2009/3/layout/HorizontalOrganizationChart"/>
    <dgm:cxn modelId="{008829BD-5670-4ED4-BB4E-520A383E293B}" type="presParOf" srcId="{D843F3EE-B8EE-43C2-86E0-4F7E350611A9}" destId="{C7F7A17E-AF77-42CB-93B1-39B0770E3C79}" srcOrd="8" destOrd="0" presId="urn:microsoft.com/office/officeart/2009/3/layout/HorizontalOrganizationChart"/>
    <dgm:cxn modelId="{582E7136-931D-48D1-B203-AF16E7CC1C9A}" type="presParOf" srcId="{D843F3EE-B8EE-43C2-86E0-4F7E350611A9}" destId="{64BE223F-5889-4D6D-A0F4-BB63E949CCCB}" srcOrd="9" destOrd="0" presId="urn:microsoft.com/office/officeart/2009/3/layout/HorizontalOrganizationChart"/>
    <dgm:cxn modelId="{173459F3-A073-436D-A0C4-5A25080F5FF2}" type="presParOf" srcId="{64BE223F-5889-4D6D-A0F4-BB63E949CCCB}" destId="{0650E139-1253-4EAC-B9BF-AAABDAC4C50A}" srcOrd="0" destOrd="0" presId="urn:microsoft.com/office/officeart/2009/3/layout/HorizontalOrganizationChart"/>
    <dgm:cxn modelId="{FBDB13A9-90B6-4AA3-AF9B-05D82B9FCCB2}" type="presParOf" srcId="{0650E139-1253-4EAC-B9BF-AAABDAC4C50A}" destId="{F727FD69-DA36-400A-9A17-E435D30B6294}" srcOrd="0" destOrd="0" presId="urn:microsoft.com/office/officeart/2009/3/layout/HorizontalOrganizationChart"/>
    <dgm:cxn modelId="{F1AAA4C8-0A94-4BE6-87E6-8F9973CD704D}" type="presParOf" srcId="{0650E139-1253-4EAC-B9BF-AAABDAC4C50A}" destId="{2CB5E2D1-00D5-4B61-9756-D570A792B6B1}" srcOrd="1" destOrd="0" presId="urn:microsoft.com/office/officeart/2009/3/layout/HorizontalOrganizationChart"/>
    <dgm:cxn modelId="{758CC1F3-AEBB-4E2A-8F74-E9B6CFDD0689}" type="presParOf" srcId="{64BE223F-5889-4D6D-A0F4-BB63E949CCCB}" destId="{8C32301D-5FB8-498A-9CA5-A658480BBA39}" srcOrd="1" destOrd="0" presId="urn:microsoft.com/office/officeart/2009/3/layout/HorizontalOrganizationChart"/>
    <dgm:cxn modelId="{4CEE8756-90D4-4A9F-A697-6AB02E74AF29}" type="presParOf" srcId="{8C32301D-5FB8-498A-9CA5-A658480BBA39}" destId="{1BDA3CD5-F552-4A8E-AA99-3DA9469CB538}" srcOrd="0" destOrd="0" presId="urn:microsoft.com/office/officeart/2009/3/layout/HorizontalOrganizationChart"/>
    <dgm:cxn modelId="{0BE8E57D-C2B3-4CC8-9230-1075E08ED16E}" type="presParOf" srcId="{8C32301D-5FB8-498A-9CA5-A658480BBA39}" destId="{C46F1EF1-B875-4283-8030-8CE5A965CE21}" srcOrd="1" destOrd="0" presId="urn:microsoft.com/office/officeart/2009/3/layout/HorizontalOrganizationChart"/>
    <dgm:cxn modelId="{F734B374-24C9-4AA3-A712-EAEFE4EBE3CF}" type="presParOf" srcId="{C46F1EF1-B875-4283-8030-8CE5A965CE21}" destId="{CB9C4A04-7D15-4A43-8BA5-EB32A8B11500}" srcOrd="0" destOrd="0" presId="urn:microsoft.com/office/officeart/2009/3/layout/HorizontalOrganizationChart"/>
    <dgm:cxn modelId="{8A96B17A-0E9F-48DC-9883-973763545A01}" type="presParOf" srcId="{CB9C4A04-7D15-4A43-8BA5-EB32A8B11500}" destId="{490BDFA8-D452-4BE4-9F81-245774E0D158}" srcOrd="0" destOrd="0" presId="urn:microsoft.com/office/officeart/2009/3/layout/HorizontalOrganizationChart"/>
    <dgm:cxn modelId="{6193C15D-0CF5-43C3-8591-48473C405F12}" type="presParOf" srcId="{CB9C4A04-7D15-4A43-8BA5-EB32A8B11500}" destId="{D1162B1B-B769-48DB-B85B-AF3C1F73D58F}" srcOrd="1" destOrd="0" presId="urn:microsoft.com/office/officeart/2009/3/layout/HorizontalOrganizationChart"/>
    <dgm:cxn modelId="{59F3B1C3-2538-490B-8562-F22F33C6C770}" type="presParOf" srcId="{C46F1EF1-B875-4283-8030-8CE5A965CE21}" destId="{DF467D77-B7F9-4F62-89A6-51F4A7058AA6}" srcOrd="1" destOrd="0" presId="urn:microsoft.com/office/officeart/2009/3/layout/HorizontalOrganizationChart"/>
    <dgm:cxn modelId="{4971DA00-1E6F-494B-96B1-88878C638969}" type="presParOf" srcId="{DF467D77-B7F9-4F62-89A6-51F4A7058AA6}" destId="{AF9CAAFC-37A2-4187-8C63-BDC2E7B8A2E9}" srcOrd="0" destOrd="0" presId="urn:microsoft.com/office/officeart/2009/3/layout/HorizontalOrganizationChart"/>
    <dgm:cxn modelId="{69E4F8DD-7219-4425-8D8C-7F8B42EB4F8F}" type="presParOf" srcId="{DF467D77-B7F9-4F62-89A6-51F4A7058AA6}" destId="{2042EA74-39A6-4A01-BBF1-F23AE808212A}" srcOrd="1" destOrd="0" presId="urn:microsoft.com/office/officeart/2009/3/layout/HorizontalOrganizationChart"/>
    <dgm:cxn modelId="{3D8EFBDD-022E-4819-B39E-902AAC44D0A9}" type="presParOf" srcId="{2042EA74-39A6-4A01-BBF1-F23AE808212A}" destId="{5147FB01-2857-4113-ABC7-32880B1752A1}" srcOrd="0" destOrd="0" presId="urn:microsoft.com/office/officeart/2009/3/layout/HorizontalOrganizationChart"/>
    <dgm:cxn modelId="{D9FD7A4B-EA05-448F-B80B-812D8A71BE8C}" type="presParOf" srcId="{5147FB01-2857-4113-ABC7-32880B1752A1}" destId="{BEB5F23A-260D-4EA4-9C52-D29289AE19DF}" srcOrd="0" destOrd="0" presId="urn:microsoft.com/office/officeart/2009/3/layout/HorizontalOrganizationChart"/>
    <dgm:cxn modelId="{92705B65-8143-4662-B85E-B0608EFCC1B9}" type="presParOf" srcId="{5147FB01-2857-4113-ABC7-32880B1752A1}" destId="{B70E4C0E-1521-4091-B753-26370D64F4FD}" srcOrd="1" destOrd="0" presId="urn:microsoft.com/office/officeart/2009/3/layout/HorizontalOrganizationChart"/>
    <dgm:cxn modelId="{9F9D0C80-5FF6-495C-8E86-F5A5DDC620E8}" type="presParOf" srcId="{2042EA74-39A6-4A01-BBF1-F23AE808212A}" destId="{59A16828-9F48-4DC0-B6AB-56DC66C5C14A}" srcOrd="1" destOrd="0" presId="urn:microsoft.com/office/officeart/2009/3/layout/HorizontalOrganizationChart"/>
    <dgm:cxn modelId="{95C38907-EB7E-479F-9BF2-D26E705F18E5}" type="presParOf" srcId="{2042EA74-39A6-4A01-BBF1-F23AE808212A}" destId="{64DA6633-6213-4B4C-9040-F2F6E0E07A92}" srcOrd="2" destOrd="0" presId="urn:microsoft.com/office/officeart/2009/3/layout/HorizontalOrganizationChart"/>
    <dgm:cxn modelId="{4EED6109-7337-464E-9614-AB48FE5DBB37}" type="presParOf" srcId="{DF467D77-B7F9-4F62-89A6-51F4A7058AA6}" destId="{B074A3F9-9B82-47D6-B99B-37FA4AD461B1}" srcOrd="2" destOrd="0" presId="urn:microsoft.com/office/officeart/2009/3/layout/HorizontalOrganizationChart"/>
    <dgm:cxn modelId="{8A158F3C-6173-471D-89CC-7E8C8B5448CA}" type="presParOf" srcId="{DF467D77-B7F9-4F62-89A6-51F4A7058AA6}" destId="{E5641DC2-99FE-4CFE-BBC9-8BC561313068}" srcOrd="3" destOrd="0" presId="urn:microsoft.com/office/officeart/2009/3/layout/HorizontalOrganizationChart"/>
    <dgm:cxn modelId="{16702286-0F64-4C44-9673-EE9AAF2513D6}" type="presParOf" srcId="{E5641DC2-99FE-4CFE-BBC9-8BC561313068}" destId="{5C7EC92A-C4CB-4B99-BB1E-AAEF0913B482}" srcOrd="0" destOrd="0" presId="urn:microsoft.com/office/officeart/2009/3/layout/HorizontalOrganizationChart"/>
    <dgm:cxn modelId="{126B7CC3-6A97-44B0-A2F8-1534475329B0}" type="presParOf" srcId="{5C7EC92A-C4CB-4B99-BB1E-AAEF0913B482}" destId="{15470CCD-2DC4-4446-952E-0EA1F9168293}" srcOrd="0" destOrd="0" presId="urn:microsoft.com/office/officeart/2009/3/layout/HorizontalOrganizationChart"/>
    <dgm:cxn modelId="{7572B837-0298-4D7E-8388-5B978DB2E4C0}" type="presParOf" srcId="{5C7EC92A-C4CB-4B99-BB1E-AAEF0913B482}" destId="{C1FA8641-48D3-43B7-8727-7E323B1B501C}" srcOrd="1" destOrd="0" presId="urn:microsoft.com/office/officeart/2009/3/layout/HorizontalOrganizationChart"/>
    <dgm:cxn modelId="{CC5EE8D5-FCB7-40AB-80F9-129552438FD0}" type="presParOf" srcId="{E5641DC2-99FE-4CFE-BBC9-8BC561313068}" destId="{C6CE1518-27B6-404B-99E1-54C509EB30D2}" srcOrd="1" destOrd="0" presId="urn:microsoft.com/office/officeart/2009/3/layout/HorizontalOrganizationChart"/>
    <dgm:cxn modelId="{82A02167-1E1C-498B-AB43-B4930860CD20}" type="presParOf" srcId="{C6CE1518-27B6-404B-99E1-54C509EB30D2}" destId="{B4F70755-F4D1-485F-892E-3C7B87066BCB}" srcOrd="0" destOrd="0" presId="urn:microsoft.com/office/officeart/2009/3/layout/HorizontalOrganizationChart"/>
    <dgm:cxn modelId="{34CA414F-E859-4629-A30C-0D3204C300B6}" type="presParOf" srcId="{C6CE1518-27B6-404B-99E1-54C509EB30D2}" destId="{ABFA4637-8EA1-4BB9-A524-2A1FE95E5257}" srcOrd="1" destOrd="0" presId="urn:microsoft.com/office/officeart/2009/3/layout/HorizontalOrganizationChart"/>
    <dgm:cxn modelId="{AAFD4D01-0B6B-4789-9339-C30BCC1E894C}" type="presParOf" srcId="{ABFA4637-8EA1-4BB9-A524-2A1FE95E5257}" destId="{A6FDC029-0113-4C4A-9136-B1F1B01F0754}" srcOrd="0" destOrd="0" presId="urn:microsoft.com/office/officeart/2009/3/layout/HorizontalOrganizationChart"/>
    <dgm:cxn modelId="{F315C996-9412-48B3-A803-009CA3837412}" type="presParOf" srcId="{A6FDC029-0113-4C4A-9136-B1F1B01F0754}" destId="{9921040E-A9AE-4E20-B3A7-1033725EAB32}" srcOrd="0" destOrd="0" presId="urn:microsoft.com/office/officeart/2009/3/layout/HorizontalOrganizationChart"/>
    <dgm:cxn modelId="{FC169C8F-BDAC-4FDC-89CA-DF9476C879DE}" type="presParOf" srcId="{A6FDC029-0113-4C4A-9136-B1F1B01F0754}" destId="{3374B034-7516-421E-BD23-9C0F9E320F00}" srcOrd="1" destOrd="0" presId="urn:microsoft.com/office/officeart/2009/3/layout/HorizontalOrganizationChart"/>
    <dgm:cxn modelId="{B7066290-F3F6-411E-B961-307DC499FA5C}" type="presParOf" srcId="{ABFA4637-8EA1-4BB9-A524-2A1FE95E5257}" destId="{33F80BDE-DC97-4638-BCF9-8B0A5C5B0084}" srcOrd="1" destOrd="0" presId="urn:microsoft.com/office/officeart/2009/3/layout/HorizontalOrganizationChart"/>
    <dgm:cxn modelId="{DE9AFE82-8F9E-4E16-9A45-AFFCC7E16B55}" type="presParOf" srcId="{ABFA4637-8EA1-4BB9-A524-2A1FE95E5257}" destId="{D52B820B-8882-45A0-9A47-4DF787F724FF}" srcOrd="2" destOrd="0" presId="urn:microsoft.com/office/officeart/2009/3/layout/HorizontalOrganizationChart"/>
    <dgm:cxn modelId="{44E8148B-9274-428B-B4C8-D40E7A6DE798}" type="presParOf" srcId="{C6CE1518-27B6-404B-99E1-54C509EB30D2}" destId="{8DDA93F8-5C72-4B48-9D1D-CEE49333C83C}" srcOrd="2" destOrd="0" presId="urn:microsoft.com/office/officeart/2009/3/layout/HorizontalOrganizationChart"/>
    <dgm:cxn modelId="{082B117A-994A-41F4-8B42-F33FE9493C5A}" type="presParOf" srcId="{C6CE1518-27B6-404B-99E1-54C509EB30D2}" destId="{2644546B-EA91-4559-89A5-D9CC3F2967A0}" srcOrd="3" destOrd="0" presId="urn:microsoft.com/office/officeart/2009/3/layout/HorizontalOrganizationChart"/>
    <dgm:cxn modelId="{BB96917A-1DFE-4A5D-8C5B-22BE8E879A0E}" type="presParOf" srcId="{2644546B-EA91-4559-89A5-D9CC3F2967A0}" destId="{289E3FC7-5A7E-4052-A541-0F4DFDE43E38}" srcOrd="0" destOrd="0" presId="urn:microsoft.com/office/officeart/2009/3/layout/HorizontalOrganizationChart"/>
    <dgm:cxn modelId="{0E3F54CE-DFFB-4421-AEA4-4AB9D8F03B80}" type="presParOf" srcId="{289E3FC7-5A7E-4052-A541-0F4DFDE43E38}" destId="{4C50E7F0-CBE9-462F-A0E5-5FFE1AE84F4E}" srcOrd="0" destOrd="0" presId="urn:microsoft.com/office/officeart/2009/3/layout/HorizontalOrganizationChart"/>
    <dgm:cxn modelId="{B4D1CD20-2F12-488D-97CB-17F18BEC90B9}" type="presParOf" srcId="{289E3FC7-5A7E-4052-A541-0F4DFDE43E38}" destId="{86FF5A9C-E5F2-4B8C-83BD-290D4D4AB6AC}" srcOrd="1" destOrd="0" presId="urn:microsoft.com/office/officeart/2009/3/layout/HorizontalOrganizationChart"/>
    <dgm:cxn modelId="{D35F4141-6D7B-4CC6-89AB-F4C9B65E1D9B}" type="presParOf" srcId="{2644546B-EA91-4559-89A5-D9CC3F2967A0}" destId="{4816209B-7B93-4538-AC6F-995B7E78A1F7}" srcOrd="1" destOrd="0" presId="urn:microsoft.com/office/officeart/2009/3/layout/HorizontalOrganizationChart"/>
    <dgm:cxn modelId="{C4B34C6E-4D14-4823-9891-A64D9731A915}" type="presParOf" srcId="{2644546B-EA91-4559-89A5-D9CC3F2967A0}" destId="{D1E7CE6F-9E8B-40AB-83D4-2BDDA3AAD06B}" srcOrd="2" destOrd="0" presId="urn:microsoft.com/office/officeart/2009/3/layout/HorizontalOrganizationChart"/>
    <dgm:cxn modelId="{6D60498F-D1D7-41C8-964B-ABC255B17A10}" type="presParOf" srcId="{E5641DC2-99FE-4CFE-BBC9-8BC561313068}" destId="{57E71043-9BEF-45AB-827F-B88C2C0B8C64}" srcOrd="2" destOrd="0" presId="urn:microsoft.com/office/officeart/2009/3/layout/HorizontalOrganizationChart"/>
    <dgm:cxn modelId="{1109FA73-6AA4-4C2E-895C-9D3668DF2C5D}" type="presParOf" srcId="{DF467D77-B7F9-4F62-89A6-51F4A7058AA6}" destId="{4B5CDAF5-A7FE-436E-9DA3-25A539D89D1F}" srcOrd="4" destOrd="0" presId="urn:microsoft.com/office/officeart/2009/3/layout/HorizontalOrganizationChart"/>
    <dgm:cxn modelId="{211B8461-00F5-43BC-AB63-F17CB3F15914}" type="presParOf" srcId="{DF467D77-B7F9-4F62-89A6-51F4A7058AA6}" destId="{B5E7DA6C-2B95-499E-967F-1829236E4839}" srcOrd="5" destOrd="0" presId="urn:microsoft.com/office/officeart/2009/3/layout/HorizontalOrganizationChart"/>
    <dgm:cxn modelId="{10ACB44B-A20B-493B-A12C-16BF51DCD47F}" type="presParOf" srcId="{B5E7DA6C-2B95-499E-967F-1829236E4839}" destId="{28F73B73-C4A9-4875-95EE-9F6ED06FA340}" srcOrd="0" destOrd="0" presId="urn:microsoft.com/office/officeart/2009/3/layout/HorizontalOrganizationChart"/>
    <dgm:cxn modelId="{4685BACA-33B7-4D29-A898-77154365A0C2}" type="presParOf" srcId="{28F73B73-C4A9-4875-95EE-9F6ED06FA340}" destId="{E142E4F7-A4D2-449F-AA7F-C04C088A3C1F}" srcOrd="0" destOrd="0" presId="urn:microsoft.com/office/officeart/2009/3/layout/HorizontalOrganizationChart"/>
    <dgm:cxn modelId="{E5DF369C-62F9-45A2-B06A-E7B87D132454}" type="presParOf" srcId="{28F73B73-C4A9-4875-95EE-9F6ED06FA340}" destId="{74B77C7E-36E3-406E-BAC0-4831F4BABB3C}" srcOrd="1" destOrd="0" presId="urn:microsoft.com/office/officeart/2009/3/layout/HorizontalOrganizationChart"/>
    <dgm:cxn modelId="{6548242F-FBEE-4A41-A288-E7AA555DBF3C}" type="presParOf" srcId="{B5E7DA6C-2B95-499E-967F-1829236E4839}" destId="{13C0BE53-A6FB-4FC3-BE13-CB6347CDFEC7}" srcOrd="1" destOrd="0" presId="urn:microsoft.com/office/officeart/2009/3/layout/HorizontalOrganizationChart"/>
    <dgm:cxn modelId="{595A8FAA-BA92-4B0E-B309-772A965CDE96}" type="presParOf" srcId="{13C0BE53-A6FB-4FC3-BE13-CB6347CDFEC7}" destId="{5576216A-3077-45AB-A127-F30F0DED6DB4}" srcOrd="0" destOrd="0" presId="urn:microsoft.com/office/officeart/2009/3/layout/HorizontalOrganizationChart"/>
    <dgm:cxn modelId="{B75596E9-709F-4AB0-84ED-D31C90F98756}" type="presParOf" srcId="{13C0BE53-A6FB-4FC3-BE13-CB6347CDFEC7}" destId="{9BF33097-DE0B-4D20-B6F4-517CD37DF75A}" srcOrd="1" destOrd="0" presId="urn:microsoft.com/office/officeart/2009/3/layout/HorizontalOrganizationChart"/>
    <dgm:cxn modelId="{8D9E3ECE-C561-4EB9-B2F2-C57242FB4ADB}" type="presParOf" srcId="{9BF33097-DE0B-4D20-B6F4-517CD37DF75A}" destId="{49016943-0448-42D5-84EF-3E63E14D991C}" srcOrd="0" destOrd="0" presId="urn:microsoft.com/office/officeart/2009/3/layout/HorizontalOrganizationChart"/>
    <dgm:cxn modelId="{BA82F242-9AB1-48F4-8274-5F928C744121}" type="presParOf" srcId="{49016943-0448-42D5-84EF-3E63E14D991C}" destId="{077C8107-272A-4607-AB45-2B402815F473}" srcOrd="0" destOrd="0" presId="urn:microsoft.com/office/officeart/2009/3/layout/HorizontalOrganizationChart"/>
    <dgm:cxn modelId="{E5B6CD6C-90BB-4551-96F1-595AC7BE63EF}" type="presParOf" srcId="{49016943-0448-42D5-84EF-3E63E14D991C}" destId="{344161FC-D582-44F8-A0C8-A2B85FDD4A39}" srcOrd="1" destOrd="0" presId="urn:microsoft.com/office/officeart/2009/3/layout/HorizontalOrganizationChart"/>
    <dgm:cxn modelId="{4983DA47-78A2-4300-807C-18A07A443FC2}" type="presParOf" srcId="{9BF33097-DE0B-4D20-B6F4-517CD37DF75A}" destId="{BA9C9CE7-3ABD-4FF3-AF12-1BC70E8C15BD}" srcOrd="1" destOrd="0" presId="urn:microsoft.com/office/officeart/2009/3/layout/HorizontalOrganizationChart"/>
    <dgm:cxn modelId="{59B54158-C9C9-4C31-A8CC-7921644C7121}" type="presParOf" srcId="{BA9C9CE7-3ABD-4FF3-AF12-1BC70E8C15BD}" destId="{778DAB78-F42A-4C33-B206-904EFB14DFD2}" srcOrd="0" destOrd="0" presId="urn:microsoft.com/office/officeart/2009/3/layout/HorizontalOrganizationChart"/>
    <dgm:cxn modelId="{A1829D26-6213-43D5-ACED-451E167D4BDE}" type="presParOf" srcId="{BA9C9CE7-3ABD-4FF3-AF12-1BC70E8C15BD}" destId="{922766CF-61AE-4415-9246-1882CE811E53}" srcOrd="1" destOrd="0" presId="urn:microsoft.com/office/officeart/2009/3/layout/HorizontalOrganizationChart"/>
    <dgm:cxn modelId="{F24A4C59-D1BA-42BD-90F9-65B65E960644}" type="presParOf" srcId="{922766CF-61AE-4415-9246-1882CE811E53}" destId="{B98F9E7D-CA97-4001-A850-D1A077E42B51}" srcOrd="0" destOrd="0" presId="urn:microsoft.com/office/officeart/2009/3/layout/HorizontalOrganizationChart"/>
    <dgm:cxn modelId="{EB1AFC10-F5D5-4BA0-A5C2-FC92A57ADA60}" type="presParOf" srcId="{B98F9E7D-CA97-4001-A850-D1A077E42B51}" destId="{5E1565E1-8DBB-4A62-B412-DA531FDF40C5}" srcOrd="0" destOrd="0" presId="urn:microsoft.com/office/officeart/2009/3/layout/HorizontalOrganizationChart"/>
    <dgm:cxn modelId="{791BF801-8C8E-4112-B2C2-FBA167FF1D2F}" type="presParOf" srcId="{B98F9E7D-CA97-4001-A850-D1A077E42B51}" destId="{81F10789-09DC-4F70-9ED3-E842524E292C}" srcOrd="1" destOrd="0" presId="urn:microsoft.com/office/officeart/2009/3/layout/HorizontalOrganizationChart"/>
    <dgm:cxn modelId="{287A279E-765D-4145-8BF5-9A9FB3B79690}" type="presParOf" srcId="{922766CF-61AE-4415-9246-1882CE811E53}" destId="{2856BBF8-3BC6-4E3B-9F06-2E57931860AE}" srcOrd="1" destOrd="0" presId="urn:microsoft.com/office/officeart/2009/3/layout/HorizontalOrganizationChart"/>
    <dgm:cxn modelId="{A7E25E3D-A54F-4738-9070-6C9E8C375EE8}" type="presParOf" srcId="{922766CF-61AE-4415-9246-1882CE811E53}" destId="{24D1E261-A194-4B21-97D5-1380564E2375}" srcOrd="2" destOrd="0" presId="urn:microsoft.com/office/officeart/2009/3/layout/HorizontalOrganizationChart"/>
    <dgm:cxn modelId="{113D2915-47A8-459C-B5AB-BFB27ED06543}" type="presParOf" srcId="{9BF33097-DE0B-4D20-B6F4-517CD37DF75A}" destId="{80C3294D-F6FC-4CB3-8F11-13B46B46A248}" srcOrd="2" destOrd="0" presId="urn:microsoft.com/office/officeart/2009/3/layout/HorizontalOrganizationChart"/>
    <dgm:cxn modelId="{7D781F00-D5B0-45F6-A998-1A327BA8353C}" type="presParOf" srcId="{13C0BE53-A6FB-4FC3-BE13-CB6347CDFEC7}" destId="{AC36F323-9781-49C2-AC9D-9FE0D0914471}" srcOrd="2" destOrd="0" presId="urn:microsoft.com/office/officeart/2009/3/layout/HorizontalOrganizationChart"/>
    <dgm:cxn modelId="{B64DF12D-150E-4415-98CE-F325CFE0F33A}" type="presParOf" srcId="{13C0BE53-A6FB-4FC3-BE13-CB6347CDFEC7}" destId="{A623A603-E9EF-4FBE-94F3-60ED4154EEA3}" srcOrd="3" destOrd="0" presId="urn:microsoft.com/office/officeart/2009/3/layout/HorizontalOrganizationChart"/>
    <dgm:cxn modelId="{35D58F3E-1840-40FB-A295-0F82A13F5CE6}" type="presParOf" srcId="{A623A603-E9EF-4FBE-94F3-60ED4154EEA3}" destId="{5664A0A2-98B2-43E8-A104-0FB47E11194F}" srcOrd="0" destOrd="0" presId="urn:microsoft.com/office/officeart/2009/3/layout/HorizontalOrganizationChart"/>
    <dgm:cxn modelId="{9650884B-F86D-4A52-9C35-FB8747FBFCCC}" type="presParOf" srcId="{5664A0A2-98B2-43E8-A104-0FB47E11194F}" destId="{5DE52887-637E-4373-B534-4602DEAB0BD9}" srcOrd="0" destOrd="0" presId="urn:microsoft.com/office/officeart/2009/3/layout/HorizontalOrganizationChart"/>
    <dgm:cxn modelId="{7E253AD9-2E62-41DA-AE39-E8B21AA05638}" type="presParOf" srcId="{5664A0A2-98B2-43E8-A104-0FB47E11194F}" destId="{D25F030A-0E76-4787-8E45-0D8630311C8E}" srcOrd="1" destOrd="0" presId="urn:microsoft.com/office/officeart/2009/3/layout/HorizontalOrganizationChart"/>
    <dgm:cxn modelId="{0571D7ED-1DA3-4421-A7FB-2DDA826BD51E}" type="presParOf" srcId="{A623A603-E9EF-4FBE-94F3-60ED4154EEA3}" destId="{00408B1E-AE36-4605-B19F-C6F5494CD256}" srcOrd="1" destOrd="0" presId="urn:microsoft.com/office/officeart/2009/3/layout/HorizontalOrganizationChart"/>
    <dgm:cxn modelId="{72867D12-4BA6-41D3-87DD-E3884070929A}" type="presParOf" srcId="{00408B1E-AE36-4605-B19F-C6F5494CD256}" destId="{83BD61C6-04D5-45F9-B857-526E2040AED7}" srcOrd="0" destOrd="0" presId="urn:microsoft.com/office/officeart/2009/3/layout/HorizontalOrganizationChart"/>
    <dgm:cxn modelId="{4186323B-5DEA-455D-A782-D9ED7C8DD3C8}" type="presParOf" srcId="{00408B1E-AE36-4605-B19F-C6F5494CD256}" destId="{CA826B94-811A-42B7-B4C7-8871688360B0}" srcOrd="1" destOrd="0" presId="urn:microsoft.com/office/officeart/2009/3/layout/HorizontalOrganizationChart"/>
    <dgm:cxn modelId="{234023EA-44CC-4E93-AEE4-959683705D0C}" type="presParOf" srcId="{CA826B94-811A-42B7-B4C7-8871688360B0}" destId="{26978176-E073-4907-B543-12530EB92D9C}" srcOrd="0" destOrd="0" presId="urn:microsoft.com/office/officeart/2009/3/layout/HorizontalOrganizationChart"/>
    <dgm:cxn modelId="{BF0CBF25-1EA5-467F-93E2-FF6D14F6BFEF}" type="presParOf" srcId="{26978176-E073-4907-B543-12530EB92D9C}" destId="{E3B5D82B-AC9E-4D78-9879-707CC20D19D9}" srcOrd="0" destOrd="0" presId="urn:microsoft.com/office/officeart/2009/3/layout/HorizontalOrganizationChart"/>
    <dgm:cxn modelId="{342A4718-8FEC-40E2-A5B1-F452EFB76B29}" type="presParOf" srcId="{26978176-E073-4907-B543-12530EB92D9C}" destId="{506B6D35-0A73-4492-B07D-5FEFBBD02FC5}" srcOrd="1" destOrd="0" presId="urn:microsoft.com/office/officeart/2009/3/layout/HorizontalOrganizationChart"/>
    <dgm:cxn modelId="{3424F134-8F35-48BA-AFA2-66CCD4904ED7}" type="presParOf" srcId="{CA826B94-811A-42B7-B4C7-8871688360B0}" destId="{D4EE9BE4-5874-46B3-ABCA-A012AEE03C79}" srcOrd="1" destOrd="0" presId="urn:microsoft.com/office/officeart/2009/3/layout/HorizontalOrganizationChart"/>
    <dgm:cxn modelId="{D0DE06BD-1CB3-4EA4-80BB-8F1001BBB8F9}" type="presParOf" srcId="{CA826B94-811A-42B7-B4C7-8871688360B0}" destId="{0D260BCD-BD40-43BA-A1F9-9A36168EB6E5}" srcOrd="2" destOrd="0" presId="urn:microsoft.com/office/officeart/2009/3/layout/HorizontalOrganizationChart"/>
    <dgm:cxn modelId="{FD8C20C4-85A1-46B9-B087-02776B0ADB64}" type="presParOf" srcId="{A623A603-E9EF-4FBE-94F3-60ED4154EEA3}" destId="{6AA4E941-6D11-48A8-952C-B1916E03411D}" srcOrd="2" destOrd="0" presId="urn:microsoft.com/office/officeart/2009/3/layout/HorizontalOrganizationChart"/>
    <dgm:cxn modelId="{08C4B78F-8539-4A68-93AF-1C64384E8F06}" type="presParOf" srcId="{13C0BE53-A6FB-4FC3-BE13-CB6347CDFEC7}" destId="{1080A977-02D6-46CB-9E9A-F0CCB3AFC0E0}" srcOrd="4" destOrd="0" presId="urn:microsoft.com/office/officeart/2009/3/layout/HorizontalOrganizationChart"/>
    <dgm:cxn modelId="{F5540434-2485-4842-AA9A-2127B6018B2D}" type="presParOf" srcId="{13C0BE53-A6FB-4FC3-BE13-CB6347CDFEC7}" destId="{989A74D4-DB01-46C5-98BD-3FFF2B78B07B}" srcOrd="5" destOrd="0" presId="urn:microsoft.com/office/officeart/2009/3/layout/HorizontalOrganizationChart"/>
    <dgm:cxn modelId="{D96B7A87-53B0-4D24-86DA-CAFECF8F7C76}" type="presParOf" srcId="{989A74D4-DB01-46C5-98BD-3FFF2B78B07B}" destId="{D713CF26-76D4-403A-9B41-670840A97552}" srcOrd="0" destOrd="0" presId="urn:microsoft.com/office/officeart/2009/3/layout/HorizontalOrganizationChart"/>
    <dgm:cxn modelId="{FB387CF0-E741-41D9-BDA9-14FDDA91132D}" type="presParOf" srcId="{D713CF26-76D4-403A-9B41-670840A97552}" destId="{BFC464B6-E6B9-483D-BEE4-D79A9462E3E9}" srcOrd="0" destOrd="0" presId="urn:microsoft.com/office/officeart/2009/3/layout/HorizontalOrganizationChart"/>
    <dgm:cxn modelId="{BC02AEE1-672F-4C1F-A7EA-67492D60E842}" type="presParOf" srcId="{D713CF26-76D4-403A-9B41-670840A97552}" destId="{F9BBD577-B359-4A17-AE01-E426CC635ACF}" srcOrd="1" destOrd="0" presId="urn:microsoft.com/office/officeart/2009/3/layout/HorizontalOrganizationChart"/>
    <dgm:cxn modelId="{C4E2BD06-56B8-4126-B470-04520AC521C9}" type="presParOf" srcId="{989A74D4-DB01-46C5-98BD-3FFF2B78B07B}" destId="{BE23A337-EBBC-4628-82C3-7F40908C3FFA}" srcOrd="1" destOrd="0" presId="urn:microsoft.com/office/officeart/2009/3/layout/HorizontalOrganizationChart"/>
    <dgm:cxn modelId="{E2473029-D8B1-400B-9A07-061C9459A5B7}" type="presParOf" srcId="{BE23A337-EBBC-4628-82C3-7F40908C3FFA}" destId="{7F1B5AF2-5075-410B-9D3C-F200774C2ADD}" srcOrd="0" destOrd="0" presId="urn:microsoft.com/office/officeart/2009/3/layout/HorizontalOrganizationChart"/>
    <dgm:cxn modelId="{EC28E73F-15B6-49A6-889C-82BDA204928C}" type="presParOf" srcId="{BE23A337-EBBC-4628-82C3-7F40908C3FFA}" destId="{F04300AB-B196-4F69-9BE4-7FCDA0C3FA15}" srcOrd="1" destOrd="0" presId="urn:microsoft.com/office/officeart/2009/3/layout/HorizontalOrganizationChart"/>
    <dgm:cxn modelId="{E1E141A7-CC53-47E5-831B-6E636E91FE00}" type="presParOf" srcId="{F04300AB-B196-4F69-9BE4-7FCDA0C3FA15}" destId="{27C8C213-D192-4218-911F-A30C99DACF04}" srcOrd="0" destOrd="0" presId="urn:microsoft.com/office/officeart/2009/3/layout/HorizontalOrganizationChart"/>
    <dgm:cxn modelId="{97D41F7A-8B23-4C94-B0E7-627C2A30BFD6}" type="presParOf" srcId="{27C8C213-D192-4218-911F-A30C99DACF04}" destId="{DE3D38DB-1546-46F2-860A-4E7282F74001}" srcOrd="0" destOrd="0" presId="urn:microsoft.com/office/officeart/2009/3/layout/HorizontalOrganizationChart"/>
    <dgm:cxn modelId="{BC7DB587-0D0F-4BC1-918B-C162F7D36547}" type="presParOf" srcId="{27C8C213-D192-4218-911F-A30C99DACF04}" destId="{C3DC5A35-5833-4BBB-A712-9B1B947A0D56}" srcOrd="1" destOrd="0" presId="urn:microsoft.com/office/officeart/2009/3/layout/HorizontalOrganizationChart"/>
    <dgm:cxn modelId="{61D923E3-F596-4992-B7FB-884E6D1361EC}" type="presParOf" srcId="{F04300AB-B196-4F69-9BE4-7FCDA0C3FA15}" destId="{98C464F9-F67D-42C7-8A92-6FCFB636257B}" srcOrd="1" destOrd="0" presId="urn:microsoft.com/office/officeart/2009/3/layout/HorizontalOrganizationChart"/>
    <dgm:cxn modelId="{40F799DD-78CD-4836-AD9B-74B955809E7F}" type="presParOf" srcId="{F04300AB-B196-4F69-9BE4-7FCDA0C3FA15}" destId="{EC39BBC7-6EC8-455B-9E20-16E36734FC48}" srcOrd="2" destOrd="0" presId="urn:microsoft.com/office/officeart/2009/3/layout/HorizontalOrganizationChart"/>
    <dgm:cxn modelId="{D128D1E6-3681-490F-8DF1-59F053ABC912}" type="presParOf" srcId="{989A74D4-DB01-46C5-98BD-3FFF2B78B07B}" destId="{410CBEBF-6D94-4BBD-93FC-7930770C5D5C}" srcOrd="2" destOrd="0" presId="urn:microsoft.com/office/officeart/2009/3/layout/HorizontalOrganizationChart"/>
    <dgm:cxn modelId="{536F8F58-A730-4247-8937-44805321718A}" type="presParOf" srcId="{B5E7DA6C-2B95-499E-967F-1829236E4839}" destId="{AC1F50A9-4FB7-4695-9A1B-7F88EE7E2895}" srcOrd="2" destOrd="0" presId="urn:microsoft.com/office/officeart/2009/3/layout/HorizontalOrganizationChart"/>
    <dgm:cxn modelId="{57897D36-74E6-4290-82DC-A39977B679EB}" type="presParOf" srcId="{C46F1EF1-B875-4283-8030-8CE5A965CE21}" destId="{A5C0843B-BF8C-4CD8-BFB8-B34ABB30BC41}" srcOrd="2" destOrd="0" presId="urn:microsoft.com/office/officeart/2009/3/layout/HorizontalOrganizationChart"/>
    <dgm:cxn modelId="{AFBE4B60-A1F1-443B-A4D9-5BADA81C2668}" type="presParOf" srcId="{8C32301D-5FB8-498A-9CA5-A658480BBA39}" destId="{E72137B5-59A0-4482-82E0-2CA84074B9ED}" srcOrd="2" destOrd="0" presId="urn:microsoft.com/office/officeart/2009/3/layout/HorizontalOrganizationChart"/>
    <dgm:cxn modelId="{FB49999D-13AD-4FA9-B98C-44197311596B}" type="presParOf" srcId="{8C32301D-5FB8-498A-9CA5-A658480BBA39}" destId="{B39B5A8D-FDDB-4B5F-9592-FCF82ABC3E36}" srcOrd="3" destOrd="0" presId="urn:microsoft.com/office/officeart/2009/3/layout/HorizontalOrganizationChart"/>
    <dgm:cxn modelId="{30FBC142-2462-456F-B1E9-BB7CAF72AF7B}" type="presParOf" srcId="{B39B5A8D-FDDB-4B5F-9592-FCF82ABC3E36}" destId="{868FD3F8-36C2-40B9-A0C9-19560145CFAD}" srcOrd="0" destOrd="0" presId="urn:microsoft.com/office/officeart/2009/3/layout/HorizontalOrganizationChart"/>
    <dgm:cxn modelId="{AE11B84D-FAC8-48DF-8F66-ECE17B486C26}" type="presParOf" srcId="{868FD3F8-36C2-40B9-A0C9-19560145CFAD}" destId="{E4AFD26B-C7BB-41CA-A59C-D4C3576380A8}" srcOrd="0" destOrd="0" presId="urn:microsoft.com/office/officeart/2009/3/layout/HorizontalOrganizationChart"/>
    <dgm:cxn modelId="{16F4ECCA-C01C-482B-8C30-5EAF34802788}" type="presParOf" srcId="{868FD3F8-36C2-40B9-A0C9-19560145CFAD}" destId="{8700B5FB-1AEC-447F-A85A-B23DFECB41F1}" srcOrd="1" destOrd="0" presId="urn:microsoft.com/office/officeart/2009/3/layout/HorizontalOrganizationChart"/>
    <dgm:cxn modelId="{813937AB-51E9-4C8C-985C-4D33DB40F991}" type="presParOf" srcId="{B39B5A8D-FDDB-4B5F-9592-FCF82ABC3E36}" destId="{035F8A94-9F71-4AA7-84F8-CC97894A38B2}" srcOrd="1" destOrd="0" presId="urn:microsoft.com/office/officeart/2009/3/layout/HorizontalOrganizationChart"/>
    <dgm:cxn modelId="{227F882A-0CF0-4450-9BB3-160E3991ED69}" type="presParOf" srcId="{B39B5A8D-FDDB-4B5F-9592-FCF82ABC3E36}" destId="{D4F07FEA-5316-4290-9236-A3D544D64BD8}" srcOrd="2" destOrd="0" presId="urn:microsoft.com/office/officeart/2009/3/layout/HorizontalOrganizationChart"/>
    <dgm:cxn modelId="{51460212-0210-45E7-B045-A6B2DD57820C}" type="presParOf" srcId="{64BE223F-5889-4D6D-A0F4-BB63E949CCCB}" destId="{A267EB81-E463-4D76-BE76-C7894AF884CA}" srcOrd="2" destOrd="0" presId="urn:microsoft.com/office/officeart/2009/3/layout/HorizontalOrganizationChart"/>
    <dgm:cxn modelId="{E6FA5B77-580D-4C90-9901-FF75116BD8B4}" type="presParOf" srcId="{72548BFA-9BBC-45A7-9143-4A33BB8882F9}" destId="{AF38169B-BDF1-4FB4-B1A3-205F3C8764D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137B5-59A0-4482-82E0-2CA84074B9ED}">
      <dsp:nvSpPr>
        <dsp:cNvPr id="0" name=""/>
        <dsp:cNvSpPr/>
      </dsp:nvSpPr>
      <dsp:spPr>
        <a:xfrm>
          <a:off x="4639032" y="5522674"/>
          <a:ext cx="128450" cy="320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320321"/>
              </a:lnTo>
              <a:lnTo>
                <a:pt x="128450" y="3203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B5AF2-5075-410B-9D3C-F200774C2ADD}">
      <dsp:nvSpPr>
        <dsp:cNvPr id="0" name=""/>
        <dsp:cNvSpPr/>
      </dsp:nvSpPr>
      <dsp:spPr>
        <a:xfrm>
          <a:off x="6949628" y="6125368"/>
          <a:ext cx="1486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7614"/>
              </a:moveTo>
              <a:lnTo>
                <a:pt x="84379" y="47614"/>
              </a:lnTo>
              <a:lnTo>
                <a:pt x="84379" y="45720"/>
              </a:lnTo>
              <a:lnTo>
                <a:pt x="148604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0A977-02D6-46CB-9E9A-F0CCB3AFC0E0}">
      <dsp:nvSpPr>
        <dsp:cNvPr id="0" name=""/>
        <dsp:cNvSpPr/>
      </dsp:nvSpPr>
      <dsp:spPr>
        <a:xfrm>
          <a:off x="6180436" y="5911312"/>
          <a:ext cx="126941" cy="261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715" y="0"/>
              </a:lnTo>
              <a:lnTo>
                <a:pt x="62715" y="261670"/>
              </a:lnTo>
              <a:lnTo>
                <a:pt x="126941" y="2616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D61C6-04D5-45F9-B857-526E2040AED7}">
      <dsp:nvSpPr>
        <dsp:cNvPr id="0" name=""/>
        <dsp:cNvSpPr/>
      </dsp:nvSpPr>
      <dsp:spPr>
        <a:xfrm>
          <a:off x="6949628" y="5867737"/>
          <a:ext cx="1486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4385" y="45720"/>
              </a:lnTo>
              <a:lnTo>
                <a:pt x="84385" y="47167"/>
              </a:lnTo>
              <a:lnTo>
                <a:pt x="148610" y="471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6F323-9781-49C2-AC9D-9FE0D0914471}">
      <dsp:nvSpPr>
        <dsp:cNvPr id="0" name=""/>
        <dsp:cNvSpPr/>
      </dsp:nvSpPr>
      <dsp:spPr>
        <a:xfrm>
          <a:off x="6180436" y="5865592"/>
          <a:ext cx="1269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715" y="45720"/>
              </a:lnTo>
              <a:lnTo>
                <a:pt x="62715" y="47864"/>
              </a:lnTo>
              <a:lnTo>
                <a:pt x="126941" y="47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DAB78-F42A-4C33-B206-904EFB14DFD2}">
      <dsp:nvSpPr>
        <dsp:cNvPr id="0" name=""/>
        <dsp:cNvSpPr/>
      </dsp:nvSpPr>
      <dsp:spPr>
        <a:xfrm>
          <a:off x="6951137" y="5550922"/>
          <a:ext cx="1269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58"/>
              </a:moveTo>
              <a:lnTo>
                <a:pt x="62715" y="46958"/>
              </a:lnTo>
              <a:lnTo>
                <a:pt x="62715" y="45720"/>
              </a:lnTo>
              <a:lnTo>
                <a:pt x="126941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76216A-3077-45AB-A127-F30F0DED6DB4}">
      <dsp:nvSpPr>
        <dsp:cNvPr id="0" name=""/>
        <dsp:cNvSpPr/>
      </dsp:nvSpPr>
      <dsp:spPr>
        <a:xfrm>
          <a:off x="6180436" y="5597880"/>
          <a:ext cx="128450" cy="313431"/>
        </a:xfrm>
        <a:custGeom>
          <a:avLst/>
          <a:gdLst/>
          <a:ahLst/>
          <a:cxnLst/>
          <a:rect l="0" t="0" r="0" b="0"/>
          <a:pathLst>
            <a:path>
              <a:moveTo>
                <a:pt x="0" y="313431"/>
              </a:moveTo>
              <a:lnTo>
                <a:pt x="64225" y="313431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CDAF5-A7FE-436E-9DA3-25A539D89D1F}">
      <dsp:nvSpPr>
        <dsp:cNvPr id="0" name=""/>
        <dsp:cNvSpPr/>
      </dsp:nvSpPr>
      <dsp:spPr>
        <a:xfrm>
          <a:off x="5409734" y="5417001"/>
          <a:ext cx="128450" cy="494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494310"/>
              </a:lnTo>
              <a:lnTo>
                <a:pt x="128450" y="4943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DA93F8-5C72-4B48-9D1D-CEE49333C83C}">
      <dsp:nvSpPr>
        <dsp:cNvPr id="0" name=""/>
        <dsp:cNvSpPr/>
      </dsp:nvSpPr>
      <dsp:spPr>
        <a:xfrm>
          <a:off x="6180436" y="5209875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084"/>
              </a:lnTo>
              <a:lnTo>
                <a:pt x="128450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70755-F4D1-485F-892E-3C7B87066BCB}">
      <dsp:nvSpPr>
        <dsp:cNvPr id="0" name=""/>
        <dsp:cNvSpPr/>
      </dsp:nvSpPr>
      <dsp:spPr>
        <a:xfrm>
          <a:off x="6180436" y="5071791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4A3F9-9B82-47D6-B99B-37FA4AD461B1}">
      <dsp:nvSpPr>
        <dsp:cNvPr id="0" name=""/>
        <dsp:cNvSpPr/>
      </dsp:nvSpPr>
      <dsp:spPr>
        <a:xfrm>
          <a:off x="5409734" y="5209875"/>
          <a:ext cx="128450" cy="207126"/>
        </a:xfrm>
        <a:custGeom>
          <a:avLst/>
          <a:gdLst/>
          <a:ahLst/>
          <a:cxnLst/>
          <a:rect l="0" t="0" r="0" b="0"/>
          <a:pathLst>
            <a:path>
              <a:moveTo>
                <a:pt x="0" y="207126"/>
              </a:moveTo>
              <a:lnTo>
                <a:pt x="64225" y="207126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CAAFC-37A2-4187-8C63-BDC2E7B8A2E9}">
      <dsp:nvSpPr>
        <dsp:cNvPr id="0" name=""/>
        <dsp:cNvSpPr/>
      </dsp:nvSpPr>
      <dsp:spPr>
        <a:xfrm>
          <a:off x="5409734" y="4933707"/>
          <a:ext cx="128450" cy="483294"/>
        </a:xfrm>
        <a:custGeom>
          <a:avLst/>
          <a:gdLst/>
          <a:ahLst/>
          <a:cxnLst/>
          <a:rect l="0" t="0" r="0" b="0"/>
          <a:pathLst>
            <a:path>
              <a:moveTo>
                <a:pt x="0" y="483294"/>
              </a:moveTo>
              <a:lnTo>
                <a:pt x="64225" y="48329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A3CD5-F552-4A8E-AA99-3DA9469CB538}">
      <dsp:nvSpPr>
        <dsp:cNvPr id="0" name=""/>
        <dsp:cNvSpPr/>
      </dsp:nvSpPr>
      <dsp:spPr>
        <a:xfrm>
          <a:off x="4639032" y="5417001"/>
          <a:ext cx="128450" cy="105672"/>
        </a:xfrm>
        <a:custGeom>
          <a:avLst/>
          <a:gdLst/>
          <a:ahLst/>
          <a:cxnLst/>
          <a:rect l="0" t="0" r="0" b="0"/>
          <a:pathLst>
            <a:path>
              <a:moveTo>
                <a:pt x="0" y="105672"/>
              </a:moveTo>
              <a:lnTo>
                <a:pt x="64225" y="105672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7A17E-AF77-42CB-93B1-39B0770E3C79}">
      <dsp:nvSpPr>
        <dsp:cNvPr id="0" name=""/>
        <dsp:cNvSpPr/>
      </dsp:nvSpPr>
      <dsp:spPr>
        <a:xfrm>
          <a:off x="3868330" y="2896967"/>
          <a:ext cx="128450" cy="2625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2625706"/>
              </a:lnTo>
              <a:lnTo>
                <a:pt x="128450" y="26257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890DBA-4975-4C75-941F-F0AF649459D5}">
      <dsp:nvSpPr>
        <dsp:cNvPr id="0" name=""/>
        <dsp:cNvSpPr/>
      </dsp:nvSpPr>
      <dsp:spPr>
        <a:xfrm>
          <a:off x="4639032" y="3967118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084"/>
              </a:lnTo>
              <a:lnTo>
                <a:pt x="128450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CB12D-6D77-4447-9F58-D885806C37C1}">
      <dsp:nvSpPr>
        <dsp:cNvPr id="0" name=""/>
        <dsp:cNvSpPr/>
      </dsp:nvSpPr>
      <dsp:spPr>
        <a:xfrm>
          <a:off x="6951137" y="4749903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185CE9-65D3-4677-966D-33B7645E2257}">
      <dsp:nvSpPr>
        <dsp:cNvPr id="0" name=""/>
        <dsp:cNvSpPr/>
      </dsp:nvSpPr>
      <dsp:spPr>
        <a:xfrm>
          <a:off x="6180436" y="4657539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084"/>
              </a:lnTo>
              <a:lnTo>
                <a:pt x="128450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95A3F-3AAD-468F-908F-845C4ED90DA2}">
      <dsp:nvSpPr>
        <dsp:cNvPr id="0" name=""/>
        <dsp:cNvSpPr/>
      </dsp:nvSpPr>
      <dsp:spPr>
        <a:xfrm>
          <a:off x="6951137" y="4473735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F93993-47F1-428E-9F9E-450A331F894E}">
      <dsp:nvSpPr>
        <dsp:cNvPr id="0" name=""/>
        <dsp:cNvSpPr/>
      </dsp:nvSpPr>
      <dsp:spPr>
        <a:xfrm>
          <a:off x="6180436" y="4519455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BC206-817E-47FC-AA4A-7E68D35E9CC7}">
      <dsp:nvSpPr>
        <dsp:cNvPr id="0" name=""/>
        <dsp:cNvSpPr/>
      </dsp:nvSpPr>
      <dsp:spPr>
        <a:xfrm>
          <a:off x="5409734" y="3829034"/>
          <a:ext cx="128450" cy="828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828504"/>
              </a:lnTo>
              <a:lnTo>
                <a:pt x="128450" y="8285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C56599-44F2-4063-BC5C-5748142D59CB}">
      <dsp:nvSpPr>
        <dsp:cNvPr id="0" name=""/>
        <dsp:cNvSpPr/>
      </dsp:nvSpPr>
      <dsp:spPr>
        <a:xfrm>
          <a:off x="6180436" y="3967902"/>
          <a:ext cx="128450" cy="275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275384"/>
              </a:lnTo>
              <a:lnTo>
                <a:pt x="128450" y="2753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8B2589-D93B-4FFD-B4D1-1C34B012D6DE}">
      <dsp:nvSpPr>
        <dsp:cNvPr id="0" name=""/>
        <dsp:cNvSpPr/>
      </dsp:nvSpPr>
      <dsp:spPr>
        <a:xfrm>
          <a:off x="6180436" y="3921398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503"/>
              </a:moveTo>
              <a:lnTo>
                <a:pt x="64225" y="46503"/>
              </a:lnTo>
              <a:lnTo>
                <a:pt x="64225" y="45720"/>
              </a:ln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7B046-E658-4728-A5FD-08A2F893709B}">
      <dsp:nvSpPr>
        <dsp:cNvPr id="0" name=""/>
        <dsp:cNvSpPr/>
      </dsp:nvSpPr>
      <dsp:spPr>
        <a:xfrm>
          <a:off x="6180436" y="3690950"/>
          <a:ext cx="128450" cy="276951"/>
        </a:xfrm>
        <a:custGeom>
          <a:avLst/>
          <a:gdLst/>
          <a:ahLst/>
          <a:cxnLst/>
          <a:rect l="0" t="0" r="0" b="0"/>
          <a:pathLst>
            <a:path>
              <a:moveTo>
                <a:pt x="0" y="276951"/>
              </a:moveTo>
              <a:lnTo>
                <a:pt x="64225" y="276951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A319B-5CB8-4C1A-929A-A579AE777841}">
      <dsp:nvSpPr>
        <dsp:cNvPr id="0" name=""/>
        <dsp:cNvSpPr/>
      </dsp:nvSpPr>
      <dsp:spPr>
        <a:xfrm>
          <a:off x="5409734" y="3829034"/>
          <a:ext cx="128450" cy="138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867"/>
              </a:lnTo>
              <a:lnTo>
                <a:pt x="128450" y="1388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FDF2F-6F11-4980-A631-1D0C6BCF6E65}">
      <dsp:nvSpPr>
        <dsp:cNvPr id="0" name=""/>
        <dsp:cNvSpPr/>
      </dsp:nvSpPr>
      <dsp:spPr>
        <a:xfrm>
          <a:off x="6180436" y="3276698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084"/>
              </a:lnTo>
              <a:lnTo>
                <a:pt x="128450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A028D-62C9-4546-BC43-59E86544747D}">
      <dsp:nvSpPr>
        <dsp:cNvPr id="0" name=""/>
        <dsp:cNvSpPr/>
      </dsp:nvSpPr>
      <dsp:spPr>
        <a:xfrm>
          <a:off x="6180436" y="3138614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6DFC4-1641-4092-9BC6-E8FB9D38AF0D}">
      <dsp:nvSpPr>
        <dsp:cNvPr id="0" name=""/>
        <dsp:cNvSpPr/>
      </dsp:nvSpPr>
      <dsp:spPr>
        <a:xfrm>
          <a:off x="5409734" y="3276698"/>
          <a:ext cx="128450" cy="552336"/>
        </a:xfrm>
        <a:custGeom>
          <a:avLst/>
          <a:gdLst/>
          <a:ahLst/>
          <a:cxnLst/>
          <a:rect l="0" t="0" r="0" b="0"/>
          <a:pathLst>
            <a:path>
              <a:moveTo>
                <a:pt x="0" y="552336"/>
              </a:moveTo>
              <a:lnTo>
                <a:pt x="64225" y="552336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697390-7377-44AA-914E-7F34A506AC17}">
      <dsp:nvSpPr>
        <dsp:cNvPr id="0" name=""/>
        <dsp:cNvSpPr/>
      </dsp:nvSpPr>
      <dsp:spPr>
        <a:xfrm>
          <a:off x="5409734" y="3000530"/>
          <a:ext cx="128450" cy="828504"/>
        </a:xfrm>
        <a:custGeom>
          <a:avLst/>
          <a:gdLst/>
          <a:ahLst/>
          <a:cxnLst/>
          <a:rect l="0" t="0" r="0" b="0"/>
          <a:pathLst>
            <a:path>
              <a:moveTo>
                <a:pt x="0" y="828504"/>
              </a:moveTo>
              <a:lnTo>
                <a:pt x="64225" y="82850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4A0E78-C210-4338-8B5C-48DD3D201C5A}">
      <dsp:nvSpPr>
        <dsp:cNvPr id="0" name=""/>
        <dsp:cNvSpPr/>
      </dsp:nvSpPr>
      <dsp:spPr>
        <a:xfrm>
          <a:off x="4639032" y="3829034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3AB13-732C-4F83-9B8F-D6D7DB3860B6}">
      <dsp:nvSpPr>
        <dsp:cNvPr id="0" name=""/>
        <dsp:cNvSpPr/>
      </dsp:nvSpPr>
      <dsp:spPr>
        <a:xfrm>
          <a:off x="3868330" y="2896967"/>
          <a:ext cx="128450" cy="10701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070151"/>
              </a:lnTo>
              <a:lnTo>
                <a:pt x="128450" y="107015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F963ED-B3F0-41A3-B824-325961929004}">
      <dsp:nvSpPr>
        <dsp:cNvPr id="0" name=""/>
        <dsp:cNvSpPr/>
      </dsp:nvSpPr>
      <dsp:spPr>
        <a:xfrm>
          <a:off x="4639032" y="1964899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138084"/>
              </a:lnTo>
              <a:lnTo>
                <a:pt x="128450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27CA8-163F-4708-9400-03AD1F0721B6}">
      <dsp:nvSpPr>
        <dsp:cNvPr id="0" name=""/>
        <dsp:cNvSpPr/>
      </dsp:nvSpPr>
      <dsp:spPr>
        <a:xfrm>
          <a:off x="7099870" y="2829735"/>
          <a:ext cx="1085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8553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BE6A2-C04F-4482-BB5C-769C7DA9CC1F}">
      <dsp:nvSpPr>
        <dsp:cNvPr id="0" name=""/>
        <dsp:cNvSpPr/>
      </dsp:nvSpPr>
      <dsp:spPr>
        <a:xfrm>
          <a:off x="6180436" y="2724362"/>
          <a:ext cx="127563" cy="151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338" y="0"/>
              </a:lnTo>
              <a:lnTo>
                <a:pt x="63338" y="151092"/>
              </a:lnTo>
              <a:lnTo>
                <a:pt x="127563" y="1510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6AF9D6-52CD-49B7-B03A-910C74477DFD}">
      <dsp:nvSpPr>
        <dsp:cNvPr id="0" name=""/>
        <dsp:cNvSpPr/>
      </dsp:nvSpPr>
      <dsp:spPr>
        <a:xfrm>
          <a:off x="6951137" y="2540558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1E7136-836A-486B-B91D-37B90AC43AE7}">
      <dsp:nvSpPr>
        <dsp:cNvPr id="0" name=""/>
        <dsp:cNvSpPr/>
      </dsp:nvSpPr>
      <dsp:spPr>
        <a:xfrm>
          <a:off x="6180436" y="2586278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800CCF-2CF7-4C2B-BE5D-668243245262}">
      <dsp:nvSpPr>
        <dsp:cNvPr id="0" name=""/>
        <dsp:cNvSpPr/>
      </dsp:nvSpPr>
      <dsp:spPr>
        <a:xfrm>
          <a:off x="5409734" y="1826815"/>
          <a:ext cx="128450" cy="897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897546"/>
              </a:lnTo>
              <a:lnTo>
                <a:pt x="128450" y="89754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A4060C-F737-4459-BC6A-B233FEC9432A}">
      <dsp:nvSpPr>
        <dsp:cNvPr id="0" name=""/>
        <dsp:cNvSpPr/>
      </dsp:nvSpPr>
      <dsp:spPr>
        <a:xfrm>
          <a:off x="6180436" y="2264390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B1EDD2-BFE8-4A14-8948-7EEB84EDF964}">
      <dsp:nvSpPr>
        <dsp:cNvPr id="0" name=""/>
        <dsp:cNvSpPr/>
      </dsp:nvSpPr>
      <dsp:spPr>
        <a:xfrm>
          <a:off x="5409734" y="1826815"/>
          <a:ext cx="128450" cy="483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483294"/>
              </a:lnTo>
              <a:lnTo>
                <a:pt x="128450" y="483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33CAD-B597-414C-9523-47A079B2FFFB}">
      <dsp:nvSpPr>
        <dsp:cNvPr id="0" name=""/>
        <dsp:cNvSpPr/>
      </dsp:nvSpPr>
      <dsp:spPr>
        <a:xfrm>
          <a:off x="5409734" y="1826815"/>
          <a:ext cx="128450" cy="2071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225" y="0"/>
              </a:lnTo>
              <a:lnTo>
                <a:pt x="64225" y="207126"/>
              </a:lnTo>
              <a:lnTo>
                <a:pt x="128450" y="2071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EFD006-A32B-489A-B809-E3D7E0386B88}">
      <dsp:nvSpPr>
        <dsp:cNvPr id="0" name=""/>
        <dsp:cNvSpPr/>
      </dsp:nvSpPr>
      <dsp:spPr>
        <a:xfrm>
          <a:off x="6180436" y="1712053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837C6A-8105-408D-9A2C-4FAA52810339}">
      <dsp:nvSpPr>
        <dsp:cNvPr id="0" name=""/>
        <dsp:cNvSpPr/>
      </dsp:nvSpPr>
      <dsp:spPr>
        <a:xfrm>
          <a:off x="5409734" y="1712053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14762"/>
              </a:moveTo>
              <a:lnTo>
                <a:pt x="64225" y="114762"/>
              </a:lnTo>
              <a:lnTo>
                <a:pt x="64225" y="45720"/>
              </a:ln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240E7-EEA6-46D8-AE60-487B0566B9A2}">
      <dsp:nvSpPr>
        <dsp:cNvPr id="0" name=""/>
        <dsp:cNvSpPr/>
      </dsp:nvSpPr>
      <dsp:spPr>
        <a:xfrm>
          <a:off x="5409734" y="1481605"/>
          <a:ext cx="128450" cy="345210"/>
        </a:xfrm>
        <a:custGeom>
          <a:avLst/>
          <a:gdLst/>
          <a:ahLst/>
          <a:cxnLst/>
          <a:rect l="0" t="0" r="0" b="0"/>
          <a:pathLst>
            <a:path>
              <a:moveTo>
                <a:pt x="0" y="345210"/>
              </a:moveTo>
              <a:lnTo>
                <a:pt x="64225" y="345210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5CFFA0-B569-4A56-8175-567F57E3E286}">
      <dsp:nvSpPr>
        <dsp:cNvPr id="0" name=""/>
        <dsp:cNvSpPr/>
      </dsp:nvSpPr>
      <dsp:spPr>
        <a:xfrm>
          <a:off x="6180436" y="1159717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FCDFA8-E01C-4C6B-A731-226D0B6C2C76}">
      <dsp:nvSpPr>
        <dsp:cNvPr id="0" name=""/>
        <dsp:cNvSpPr/>
      </dsp:nvSpPr>
      <dsp:spPr>
        <a:xfrm>
          <a:off x="5409734" y="1205437"/>
          <a:ext cx="128450" cy="621378"/>
        </a:xfrm>
        <a:custGeom>
          <a:avLst/>
          <a:gdLst/>
          <a:ahLst/>
          <a:cxnLst/>
          <a:rect l="0" t="0" r="0" b="0"/>
          <a:pathLst>
            <a:path>
              <a:moveTo>
                <a:pt x="0" y="621378"/>
              </a:moveTo>
              <a:lnTo>
                <a:pt x="64225" y="621378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86A9C7-9135-4192-911C-9FD307A3662E}">
      <dsp:nvSpPr>
        <dsp:cNvPr id="0" name=""/>
        <dsp:cNvSpPr/>
      </dsp:nvSpPr>
      <dsp:spPr>
        <a:xfrm>
          <a:off x="6180436" y="883549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095C9-0EEA-49B6-905E-AC74937B597A}">
      <dsp:nvSpPr>
        <dsp:cNvPr id="0" name=""/>
        <dsp:cNvSpPr/>
      </dsp:nvSpPr>
      <dsp:spPr>
        <a:xfrm>
          <a:off x="5409734" y="929269"/>
          <a:ext cx="128450" cy="897546"/>
        </a:xfrm>
        <a:custGeom>
          <a:avLst/>
          <a:gdLst/>
          <a:ahLst/>
          <a:cxnLst/>
          <a:rect l="0" t="0" r="0" b="0"/>
          <a:pathLst>
            <a:path>
              <a:moveTo>
                <a:pt x="0" y="897546"/>
              </a:moveTo>
              <a:lnTo>
                <a:pt x="64225" y="897546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14706F-1BC6-48E6-BDBA-7B500E589BAD}">
      <dsp:nvSpPr>
        <dsp:cNvPr id="0" name=""/>
        <dsp:cNvSpPr/>
      </dsp:nvSpPr>
      <dsp:spPr>
        <a:xfrm>
          <a:off x="4639032" y="1826815"/>
          <a:ext cx="128450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64225" y="138084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C0030-18CD-4C76-8E04-002BB6D32A15}">
      <dsp:nvSpPr>
        <dsp:cNvPr id="0" name=""/>
        <dsp:cNvSpPr/>
      </dsp:nvSpPr>
      <dsp:spPr>
        <a:xfrm>
          <a:off x="3868330" y="1964899"/>
          <a:ext cx="128450" cy="932067"/>
        </a:xfrm>
        <a:custGeom>
          <a:avLst/>
          <a:gdLst/>
          <a:ahLst/>
          <a:cxnLst/>
          <a:rect l="0" t="0" r="0" b="0"/>
          <a:pathLst>
            <a:path>
              <a:moveTo>
                <a:pt x="0" y="932067"/>
              </a:moveTo>
              <a:lnTo>
                <a:pt x="64225" y="932067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2AD772-32C1-453D-A10B-AD2F2B8A156F}">
      <dsp:nvSpPr>
        <dsp:cNvPr id="0" name=""/>
        <dsp:cNvSpPr/>
      </dsp:nvSpPr>
      <dsp:spPr>
        <a:xfrm>
          <a:off x="4639032" y="652238"/>
          <a:ext cx="120781" cy="2536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556" y="0"/>
              </a:lnTo>
              <a:lnTo>
                <a:pt x="56556" y="253631"/>
              </a:lnTo>
              <a:lnTo>
                <a:pt x="120781" y="2536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3D8DC-8394-4EB2-BEC0-4978BB2F3DA3}">
      <dsp:nvSpPr>
        <dsp:cNvPr id="0" name=""/>
        <dsp:cNvSpPr/>
      </dsp:nvSpPr>
      <dsp:spPr>
        <a:xfrm>
          <a:off x="5402065" y="606519"/>
          <a:ext cx="1361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1893" y="45720"/>
              </a:lnTo>
              <a:lnTo>
                <a:pt x="71893" y="46581"/>
              </a:lnTo>
              <a:lnTo>
                <a:pt x="136118" y="465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1FD870-2315-4054-B29C-39DF6F98439B}">
      <dsp:nvSpPr>
        <dsp:cNvPr id="0" name=""/>
        <dsp:cNvSpPr/>
      </dsp:nvSpPr>
      <dsp:spPr>
        <a:xfrm>
          <a:off x="4639032" y="606518"/>
          <a:ext cx="1207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556" y="45720"/>
              </a:lnTo>
              <a:lnTo>
                <a:pt x="56556" y="45720"/>
              </a:lnTo>
              <a:lnTo>
                <a:pt x="120781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5E075B-61F2-41BC-BC2A-69356E0D43EE}">
      <dsp:nvSpPr>
        <dsp:cNvPr id="0" name=""/>
        <dsp:cNvSpPr/>
      </dsp:nvSpPr>
      <dsp:spPr>
        <a:xfrm>
          <a:off x="3868330" y="652238"/>
          <a:ext cx="128450" cy="2244728"/>
        </a:xfrm>
        <a:custGeom>
          <a:avLst/>
          <a:gdLst/>
          <a:ahLst/>
          <a:cxnLst/>
          <a:rect l="0" t="0" r="0" b="0"/>
          <a:pathLst>
            <a:path>
              <a:moveTo>
                <a:pt x="0" y="2244728"/>
              </a:moveTo>
              <a:lnTo>
                <a:pt x="64225" y="2244728"/>
              </a:lnTo>
              <a:lnTo>
                <a:pt x="64225" y="0"/>
              </a:lnTo>
              <a:lnTo>
                <a:pt x="12845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BCB50C-17E3-4E08-8F2D-57A84F25E402}">
      <dsp:nvSpPr>
        <dsp:cNvPr id="0" name=""/>
        <dsp:cNvSpPr/>
      </dsp:nvSpPr>
      <dsp:spPr>
        <a:xfrm>
          <a:off x="5642640" y="331213"/>
          <a:ext cx="12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84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B6BC5-D316-46FF-9657-FB38EAFCA478}">
      <dsp:nvSpPr>
        <dsp:cNvPr id="0" name=""/>
        <dsp:cNvSpPr/>
      </dsp:nvSpPr>
      <dsp:spPr>
        <a:xfrm>
          <a:off x="4633213" y="238848"/>
          <a:ext cx="367175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2950" y="0"/>
              </a:lnTo>
              <a:lnTo>
                <a:pt x="302950" y="138084"/>
              </a:lnTo>
              <a:lnTo>
                <a:pt x="367175" y="138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34EB56-5A9C-44D3-8046-4D4FDD398AAC}">
      <dsp:nvSpPr>
        <dsp:cNvPr id="0" name=""/>
        <dsp:cNvSpPr/>
      </dsp:nvSpPr>
      <dsp:spPr>
        <a:xfrm>
          <a:off x="4633213" y="100764"/>
          <a:ext cx="367175" cy="138084"/>
        </a:xfrm>
        <a:custGeom>
          <a:avLst/>
          <a:gdLst/>
          <a:ahLst/>
          <a:cxnLst/>
          <a:rect l="0" t="0" r="0" b="0"/>
          <a:pathLst>
            <a:path>
              <a:moveTo>
                <a:pt x="0" y="138084"/>
              </a:moveTo>
              <a:lnTo>
                <a:pt x="302950" y="138084"/>
              </a:lnTo>
              <a:lnTo>
                <a:pt x="302950" y="0"/>
              </a:lnTo>
              <a:lnTo>
                <a:pt x="367175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5293E0-96D7-49FD-81EA-757AF582D648}">
      <dsp:nvSpPr>
        <dsp:cNvPr id="0" name=""/>
        <dsp:cNvSpPr/>
      </dsp:nvSpPr>
      <dsp:spPr>
        <a:xfrm>
          <a:off x="3868330" y="238848"/>
          <a:ext cx="122631" cy="2658118"/>
        </a:xfrm>
        <a:custGeom>
          <a:avLst/>
          <a:gdLst/>
          <a:ahLst/>
          <a:cxnLst/>
          <a:rect l="0" t="0" r="0" b="0"/>
          <a:pathLst>
            <a:path>
              <a:moveTo>
                <a:pt x="0" y="2658118"/>
              </a:moveTo>
              <a:lnTo>
                <a:pt x="58406" y="2658118"/>
              </a:lnTo>
              <a:lnTo>
                <a:pt x="58406" y="0"/>
              </a:lnTo>
              <a:lnTo>
                <a:pt x="12263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A1BB14-9637-40F9-B5B5-81520F48315F}">
      <dsp:nvSpPr>
        <dsp:cNvPr id="0" name=""/>
        <dsp:cNvSpPr/>
      </dsp:nvSpPr>
      <dsp:spPr>
        <a:xfrm>
          <a:off x="3226079" y="2799024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Museum</a:t>
          </a:r>
        </a:p>
      </dsp:txBody>
      <dsp:txXfrm>
        <a:off x="3226079" y="2799024"/>
        <a:ext cx="642251" cy="195886"/>
      </dsp:txXfrm>
    </dsp:sp>
    <dsp:sp modelId="{361EB6FF-B859-4244-8485-2C0FEA5D265B}">
      <dsp:nvSpPr>
        <dsp:cNvPr id="0" name=""/>
        <dsp:cNvSpPr/>
      </dsp:nvSpPr>
      <dsp:spPr>
        <a:xfrm>
          <a:off x="3990962" y="14090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Themes</a:t>
          </a:r>
        </a:p>
      </dsp:txBody>
      <dsp:txXfrm>
        <a:off x="3990962" y="140905"/>
        <a:ext cx="642251" cy="195886"/>
      </dsp:txXfrm>
    </dsp:sp>
    <dsp:sp modelId="{3F068B7C-EBFA-492F-ABD8-85DE3E477784}">
      <dsp:nvSpPr>
        <dsp:cNvPr id="0" name=""/>
        <dsp:cNvSpPr/>
      </dsp:nvSpPr>
      <dsp:spPr>
        <a:xfrm>
          <a:off x="5000388" y="2821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Theme Id#1</a:t>
          </a:r>
        </a:p>
      </dsp:txBody>
      <dsp:txXfrm>
        <a:off x="5000388" y="2821"/>
        <a:ext cx="642251" cy="195886"/>
      </dsp:txXfrm>
    </dsp:sp>
    <dsp:sp modelId="{9902580C-CDB9-4BC5-95FA-874F98DE783B}">
      <dsp:nvSpPr>
        <dsp:cNvPr id="0" name=""/>
        <dsp:cNvSpPr/>
      </dsp:nvSpPr>
      <dsp:spPr>
        <a:xfrm>
          <a:off x="5000388" y="27898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Theme Id#2</a:t>
          </a:r>
        </a:p>
      </dsp:txBody>
      <dsp:txXfrm>
        <a:off x="5000388" y="278989"/>
        <a:ext cx="642251" cy="195886"/>
      </dsp:txXfrm>
    </dsp:sp>
    <dsp:sp modelId="{7E24B55B-C21F-479D-AF16-BA5BFBEF12B2}">
      <dsp:nvSpPr>
        <dsp:cNvPr id="0" name=""/>
        <dsp:cNvSpPr/>
      </dsp:nvSpPr>
      <dsp:spPr>
        <a:xfrm>
          <a:off x="5771090" y="278989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Persian (Achaemenid)</a:t>
          </a:r>
        </a:p>
      </dsp:txBody>
      <dsp:txXfrm>
        <a:off x="5771090" y="278989"/>
        <a:ext cx="642251" cy="195886"/>
      </dsp:txXfrm>
    </dsp:sp>
    <dsp:sp modelId="{1557FC18-F726-42E8-B0B5-F6D08A985014}">
      <dsp:nvSpPr>
        <dsp:cNvPr id="0" name=""/>
        <dsp:cNvSpPr/>
      </dsp:nvSpPr>
      <dsp:spPr>
        <a:xfrm>
          <a:off x="3996781" y="55429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Collections</a:t>
          </a:r>
        </a:p>
      </dsp:txBody>
      <dsp:txXfrm>
        <a:off x="3996781" y="554295"/>
        <a:ext cx="642251" cy="195886"/>
      </dsp:txXfrm>
    </dsp:sp>
    <dsp:sp modelId="{8C383FB3-4D14-4CBA-A0C6-CFF4847BA3EC}">
      <dsp:nvSpPr>
        <dsp:cNvPr id="0" name=""/>
        <dsp:cNvSpPr/>
      </dsp:nvSpPr>
      <dsp:spPr>
        <a:xfrm>
          <a:off x="4759814" y="55429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Collection Id#1</a:t>
          </a:r>
        </a:p>
      </dsp:txBody>
      <dsp:txXfrm>
        <a:off x="4759814" y="554295"/>
        <a:ext cx="642251" cy="195886"/>
      </dsp:txXfrm>
    </dsp:sp>
    <dsp:sp modelId="{8A071F50-0936-48EF-AE15-796B92F4F4A2}">
      <dsp:nvSpPr>
        <dsp:cNvPr id="0" name=""/>
        <dsp:cNvSpPr/>
      </dsp:nvSpPr>
      <dsp:spPr>
        <a:xfrm>
          <a:off x="5538184" y="555157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Sculpture Antiquities</a:t>
          </a:r>
        </a:p>
      </dsp:txBody>
      <dsp:txXfrm>
        <a:off x="5538184" y="555157"/>
        <a:ext cx="642251" cy="195886"/>
      </dsp:txXfrm>
    </dsp:sp>
    <dsp:sp modelId="{582577D3-050E-4B41-BF32-01AA487AE0ED}">
      <dsp:nvSpPr>
        <dsp:cNvPr id="0" name=""/>
        <dsp:cNvSpPr/>
      </dsp:nvSpPr>
      <dsp:spPr>
        <a:xfrm>
          <a:off x="4759814" y="807927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Collection Id#2</a:t>
          </a:r>
        </a:p>
      </dsp:txBody>
      <dsp:txXfrm>
        <a:off x="4759814" y="807927"/>
        <a:ext cx="642251" cy="195886"/>
      </dsp:txXfrm>
    </dsp:sp>
    <dsp:sp modelId="{61A0D4EF-EC3A-4279-BC51-4F36D0B52EB7}">
      <dsp:nvSpPr>
        <dsp:cNvPr id="0" name=""/>
        <dsp:cNvSpPr/>
      </dsp:nvSpPr>
      <dsp:spPr>
        <a:xfrm>
          <a:off x="3996781" y="1866956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Artifacts</a:t>
          </a:r>
        </a:p>
      </dsp:txBody>
      <dsp:txXfrm>
        <a:off x="3996781" y="1866956"/>
        <a:ext cx="642251" cy="195886"/>
      </dsp:txXfrm>
    </dsp:sp>
    <dsp:sp modelId="{BAE31ACF-752D-4EA8-8B6E-54DBD06D21AE}">
      <dsp:nvSpPr>
        <dsp:cNvPr id="0" name=""/>
        <dsp:cNvSpPr/>
      </dsp:nvSpPr>
      <dsp:spPr>
        <a:xfrm>
          <a:off x="4767482" y="1728872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Id#1</a:t>
          </a:r>
        </a:p>
      </dsp:txBody>
      <dsp:txXfrm>
        <a:off x="4767482" y="1728872"/>
        <a:ext cx="642251" cy="195886"/>
      </dsp:txXfrm>
    </dsp:sp>
    <dsp:sp modelId="{171F98E8-7A93-4667-99EC-A67EE133F035}">
      <dsp:nvSpPr>
        <dsp:cNvPr id="0" name=""/>
        <dsp:cNvSpPr/>
      </dsp:nvSpPr>
      <dsp:spPr>
        <a:xfrm>
          <a:off x="5538184" y="831326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Description</a:t>
          </a:r>
        </a:p>
      </dsp:txBody>
      <dsp:txXfrm>
        <a:off x="5538184" y="831326"/>
        <a:ext cx="642251" cy="195886"/>
      </dsp:txXfrm>
    </dsp:sp>
    <dsp:sp modelId="{4F157AFE-1A3E-4945-AFFE-3FBFDF773F45}">
      <dsp:nvSpPr>
        <dsp:cNvPr id="0" name=""/>
        <dsp:cNvSpPr/>
      </dsp:nvSpPr>
      <dsp:spPr>
        <a:xfrm>
          <a:off x="6308886" y="831326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Roaring Lion Bust</a:t>
          </a:r>
        </a:p>
      </dsp:txBody>
      <dsp:txXfrm>
        <a:off x="6308886" y="831326"/>
        <a:ext cx="642251" cy="195886"/>
      </dsp:txXfrm>
    </dsp:sp>
    <dsp:sp modelId="{1ECE9F9F-A668-4333-B43A-1DABED3BF4C5}">
      <dsp:nvSpPr>
        <dsp:cNvPr id="0" name=""/>
        <dsp:cNvSpPr/>
      </dsp:nvSpPr>
      <dsp:spPr>
        <a:xfrm>
          <a:off x="5538184" y="1107494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Material</a:t>
          </a:r>
        </a:p>
      </dsp:txBody>
      <dsp:txXfrm>
        <a:off x="5538184" y="1107494"/>
        <a:ext cx="642251" cy="195886"/>
      </dsp:txXfrm>
    </dsp:sp>
    <dsp:sp modelId="{88A62553-AA35-4C7E-AEE4-0944A5577F9F}">
      <dsp:nvSpPr>
        <dsp:cNvPr id="0" name=""/>
        <dsp:cNvSpPr/>
      </dsp:nvSpPr>
      <dsp:spPr>
        <a:xfrm>
          <a:off x="6308886" y="1107494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Limestone</a:t>
          </a:r>
        </a:p>
      </dsp:txBody>
      <dsp:txXfrm>
        <a:off x="6308886" y="1107494"/>
        <a:ext cx="642251" cy="195886"/>
      </dsp:txXfrm>
    </dsp:sp>
    <dsp:sp modelId="{E9A97367-2565-4CA7-B81D-4E147657D835}">
      <dsp:nvSpPr>
        <dsp:cNvPr id="0" name=""/>
        <dsp:cNvSpPr/>
      </dsp:nvSpPr>
      <dsp:spPr>
        <a:xfrm>
          <a:off x="5538184" y="1383662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Collection ref#1</a:t>
          </a:r>
        </a:p>
      </dsp:txBody>
      <dsp:txXfrm>
        <a:off x="5538184" y="1383662"/>
        <a:ext cx="642251" cy="195886"/>
      </dsp:txXfrm>
    </dsp:sp>
    <dsp:sp modelId="{3E0FA384-F7A7-4EF5-BB6C-325C5B877E93}">
      <dsp:nvSpPr>
        <dsp:cNvPr id="0" name=""/>
        <dsp:cNvSpPr/>
      </dsp:nvSpPr>
      <dsp:spPr>
        <a:xfrm>
          <a:off x="5538184" y="1659830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Provenance</a:t>
          </a:r>
        </a:p>
      </dsp:txBody>
      <dsp:txXfrm>
        <a:off x="5538184" y="1659830"/>
        <a:ext cx="642251" cy="195886"/>
      </dsp:txXfrm>
    </dsp:sp>
    <dsp:sp modelId="{5CE68631-E50F-4A7D-A78E-B9848249D5F3}">
      <dsp:nvSpPr>
        <dsp:cNvPr id="0" name=""/>
        <dsp:cNvSpPr/>
      </dsp:nvSpPr>
      <dsp:spPr>
        <a:xfrm>
          <a:off x="6308886" y="1659830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Persepolis</a:t>
          </a:r>
        </a:p>
      </dsp:txBody>
      <dsp:txXfrm>
        <a:off x="6308886" y="1659830"/>
        <a:ext cx="642251" cy="195886"/>
      </dsp:txXfrm>
    </dsp:sp>
    <dsp:sp modelId="{7E303F30-9711-4703-9E93-53900C059588}">
      <dsp:nvSpPr>
        <dsp:cNvPr id="0" name=""/>
        <dsp:cNvSpPr/>
      </dsp:nvSpPr>
      <dsp:spPr>
        <a:xfrm>
          <a:off x="5538184" y="1935998"/>
          <a:ext cx="829262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Cultural heritage: Theme ref#2</a:t>
          </a:r>
        </a:p>
      </dsp:txBody>
      <dsp:txXfrm>
        <a:off x="5538184" y="1935998"/>
        <a:ext cx="829262" cy="195886"/>
      </dsp:txXfrm>
    </dsp:sp>
    <dsp:sp modelId="{3D02A4C7-D3F8-46A9-BF13-B91E1207C679}">
      <dsp:nvSpPr>
        <dsp:cNvPr id="0" name=""/>
        <dsp:cNvSpPr/>
      </dsp:nvSpPr>
      <dsp:spPr>
        <a:xfrm>
          <a:off x="5538184" y="2212166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Historical period</a:t>
          </a:r>
        </a:p>
      </dsp:txBody>
      <dsp:txXfrm>
        <a:off x="5538184" y="2212166"/>
        <a:ext cx="642251" cy="195886"/>
      </dsp:txXfrm>
    </dsp:sp>
    <dsp:sp modelId="{90D35EA2-A25D-449A-8C0B-91C81C67A50C}">
      <dsp:nvSpPr>
        <dsp:cNvPr id="0" name=""/>
        <dsp:cNvSpPr/>
      </dsp:nvSpPr>
      <dsp:spPr>
        <a:xfrm>
          <a:off x="6308886" y="2212166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05</a:t>
          </a:r>
          <a:r>
            <a:rPr lang="en-US" sz="600" kern="1200" baseline="30000" dirty="0"/>
            <a:t>th</a:t>
          </a:r>
          <a:r>
            <a:rPr lang="en-US" sz="600" kern="1200" dirty="0"/>
            <a:t> Century BC</a:t>
          </a:r>
        </a:p>
      </dsp:txBody>
      <dsp:txXfrm>
        <a:off x="6308886" y="2212166"/>
        <a:ext cx="642251" cy="195886"/>
      </dsp:txXfrm>
    </dsp:sp>
    <dsp:sp modelId="{9E916334-F27B-4E86-B949-E7079E77F959}">
      <dsp:nvSpPr>
        <dsp:cNvPr id="0" name=""/>
        <dsp:cNvSpPr/>
      </dsp:nvSpPr>
      <dsp:spPr>
        <a:xfrm>
          <a:off x="5538184" y="2626418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Restoration history “Boolean”</a:t>
          </a:r>
        </a:p>
      </dsp:txBody>
      <dsp:txXfrm>
        <a:off x="5538184" y="2626418"/>
        <a:ext cx="642251" cy="195886"/>
      </dsp:txXfrm>
    </dsp:sp>
    <dsp:sp modelId="{0BA28261-1ED3-47EB-A7EA-310484F5DF09}">
      <dsp:nvSpPr>
        <dsp:cNvPr id="0" name=""/>
        <dsp:cNvSpPr/>
      </dsp:nvSpPr>
      <dsp:spPr>
        <a:xfrm>
          <a:off x="6308886" y="2488334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Record</a:t>
          </a:r>
        </a:p>
      </dsp:txBody>
      <dsp:txXfrm>
        <a:off x="6308886" y="2488334"/>
        <a:ext cx="642251" cy="195886"/>
      </dsp:txXfrm>
    </dsp:sp>
    <dsp:sp modelId="{B509227D-8391-4FEA-8798-380D7D9E41EE}">
      <dsp:nvSpPr>
        <dsp:cNvPr id="0" name=""/>
        <dsp:cNvSpPr/>
      </dsp:nvSpPr>
      <dsp:spPr>
        <a:xfrm>
          <a:off x="7079588" y="2488334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3 times</a:t>
          </a:r>
        </a:p>
      </dsp:txBody>
      <dsp:txXfrm>
        <a:off x="7079588" y="2488334"/>
        <a:ext cx="642251" cy="195886"/>
      </dsp:txXfrm>
    </dsp:sp>
    <dsp:sp modelId="{E6FC81B0-8E90-4371-B499-DD25029D4106}">
      <dsp:nvSpPr>
        <dsp:cNvPr id="0" name=""/>
        <dsp:cNvSpPr/>
      </dsp:nvSpPr>
      <dsp:spPr>
        <a:xfrm>
          <a:off x="6308000" y="2777511"/>
          <a:ext cx="791870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Restoration Project Description</a:t>
          </a:r>
        </a:p>
      </dsp:txBody>
      <dsp:txXfrm>
        <a:off x="6308000" y="2777511"/>
        <a:ext cx="791870" cy="195886"/>
      </dsp:txXfrm>
    </dsp:sp>
    <dsp:sp modelId="{B7BA8FDA-69EF-4F26-A438-76A43EC08BE5}">
      <dsp:nvSpPr>
        <dsp:cNvPr id="0" name=""/>
        <dsp:cNvSpPr/>
      </dsp:nvSpPr>
      <dsp:spPr>
        <a:xfrm>
          <a:off x="7208423" y="2777511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Broken ear</a:t>
          </a:r>
        </a:p>
      </dsp:txBody>
      <dsp:txXfrm>
        <a:off x="7208423" y="2777511"/>
        <a:ext cx="642251" cy="195886"/>
      </dsp:txXfrm>
    </dsp:sp>
    <dsp:sp modelId="{8C63EC56-3637-4380-B189-D0B66ADCD3F7}">
      <dsp:nvSpPr>
        <dsp:cNvPr id="0" name=""/>
        <dsp:cNvSpPr/>
      </dsp:nvSpPr>
      <dsp:spPr>
        <a:xfrm>
          <a:off x="4767482" y="2005040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Id#2</a:t>
          </a:r>
        </a:p>
      </dsp:txBody>
      <dsp:txXfrm>
        <a:off x="4767482" y="2005040"/>
        <a:ext cx="642251" cy="195886"/>
      </dsp:txXfrm>
    </dsp:sp>
    <dsp:sp modelId="{110F79BE-B8CE-48C2-943A-1C7F5605B400}">
      <dsp:nvSpPr>
        <dsp:cNvPr id="0" name=""/>
        <dsp:cNvSpPr/>
      </dsp:nvSpPr>
      <dsp:spPr>
        <a:xfrm>
          <a:off x="3996781" y="386917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Exhibitions</a:t>
          </a:r>
        </a:p>
      </dsp:txBody>
      <dsp:txXfrm>
        <a:off x="3996781" y="3869175"/>
        <a:ext cx="642251" cy="195886"/>
      </dsp:txXfrm>
    </dsp:sp>
    <dsp:sp modelId="{5ED98B15-1271-4C1B-BD70-D93D404A68CE}">
      <dsp:nvSpPr>
        <dsp:cNvPr id="0" name=""/>
        <dsp:cNvSpPr/>
      </dsp:nvSpPr>
      <dsp:spPr>
        <a:xfrm>
          <a:off x="4767482" y="3731091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Exhibition Id#1</a:t>
          </a:r>
        </a:p>
      </dsp:txBody>
      <dsp:txXfrm>
        <a:off x="4767482" y="3731091"/>
        <a:ext cx="642251" cy="195886"/>
      </dsp:txXfrm>
    </dsp:sp>
    <dsp:sp modelId="{DDF5EC19-41AE-4BDE-81B3-DB61285BD74A}">
      <dsp:nvSpPr>
        <dsp:cNvPr id="0" name=""/>
        <dsp:cNvSpPr/>
      </dsp:nvSpPr>
      <dsp:spPr>
        <a:xfrm>
          <a:off x="5538184" y="2902587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Theme ref#1</a:t>
          </a:r>
        </a:p>
      </dsp:txBody>
      <dsp:txXfrm>
        <a:off x="5538184" y="2902587"/>
        <a:ext cx="642251" cy="195886"/>
      </dsp:txXfrm>
    </dsp:sp>
    <dsp:sp modelId="{63612422-7E15-4BE2-8B4F-9279878BDF71}">
      <dsp:nvSpPr>
        <dsp:cNvPr id="0" name=""/>
        <dsp:cNvSpPr/>
      </dsp:nvSpPr>
      <dsp:spPr>
        <a:xfrm>
          <a:off x="5538184" y="317875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Schedule</a:t>
          </a:r>
        </a:p>
      </dsp:txBody>
      <dsp:txXfrm>
        <a:off x="5538184" y="3178755"/>
        <a:ext cx="642251" cy="195886"/>
      </dsp:txXfrm>
    </dsp:sp>
    <dsp:sp modelId="{7232D9FE-A60D-4159-AA76-300C305B2795}">
      <dsp:nvSpPr>
        <dsp:cNvPr id="0" name=""/>
        <dsp:cNvSpPr/>
      </dsp:nvSpPr>
      <dsp:spPr>
        <a:xfrm>
          <a:off x="6308886" y="3040671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Opening Date</a:t>
          </a:r>
        </a:p>
      </dsp:txBody>
      <dsp:txXfrm>
        <a:off x="6308886" y="3040671"/>
        <a:ext cx="642251" cy="195886"/>
      </dsp:txXfrm>
    </dsp:sp>
    <dsp:sp modelId="{69A556CA-411A-4BA8-88C1-CAB47DCD97EC}">
      <dsp:nvSpPr>
        <dsp:cNvPr id="0" name=""/>
        <dsp:cNvSpPr/>
      </dsp:nvSpPr>
      <dsp:spPr>
        <a:xfrm>
          <a:off x="6308886" y="331683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Closing Date</a:t>
          </a:r>
        </a:p>
      </dsp:txBody>
      <dsp:txXfrm>
        <a:off x="6308886" y="3316839"/>
        <a:ext cx="642251" cy="195886"/>
      </dsp:txXfrm>
    </dsp:sp>
    <dsp:sp modelId="{FD314EC3-FAF3-42D4-B72F-81E23652E3D9}">
      <dsp:nvSpPr>
        <dsp:cNvPr id="0" name=""/>
        <dsp:cNvSpPr/>
      </dsp:nvSpPr>
      <dsp:spPr>
        <a:xfrm>
          <a:off x="5538184" y="386995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Artifacts</a:t>
          </a:r>
        </a:p>
      </dsp:txBody>
      <dsp:txXfrm>
        <a:off x="5538184" y="3869959"/>
        <a:ext cx="642251" cy="195886"/>
      </dsp:txXfrm>
    </dsp:sp>
    <dsp:sp modelId="{5EB259C4-E4BD-45AD-8D91-75E7ABF1EFB4}">
      <dsp:nvSpPr>
        <dsp:cNvPr id="0" name=""/>
        <dsp:cNvSpPr/>
      </dsp:nvSpPr>
      <dsp:spPr>
        <a:xfrm>
          <a:off x="6308886" y="3593007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ref#1</a:t>
          </a:r>
          <a:endParaRPr lang="en-GB" sz="600" kern="1200" dirty="0"/>
        </a:p>
      </dsp:txBody>
      <dsp:txXfrm>
        <a:off x="6308886" y="3593007"/>
        <a:ext cx="642251" cy="195886"/>
      </dsp:txXfrm>
    </dsp:sp>
    <dsp:sp modelId="{8AB01EF0-ED64-478D-BD9E-3C5B414E81F6}">
      <dsp:nvSpPr>
        <dsp:cNvPr id="0" name=""/>
        <dsp:cNvSpPr/>
      </dsp:nvSpPr>
      <dsp:spPr>
        <a:xfrm>
          <a:off x="6308886" y="3869175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ref#2</a:t>
          </a:r>
          <a:endParaRPr lang="en-GB" sz="600" kern="1200" dirty="0"/>
        </a:p>
      </dsp:txBody>
      <dsp:txXfrm>
        <a:off x="6308886" y="3869175"/>
        <a:ext cx="642251" cy="195886"/>
      </dsp:txXfrm>
    </dsp:sp>
    <dsp:sp modelId="{B2752A28-996B-46DB-B7DE-DC0CC42081C8}">
      <dsp:nvSpPr>
        <dsp:cNvPr id="0" name=""/>
        <dsp:cNvSpPr/>
      </dsp:nvSpPr>
      <dsp:spPr>
        <a:xfrm>
          <a:off x="6308886" y="4145343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ref#3</a:t>
          </a:r>
          <a:endParaRPr lang="en-GB" sz="600" kern="1200" dirty="0"/>
        </a:p>
      </dsp:txBody>
      <dsp:txXfrm>
        <a:off x="6308886" y="4145343"/>
        <a:ext cx="642251" cy="195886"/>
      </dsp:txXfrm>
    </dsp:sp>
    <dsp:sp modelId="{E3458C5F-4332-4439-96AF-FD966B7B137A}">
      <dsp:nvSpPr>
        <dsp:cNvPr id="0" name=""/>
        <dsp:cNvSpPr/>
      </dsp:nvSpPr>
      <dsp:spPr>
        <a:xfrm>
          <a:off x="5538184" y="4559595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Visitor Count</a:t>
          </a:r>
        </a:p>
      </dsp:txBody>
      <dsp:txXfrm>
        <a:off x="5538184" y="4559595"/>
        <a:ext cx="642251" cy="195886"/>
      </dsp:txXfrm>
    </dsp:sp>
    <dsp:sp modelId="{07CF39E6-9B2B-4A5F-B780-120DD8E62C9B}">
      <dsp:nvSpPr>
        <dsp:cNvPr id="0" name=""/>
        <dsp:cNvSpPr/>
      </dsp:nvSpPr>
      <dsp:spPr>
        <a:xfrm>
          <a:off x="6308886" y="4421511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Adult</a:t>
          </a:r>
        </a:p>
      </dsp:txBody>
      <dsp:txXfrm>
        <a:off x="6308886" y="4421511"/>
        <a:ext cx="642251" cy="195886"/>
      </dsp:txXfrm>
    </dsp:sp>
    <dsp:sp modelId="{B652EFB0-A88E-48A1-836A-A245919707FD}">
      <dsp:nvSpPr>
        <dsp:cNvPr id="0" name=""/>
        <dsp:cNvSpPr/>
      </dsp:nvSpPr>
      <dsp:spPr>
        <a:xfrm>
          <a:off x="7079588" y="4421511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345 visitors/day</a:t>
          </a:r>
        </a:p>
      </dsp:txBody>
      <dsp:txXfrm>
        <a:off x="7079588" y="4421511"/>
        <a:ext cx="642251" cy="195886"/>
      </dsp:txXfrm>
    </dsp:sp>
    <dsp:sp modelId="{1D1D8692-63AE-448E-8E39-430F6A4B46BF}">
      <dsp:nvSpPr>
        <dsp:cNvPr id="0" name=""/>
        <dsp:cNvSpPr/>
      </dsp:nvSpPr>
      <dsp:spPr>
        <a:xfrm>
          <a:off x="6308886" y="4697680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Underage</a:t>
          </a:r>
        </a:p>
      </dsp:txBody>
      <dsp:txXfrm>
        <a:off x="6308886" y="4697680"/>
        <a:ext cx="642251" cy="195886"/>
      </dsp:txXfrm>
    </dsp:sp>
    <dsp:sp modelId="{CF184D97-6870-475F-82DD-C951C974B444}">
      <dsp:nvSpPr>
        <dsp:cNvPr id="0" name=""/>
        <dsp:cNvSpPr/>
      </dsp:nvSpPr>
      <dsp:spPr>
        <a:xfrm>
          <a:off x="7079588" y="4697680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120 visitors/day</a:t>
          </a:r>
        </a:p>
      </dsp:txBody>
      <dsp:txXfrm>
        <a:off x="7079588" y="4697680"/>
        <a:ext cx="642251" cy="195886"/>
      </dsp:txXfrm>
    </dsp:sp>
    <dsp:sp modelId="{3BF77DC6-A893-4A65-9C1E-D38F5E103AA5}">
      <dsp:nvSpPr>
        <dsp:cNvPr id="0" name=""/>
        <dsp:cNvSpPr/>
      </dsp:nvSpPr>
      <dsp:spPr>
        <a:xfrm>
          <a:off x="4767482" y="400725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Exhibition Id#2</a:t>
          </a:r>
        </a:p>
      </dsp:txBody>
      <dsp:txXfrm>
        <a:off x="4767482" y="4007259"/>
        <a:ext cx="642251" cy="195886"/>
      </dsp:txXfrm>
    </dsp:sp>
    <dsp:sp modelId="{F727FD69-DA36-400A-9A17-E435D30B6294}">
      <dsp:nvSpPr>
        <dsp:cNvPr id="0" name=""/>
        <dsp:cNvSpPr/>
      </dsp:nvSpPr>
      <dsp:spPr>
        <a:xfrm>
          <a:off x="3996781" y="5424730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Restoration</a:t>
          </a:r>
        </a:p>
      </dsp:txBody>
      <dsp:txXfrm>
        <a:off x="3996781" y="5424730"/>
        <a:ext cx="642251" cy="195886"/>
      </dsp:txXfrm>
    </dsp:sp>
    <dsp:sp modelId="{490BDFA8-D452-4BE4-9F81-245774E0D158}">
      <dsp:nvSpPr>
        <dsp:cNvPr id="0" name=""/>
        <dsp:cNvSpPr/>
      </dsp:nvSpPr>
      <dsp:spPr>
        <a:xfrm>
          <a:off x="4767482" y="5319058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Project #1</a:t>
          </a:r>
        </a:p>
      </dsp:txBody>
      <dsp:txXfrm>
        <a:off x="4767482" y="5319058"/>
        <a:ext cx="642251" cy="195886"/>
      </dsp:txXfrm>
    </dsp:sp>
    <dsp:sp modelId="{BEB5F23A-260D-4EA4-9C52-D29289AE19DF}">
      <dsp:nvSpPr>
        <dsp:cNvPr id="0" name=""/>
        <dsp:cNvSpPr/>
      </dsp:nvSpPr>
      <dsp:spPr>
        <a:xfrm>
          <a:off x="5538184" y="4835764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Loan “currency”</a:t>
          </a:r>
        </a:p>
      </dsp:txBody>
      <dsp:txXfrm>
        <a:off x="5538184" y="4835764"/>
        <a:ext cx="642251" cy="195886"/>
      </dsp:txXfrm>
    </dsp:sp>
    <dsp:sp modelId="{15470CCD-2DC4-4446-952E-0EA1F9168293}">
      <dsp:nvSpPr>
        <dsp:cNvPr id="0" name=""/>
        <dsp:cNvSpPr/>
      </dsp:nvSpPr>
      <dsp:spPr>
        <a:xfrm>
          <a:off x="5538184" y="5111932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Artifacts</a:t>
          </a:r>
        </a:p>
      </dsp:txBody>
      <dsp:txXfrm>
        <a:off x="5538184" y="5111932"/>
        <a:ext cx="642251" cy="195886"/>
      </dsp:txXfrm>
    </dsp:sp>
    <dsp:sp modelId="{9921040E-A9AE-4E20-B3A7-1033725EAB32}">
      <dsp:nvSpPr>
        <dsp:cNvPr id="0" name=""/>
        <dsp:cNvSpPr/>
      </dsp:nvSpPr>
      <dsp:spPr>
        <a:xfrm>
          <a:off x="6308886" y="4973848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ref#1</a:t>
          </a:r>
        </a:p>
      </dsp:txBody>
      <dsp:txXfrm>
        <a:off x="6308886" y="4973848"/>
        <a:ext cx="642251" cy="195886"/>
      </dsp:txXfrm>
    </dsp:sp>
    <dsp:sp modelId="{4C50E7F0-CBE9-462F-A0E5-5FFE1AE84F4E}">
      <dsp:nvSpPr>
        <dsp:cNvPr id="0" name=""/>
        <dsp:cNvSpPr/>
      </dsp:nvSpPr>
      <dsp:spPr>
        <a:xfrm>
          <a:off x="6308886" y="5250016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Artifact ref#2</a:t>
          </a:r>
        </a:p>
      </dsp:txBody>
      <dsp:txXfrm>
        <a:off x="6308886" y="5250016"/>
        <a:ext cx="642251" cy="195886"/>
      </dsp:txXfrm>
    </dsp:sp>
    <dsp:sp modelId="{E142E4F7-A4D2-449F-AA7F-C04C088A3C1F}">
      <dsp:nvSpPr>
        <dsp:cNvPr id="0" name=""/>
        <dsp:cNvSpPr/>
      </dsp:nvSpPr>
      <dsp:spPr>
        <a:xfrm>
          <a:off x="5538184" y="581336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Responsible</a:t>
          </a:r>
        </a:p>
      </dsp:txBody>
      <dsp:txXfrm>
        <a:off x="5538184" y="5813369"/>
        <a:ext cx="642251" cy="195886"/>
      </dsp:txXfrm>
    </dsp:sp>
    <dsp:sp modelId="{077C8107-272A-4607-AB45-2B402815F473}">
      <dsp:nvSpPr>
        <dsp:cNvPr id="0" name=""/>
        <dsp:cNvSpPr/>
      </dsp:nvSpPr>
      <dsp:spPr>
        <a:xfrm>
          <a:off x="6308886" y="5499937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Full Name</a:t>
          </a:r>
        </a:p>
      </dsp:txBody>
      <dsp:txXfrm>
        <a:off x="6308886" y="5499937"/>
        <a:ext cx="642251" cy="195886"/>
      </dsp:txXfrm>
    </dsp:sp>
    <dsp:sp modelId="{5E1565E1-8DBB-4A62-B412-DA531FDF40C5}">
      <dsp:nvSpPr>
        <dsp:cNvPr id="0" name=""/>
        <dsp:cNvSpPr/>
      </dsp:nvSpPr>
      <dsp:spPr>
        <a:xfrm>
          <a:off x="7078078" y="5498699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James Lopez</a:t>
          </a:r>
        </a:p>
      </dsp:txBody>
      <dsp:txXfrm>
        <a:off x="7078078" y="5498699"/>
        <a:ext cx="642251" cy="195886"/>
      </dsp:txXfrm>
    </dsp:sp>
    <dsp:sp modelId="{5DE52887-637E-4373-B534-4602DEAB0BD9}">
      <dsp:nvSpPr>
        <dsp:cNvPr id="0" name=""/>
        <dsp:cNvSpPr/>
      </dsp:nvSpPr>
      <dsp:spPr>
        <a:xfrm>
          <a:off x="6307377" y="5815514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Domain</a:t>
          </a:r>
        </a:p>
      </dsp:txBody>
      <dsp:txXfrm>
        <a:off x="6307377" y="5815514"/>
        <a:ext cx="642251" cy="195886"/>
      </dsp:txXfrm>
    </dsp:sp>
    <dsp:sp modelId="{E3B5D82B-AC9E-4D78-9879-707CC20D19D9}">
      <dsp:nvSpPr>
        <dsp:cNvPr id="0" name=""/>
        <dsp:cNvSpPr/>
      </dsp:nvSpPr>
      <dsp:spPr>
        <a:xfrm>
          <a:off x="7098239" y="5816961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Material</a:t>
          </a:r>
        </a:p>
      </dsp:txBody>
      <dsp:txXfrm>
        <a:off x="7098239" y="5816961"/>
        <a:ext cx="642251" cy="195886"/>
      </dsp:txXfrm>
    </dsp:sp>
    <dsp:sp modelId="{BFC464B6-E6B9-483D-BEE4-D79A9462E3E9}">
      <dsp:nvSpPr>
        <dsp:cNvPr id="0" name=""/>
        <dsp:cNvSpPr/>
      </dsp:nvSpPr>
      <dsp:spPr>
        <a:xfrm>
          <a:off x="6307377" y="6075039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Expertise</a:t>
          </a:r>
        </a:p>
      </dsp:txBody>
      <dsp:txXfrm>
        <a:off x="6307377" y="6075039"/>
        <a:ext cx="642251" cy="195886"/>
      </dsp:txXfrm>
    </dsp:sp>
    <dsp:sp modelId="{DE3D38DB-1546-46F2-860A-4E7282F74001}">
      <dsp:nvSpPr>
        <dsp:cNvPr id="0" name=""/>
        <dsp:cNvSpPr/>
      </dsp:nvSpPr>
      <dsp:spPr>
        <a:xfrm>
          <a:off x="7098232" y="6073145"/>
          <a:ext cx="642251" cy="195886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Marble Expert</a:t>
          </a:r>
        </a:p>
      </dsp:txBody>
      <dsp:txXfrm>
        <a:off x="7098232" y="6073145"/>
        <a:ext cx="642251" cy="195886"/>
      </dsp:txXfrm>
    </dsp:sp>
    <dsp:sp modelId="{E4AFD26B-C7BB-41CA-A59C-D4C3576380A8}">
      <dsp:nvSpPr>
        <dsp:cNvPr id="0" name=""/>
        <dsp:cNvSpPr/>
      </dsp:nvSpPr>
      <dsp:spPr>
        <a:xfrm>
          <a:off x="4767482" y="5745052"/>
          <a:ext cx="642251" cy="195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Project #2</a:t>
          </a:r>
        </a:p>
      </dsp:txBody>
      <dsp:txXfrm>
        <a:off x="4767482" y="5745052"/>
        <a:ext cx="642251" cy="195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AB6F7-DBD4-408C-9910-75A9F1C0E74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AD36B-3890-4456-9AB7-C7AB98250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24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AD36B-3890-4456-9AB7-C7AB9825090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46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B9D9-9F54-8C36-5C6B-6C0D49AFE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D5FEF-7250-7E5E-8853-F50EC8FF8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9EEE8-61BA-0625-1837-A39A381E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EB76-4880-A7ED-C3F4-D70441F4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CB99A-6A4E-9DAB-3B96-0DD48D17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73AB-0B6A-FC31-155D-3A5BA48E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07C4-4084-EDFE-00B2-7A2E1156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E819A-0E0D-B967-C39D-333D06EB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22BC2-605D-13BF-4D79-64ECC9C3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117DE-32D4-9EE1-7DDB-FF86876F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A3C3-E625-EE0D-9DD9-8AC7205D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19788-0C9B-97DA-A36B-903E43666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132C4-7435-5234-8197-92DDBE90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48B99-3831-23B7-1339-FB510B9F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73F31-8623-99B3-4087-8C82608C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BEA5-CD1C-AEAC-D986-CE846E0B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4773-7FE1-A88C-2928-569F193CE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77F77-E636-FB77-D053-D1FF75AB2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905C9-0A09-14C6-0678-AEB44C90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5740A-7084-3EA4-38E3-1D95B22A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5679F-842E-F4F8-288D-33F9765F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1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BBDA-3B58-4446-6428-B2C0D088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C1E8-BBFE-2F4A-94DD-5A29475E0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F9264-02A7-A989-FCD5-D18AAC91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F47AC-F331-C82F-F82D-F2A5B73DA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412E3-D5CA-C8AF-0595-276F3B84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64C4E-ACC1-E3A8-CBB3-591EB9F7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D466A-5A30-A839-A1E1-EA628F77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DB4FC-530B-F42F-0C65-0E9E4BD2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3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A648-C65E-084A-051E-5B11C903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CF6A6-8EF8-20DA-F829-6011B02A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1D9FD-80C7-2BED-28A0-04B154F3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0231F-9254-1DAE-8A89-2269C035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C99BA-1261-84FD-5F75-E812923A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07371-1BFB-232D-10B3-B143C814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EF3C3-D0B3-1AD6-8CDE-999309C5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8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347-EF91-39D6-688B-4CBD92FF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4793-9B6B-4355-FD1D-8B6ACB6B4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8F216-798F-351C-942E-B2C1D5498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1E784-62B3-2D4F-CD3F-E85BCF32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948A8-816B-619D-89CF-1FC1767FA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54FDA-228A-F145-F5C8-909CA83C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3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62C1-4D9C-5F34-30F7-DF97BCE2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725C8-B4E0-36CE-F0C3-EE3B9A1E5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0F157-C09A-D149-0D06-3E3F8695F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786BB-03B8-3AD7-9866-C9F80349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7D518-25DB-F798-A52B-7D8EA70C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96324-7941-FC03-F927-2E151B67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5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6572-D5AC-B13C-718F-91A56435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B6083-2611-6C79-6F76-2B3CC6860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00EAB-7E1D-54DA-3EF6-72947C93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1B89-CA1F-78CF-9C08-F6D7ACC8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FDF6-7AD8-92A2-1C30-90A41053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887F8-5975-E857-2DC6-961AEFEA7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8AF15-7DB9-18BD-6034-2A6C9010D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4D6E5-4A08-9D68-C19F-F8398A40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9719C-FF17-FBD1-FBB1-8469C96C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1553-BD0D-0691-EFFD-0E415F7D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70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18ABB-1F4E-D3D9-F2A8-5E7F9FAA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83431-040A-032C-D38C-585548139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B6AD-6128-BAFA-89E2-7ADBA6A1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9702F-6818-46E6-8DD7-EE5C5CC7738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9C1A-E6B6-41B7-08FA-F14327AB8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85EF2-544A-BD0E-919E-22FC7B87D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E3D19-551D-4167-ACAB-036F78A93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04B356B-4058-AA4F-FB51-42637D41F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116965"/>
              </p:ext>
            </p:extLst>
          </p:nvPr>
        </p:nvGraphicFramePr>
        <p:xfrm>
          <a:off x="304800" y="580771"/>
          <a:ext cx="11563350" cy="6277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8AA8EEE-BED4-A647-1D9F-FBA5E63F0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" y="114788"/>
            <a:ext cx="5457825" cy="46598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Data Pipeline - XML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D1AF8-7723-37CF-48C2-C2A6857A3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112" y="114788"/>
            <a:ext cx="2721864" cy="3938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Graph model</a:t>
            </a:r>
          </a:p>
        </p:txBody>
      </p:sp>
    </p:spTree>
    <p:extLst>
      <p:ext uri="{BB962C8B-B14F-4D97-AF65-F5344CB8AC3E}">
        <p14:creationId xmlns:p14="http://schemas.microsoft.com/office/powerpoint/2010/main" val="294272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152</Words>
  <Application>Microsoft Office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Data Pipeline - XML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El Ferkh</dc:creator>
  <cp:lastModifiedBy>Elias El Ferkh</cp:lastModifiedBy>
  <cp:revision>13</cp:revision>
  <dcterms:created xsi:type="dcterms:W3CDTF">2026-06-27T10:16:36Z</dcterms:created>
  <dcterms:modified xsi:type="dcterms:W3CDTF">2026-08-27T19:22:57Z</dcterms:modified>
</cp:coreProperties>
</file>